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7.svg" ContentType="image/sv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24.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25.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26.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 r:id="rId2"/>
    <p:sldId id="258" r:id="rId3"/>
    <p:sldId id="259" r:id="rId4"/>
    <p:sldId id="260" r:id="rId5"/>
    <p:sldId id="265" r:id="rId6"/>
    <p:sldId id="262" r:id="rId7"/>
    <p:sldId id="263" r:id="rId8"/>
    <p:sldId id="264" r:id="rId9"/>
    <p:sldId id="266" r:id="rId10"/>
    <p:sldId id="267" r:id="rId11"/>
    <p:sldId id="268" r:id="rId12"/>
    <p:sldId id="271" r:id="rId13"/>
    <p:sldId id="272" r:id="rId14"/>
    <p:sldId id="273" r:id="rId15"/>
    <p:sldId id="274" r:id="rId16"/>
    <p:sldId id="275" r:id="rId17"/>
    <p:sldId id="276" r:id="rId18"/>
    <p:sldId id="277" r:id="rId19"/>
    <p:sldId id="278" r:id="rId20"/>
    <p:sldId id="279" r:id="rId21"/>
    <p:sldId id="280" r:id="rId22"/>
    <p:sldId id="281" r:id="rId23"/>
    <p:sldId id="310" r:id="rId24"/>
    <p:sldId id="283" r:id="rId25"/>
    <p:sldId id="284" r:id="rId26"/>
    <p:sldId id="285" r:id="rId27"/>
    <p:sldId id="286" r:id="rId28"/>
    <p:sldId id="287" r:id="rId29"/>
    <p:sldId id="288" r:id="rId30"/>
    <p:sldId id="289" r:id="rId31"/>
    <p:sldId id="290" r:id="rId32"/>
    <p:sldId id="291" r:id="rId3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E89EB-ADC4-4AB9-8AC8-137AD547766B}" v="1" dt="2026-08-23T09:19:12.871"/>
    <p1510:client id="{56FE4A2B-00B9-4FDD-90BD-4BCBC6BCDADC}" v="6" dt="2026-08-23T13:52:54.0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282" autoAdjust="0"/>
  </p:normalViewPr>
  <p:slideViewPr>
    <p:cSldViewPr snapToGrid="0">
      <p:cViewPr varScale="1">
        <p:scale>
          <a:sx n="103" d="100"/>
          <a:sy n="103" d="100"/>
        </p:scale>
        <p:origin x="247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 userId="ee8e7794-d418-4050-a45e-67762d108ce3" providerId="ADAL" clId="{A763F83F-80D6-4023-B2C2-C60A76F728A0}"/>
    <pc:docChg chg="custSel addSld delSld modSld addMainMaster delMainMaster modMainMaster modNotesMaster">
      <pc:chgData name="Jay" userId="ee8e7794-d418-4050-a45e-67762d108ce3" providerId="ADAL" clId="{A763F83F-80D6-4023-B2C2-C60A76F728A0}" dt="2026-08-23T13:52:56.023" v="174" actId="47"/>
      <pc:docMkLst>
        <pc:docMk/>
      </pc:docMkLst>
      <pc:sldChg chg="addSp new del mod">
        <pc:chgData name="Jay" userId="ee8e7794-d418-4050-a45e-67762d108ce3" providerId="ADAL" clId="{A763F83F-80D6-4023-B2C2-C60A76F728A0}" dt="2026-08-23T09:22:04.437" v="54" actId="47"/>
        <pc:sldMkLst>
          <pc:docMk/>
          <pc:sldMk cId="713380373" sldId="256"/>
        </pc:sldMkLst>
        <pc:picChg chg="add">
          <ac:chgData name="Jay" userId="ee8e7794-d418-4050-a45e-67762d108ce3" providerId="ADAL" clId="{A763F83F-80D6-4023-B2C2-C60A76F728A0}" dt="2026-08-23T09:18:46.384" v="1" actId="22"/>
          <ac:picMkLst>
            <pc:docMk/>
            <pc:sldMk cId="713380373" sldId="256"/>
            <ac:picMk id="5" creationId="{0B58C92F-21B1-CE4F-0D7B-0A5C06D77F3E}"/>
          </ac:picMkLst>
        </pc:picChg>
      </pc:sldChg>
      <pc:sldChg chg="modSp add mod modNotes">
        <pc:chgData name="Jay" userId="ee8e7794-d418-4050-a45e-67762d108ce3" providerId="ADAL" clId="{A763F83F-80D6-4023-B2C2-C60A76F728A0}" dt="2026-08-23T13:29:00.990" v="87" actId="1076"/>
        <pc:sldMkLst>
          <pc:docMk/>
          <pc:sldMk cId="0" sldId="257"/>
        </pc:sldMkLst>
        <pc:spChg chg="mod">
          <ac:chgData name="Jay" userId="ee8e7794-d418-4050-a45e-67762d108ce3" providerId="ADAL" clId="{A763F83F-80D6-4023-B2C2-C60A76F728A0}" dt="2026-08-23T13:29:00.990" v="87" actId="1076"/>
          <ac:spMkLst>
            <pc:docMk/>
            <pc:sldMk cId="0" sldId="257"/>
            <ac:spMk id="6" creationId="{A3E08FA2-C73F-A01D-C334-4FAC0DB0C177}"/>
          </ac:spMkLst>
        </pc:spChg>
        <pc:spChg chg="mod">
          <ac:chgData name="Jay" userId="ee8e7794-d418-4050-a45e-67762d108ce3" providerId="ADAL" clId="{A763F83F-80D6-4023-B2C2-C60A76F728A0}" dt="2026-08-23T11:48:06.308" v="56" actId="26606"/>
          <ac:spMkLst>
            <pc:docMk/>
            <pc:sldMk cId="0" sldId="257"/>
            <ac:spMk id="8" creationId="{7C4740F1-B816-6BEC-8362-3B8D251DFCEE}"/>
          </ac:spMkLst>
        </pc:spChg>
      </pc:sldChg>
      <pc:sldChg chg="modSp add mod modNotes">
        <pc:chgData name="Jay" userId="ee8e7794-d418-4050-a45e-67762d108ce3" providerId="ADAL" clId="{A763F83F-80D6-4023-B2C2-C60A76F728A0}" dt="2026-08-23T13:29:05.251" v="88" actId="20577"/>
        <pc:sldMkLst>
          <pc:docMk/>
          <pc:sldMk cId="0" sldId="258"/>
        </pc:sldMkLst>
        <pc:spChg chg="mod">
          <ac:chgData name="Jay" userId="ee8e7794-d418-4050-a45e-67762d108ce3" providerId="ADAL" clId="{A763F83F-80D6-4023-B2C2-C60A76F728A0}" dt="2026-08-23T13:29:05.251" v="88" actId="20577"/>
          <ac:spMkLst>
            <pc:docMk/>
            <pc:sldMk cId="0" sldId="258"/>
            <ac:spMk id="13" creationId="{ADC0A207-555E-B81B-6A8B-4CE15E7A0A73}"/>
          </ac:spMkLst>
        </pc:spChg>
      </pc:sldChg>
      <pc:sldChg chg="addSp modSp add mod modClrScheme chgLayout">
        <pc:chgData name="Jay" userId="ee8e7794-d418-4050-a45e-67762d108ce3" providerId="ADAL" clId="{A763F83F-80D6-4023-B2C2-C60A76F728A0}" dt="2026-08-23T13:31:09.349" v="107" actId="26606"/>
        <pc:sldMkLst>
          <pc:docMk/>
          <pc:sldMk cId="0" sldId="259"/>
        </pc:sldMkLst>
        <pc:spChg chg="add mod">
          <ac:chgData name="Jay" userId="ee8e7794-d418-4050-a45e-67762d108ce3" providerId="ADAL" clId="{A763F83F-80D6-4023-B2C2-C60A76F728A0}" dt="2026-08-23T13:29:10.998" v="90" actId="571"/>
          <ac:spMkLst>
            <pc:docMk/>
            <pc:sldMk cId="0" sldId="259"/>
            <ac:spMk id="2" creationId="{BCE953EA-9535-5087-5A5B-3C5606A0A06B}"/>
          </ac:spMkLst>
        </pc:spChg>
        <pc:spChg chg="mod">
          <ac:chgData name="Jay" userId="ee8e7794-d418-4050-a45e-67762d108ce3" providerId="ADAL" clId="{A763F83F-80D6-4023-B2C2-C60A76F728A0}" dt="2026-08-23T11:52:00.704" v="83" actId="27636"/>
          <ac:spMkLst>
            <pc:docMk/>
            <pc:sldMk cId="0" sldId="259"/>
            <ac:spMk id="3" creationId="{61113E56-F513-D59F-E675-7E43DB72B154}"/>
          </ac:spMkLst>
        </pc:spChg>
        <pc:spChg chg="mod">
          <ac:chgData name="Jay" userId="ee8e7794-d418-4050-a45e-67762d108ce3" providerId="ADAL" clId="{A763F83F-80D6-4023-B2C2-C60A76F728A0}" dt="2026-08-23T11:48:06.308" v="56" actId="26606"/>
          <ac:spMkLst>
            <pc:docMk/>
            <pc:sldMk cId="0" sldId="259"/>
            <ac:spMk id="4" creationId="{4155EA66-EEE9-0165-8828-21EA4B565587}"/>
          </ac:spMkLst>
        </pc:spChg>
        <pc:spChg chg="mod">
          <ac:chgData name="Jay" userId="ee8e7794-d418-4050-a45e-67762d108ce3" providerId="ADAL" clId="{A763F83F-80D6-4023-B2C2-C60A76F728A0}" dt="2026-08-23T13:29:23.818" v="96" actId="1076"/>
          <ac:spMkLst>
            <pc:docMk/>
            <pc:sldMk cId="0" sldId="259"/>
            <ac:spMk id="5" creationId="{BE716E65-BA2D-B219-B229-B6ACC0973052}"/>
          </ac:spMkLst>
        </pc:spChg>
        <pc:spChg chg="mod">
          <ac:chgData name="Jay" userId="ee8e7794-d418-4050-a45e-67762d108ce3" providerId="ADAL" clId="{A763F83F-80D6-4023-B2C2-C60A76F728A0}" dt="2026-08-23T13:29:13.765" v="91" actId="1076"/>
          <ac:spMkLst>
            <pc:docMk/>
            <pc:sldMk cId="0" sldId="259"/>
            <ac:spMk id="6" creationId="{475CA283-DF27-EA93-FF8E-5B3AFE6D61C2}"/>
          </ac:spMkLst>
        </pc:spChg>
        <pc:spChg chg="mod">
          <ac:chgData name="Jay" userId="ee8e7794-d418-4050-a45e-67762d108ce3" providerId="ADAL" clId="{A763F83F-80D6-4023-B2C2-C60A76F728A0}" dt="2026-08-23T13:29:23.818" v="96" actId="1076"/>
          <ac:spMkLst>
            <pc:docMk/>
            <pc:sldMk cId="0" sldId="259"/>
            <ac:spMk id="7" creationId="{76FF6C7E-CC64-C85D-C182-170917036B18}"/>
          </ac:spMkLst>
        </pc:spChg>
        <pc:spChg chg="mod">
          <ac:chgData name="Jay" userId="ee8e7794-d418-4050-a45e-67762d108ce3" providerId="ADAL" clId="{A763F83F-80D6-4023-B2C2-C60A76F728A0}" dt="2026-08-23T13:29:13.765" v="91" actId="1076"/>
          <ac:spMkLst>
            <pc:docMk/>
            <pc:sldMk cId="0" sldId="259"/>
            <ac:spMk id="8" creationId="{CFC5DD59-3A00-4A05-E3A0-01A45B4069FA}"/>
          </ac:spMkLst>
        </pc:spChg>
        <pc:spChg chg="mod">
          <ac:chgData name="Jay" userId="ee8e7794-d418-4050-a45e-67762d108ce3" providerId="ADAL" clId="{A763F83F-80D6-4023-B2C2-C60A76F728A0}" dt="2026-08-23T13:29:23.818" v="96" actId="1076"/>
          <ac:spMkLst>
            <pc:docMk/>
            <pc:sldMk cId="0" sldId="259"/>
            <ac:spMk id="9" creationId="{251229D9-D852-1AB1-9610-0F33DB7A9E24}"/>
          </ac:spMkLst>
        </pc:spChg>
        <pc:spChg chg="mod">
          <ac:chgData name="Jay" userId="ee8e7794-d418-4050-a45e-67762d108ce3" providerId="ADAL" clId="{A763F83F-80D6-4023-B2C2-C60A76F728A0}" dt="2026-08-23T13:29:13.765" v="91" actId="1076"/>
          <ac:spMkLst>
            <pc:docMk/>
            <pc:sldMk cId="0" sldId="259"/>
            <ac:spMk id="10" creationId="{A9BCFF65-91C5-4177-9F45-2862B5A23402}"/>
          </ac:spMkLst>
        </pc:spChg>
        <pc:spChg chg="mod">
          <ac:chgData name="Jay" userId="ee8e7794-d418-4050-a45e-67762d108ce3" providerId="ADAL" clId="{A763F83F-80D6-4023-B2C2-C60A76F728A0}" dt="2026-08-23T13:31:09.349" v="107" actId="26606"/>
          <ac:spMkLst>
            <pc:docMk/>
            <pc:sldMk cId="0" sldId="259"/>
            <ac:spMk id="11" creationId="{AE09A77D-BE61-2556-4E7D-60B0A94FD88A}"/>
          </ac:spMkLst>
        </pc:spChg>
        <pc:spChg chg="add mod">
          <ac:chgData name="Jay" userId="ee8e7794-d418-4050-a45e-67762d108ce3" providerId="ADAL" clId="{A763F83F-80D6-4023-B2C2-C60A76F728A0}" dt="2026-08-23T13:29:10.998" v="90" actId="571"/>
          <ac:spMkLst>
            <pc:docMk/>
            <pc:sldMk cId="0" sldId="259"/>
            <ac:spMk id="12" creationId="{74D1519B-EACB-2695-633C-1E550DE6C3FF}"/>
          </ac:spMkLst>
        </pc:spChg>
        <pc:spChg chg="add mod">
          <ac:chgData name="Jay" userId="ee8e7794-d418-4050-a45e-67762d108ce3" providerId="ADAL" clId="{A763F83F-80D6-4023-B2C2-C60A76F728A0}" dt="2026-08-23T13:29:10.998" v="90" actId="571"/>
          <ac:spMkLst>
            <pc:docMk/>
            <pc:sldMk cId="0" sldId="259"/>
            <ac:spMk id="13" creationId="{137BFDB2-D005-97B8-E0D2-7FED7D742BCE}"/>
          </ac:spMkLst>
        </pc:spChg>
        <pc:spChg chg="add mod">
          <ac:chgData name="Jay" userId="ee8e7794-d418-4050-a45e-67762d108ce3" providerId="ADAL" clId="{A763F83F-80D6-4023-B2C2-C60A76F728A0}" dt="2026-08-23T13:29:10.998" v="90" actId="571"/>
          <ac:spMkLst>
            <pc:docMk/>
            <pc:sldMk cId="0" sldId="259"/>
            <ac:spMk id="14" creationId="{4E2548DD-D364-DADC-EB5D-C352D00A6E9F}"/>
          </ac:spMkLst>
        </pc:spChg>
        <pc:spChg chg="add mod">
          <ac:chgData name="Jay" userId="ee8e7794-d418-4050-a45e-67762d108ce3" providerId="ADAL" clId="{A763F83F-80D6-4023-B2C2-C60A76F728A0}" dt="2026-08-23T13:29:10.998" v="90" actId="571"/>
          <ac:spMkLst>
            <pc:docMk/>
            <pc:sldMk cId="0" sldId="259"/>
            <ac:spMk id="15" creationId="{BAAFEA5D-3932-0A70-A8F8-53DD6991449C}"/>
          </ac:spMkLst>
        </pc:spChg>
      </pc:sldChg>
      <pc:sldChg chg="modSp add mod modClrScheme chgLayout modNotes">
        <pc:chgData name="Jay" userId="ee8e7794-d418-4050-a45e-67762d108ce3" providerId="ADAL" clId="{A763F83F-80D6-4023-B2C2-C60A76F728A0}" dt="2026-08-23T11:52:02.452" v="84" actId="27636"/>
        <pc:sldMkLst>
          <pc:docMk/>
          <pc:sldMk cId="0" sldId="260"/>
        </pc:sldMkLst>
        <pc:spChg chg="mod">
          <ac:chgData name="Jay" userId="ee8e7794-d418-4050-a45e-67762d108ce3" providerId="ADAL" clId="{A763F83F-80D6-4023-B2C2-C60A76F728A0}" dt="2026-08-23T11:48:06.308" v="56" actId="26606"/>
          <ac:spMkLst>
            <pc:docMk/>
            <pc:sldMk cId="0" sldId="260"/>
            <ac:spMk id="9" creationId="{EC5BE1A3-D13B-0DD6-6EF6-FF0E24A051A1}"/>
          </ac:spMkLst>
        </pc:spChg>
        <pc:spChg chg="mod">
          <ac:chgData name="Jay" userId="ee8e7794-d418-4050-a45e-67762d108ce3" providerId="ADAL" clId="{A763F83F-80D6-4023-B2C2-C60A76F728A0}" dt="2026-08-23T11:52:02.452" v="84" actId="27636"/>
          <ac:spMkLst>
            <pc:docMk/>
            <pc:sldMk cId="0" sldId="260"/>
            <ac:spMk id="14" creationId="{E307D465-5D56-0B41-96C4-901FFC2422DF}"/>
          </ac:spMkLst>
        </pc:spChg>
        <pc:spChg chg="mod">
          <ac:chgData name="Jay" userId="ee8e7794-d418-4050-a45e-67762d108ce3" providerId="ADAL" clId="{A763F83F-80D6-4023-B2C2-C60A76F728A0}" dt="2026-08-23T11:48:06.308" v="56" actId="26606"/>
          <ac:spMkLst>
            <pc:docMk/>
            <pc:sldMk cId="0" sldId="260"/>
            <ac:spMk id="15" creationId="{7AFD9358-0F0F-DD41-8430-DD40142A3348}"/>
          </ac:spMkLst>
        </pc:spChg>
        <pc:spChg chg="mod">
          <ac:chgData name="Jay" userId="ee8e7794-d418-4050-a45e-67762d108ce3" providerId="ADAL" clId="{A763F83F-80D6-4023-B2C2-C60A76F728A0}" dt="2026-08-23T11:48:06.308" v="56" actId="26606"/>
          <ac:spMkLst>
            <pc:docMk/>
            <pc:sldMk cId="0" sldId="260"/>
            <ac:spMk id="16" creationId="{0281408E-274B-89C6-8571-F986E6EE6541}"/>
          </ac:spMkLst>
        </pc:spChg>
      </pc:sldChg>
      <pc:sldChg chg="modSp add mod modClrScheme chgLayout modNotes modNotesTx">
        <pc:chgData name="Jay" userId="ee8e7794-d418-4050-a45e-67762d108ce3" providerId="ADAL" clId="{A763F83F-80D6-4023-B2C2-C60A76F728A0}" dt="2026-08-23T13:34:19.096" v="114" actId="20577"/>
        <pc:sldMkLst>
          <pc:docMk/>
          <pc:sldMk cId="0" sldId="262"/>
        </pc:sldMkLst>
        <pc:spChg chg="mod">
          <ac:chgData name="Jay" userId="ee8e7794-d418-4050-a45e-67762d108ce3" providerId="ADAL" clId="{A763F83F-80D6-4023-B2C2-C60A76F728A0}" dt="2026-08-23T11:52:05.521" v="85" actId="27636"/>
          <ac:spMkLst>
            <pc:docMk/>
            <pc:sldMk cId="0" sldId="262"/>
            <ac:spMk id="14" creationId="{97C7AB27-DB8F-E75D-28C2-84E1CD734976}"/>
          </ac:spMkLst>
        </pc:spChg>
        <pc:spChg chg="mod">
          <ac:chgData name="Jay" userId="ee8e7794-d418-4050-a45e-67762d108ce3" providerId="ADAL" clId="{A763F83F-80D6-4023-B2C2-C60A76F728A0}" dt="2026-08-23T13:29:39.536" v="98" actId="404"/>
          <ac:spMkLst>
            <pc:docMk/>
            <pc:sldMk cId="0" sldId="262"/>
            <ac:spMk id="23" creationId="{ADBE3C70-7641-8FB3-3BC0-F99B7D3CDADC}"/>
          </ac:spMkLst>
        </pc:spChg>
        <pc:spChg chg="mod">
          <ac:chgData name="Jay" userId="ee8e7794-d418-4050-a45e-67762d108ce3" providerId="ADAL" clId="{A763F83F-80D6-4023-B2C2-C60A76F728A0}" dt="2026-08-23T13:34:09.562" v="112" actId="255"/>
          <ac:spMkLst>
            <pc:docMk/>
            <pc:sldMk cId="0" sldId="262"/>
            <ac:spMk id="24" creationId="{98141983-D0D2-2C94-F5B0-43E2A96486E8}"/>
          </ac:spMkLst>
        </pc:spChg>
        <pc:spChg chg="mod">
          <ac:chgData name="Jay" userId="ee8e7794-d418-4050-a45e-67762d108ce3" providerId="ADAL" clId="{A763F83F-80D6-4023-B2C2-C60A76F728A0}" dt="2026-08-23T11:48:06.308" v="56" actId="26606"/>
          <ac:spMkLst>
            <pc:docMk/>
            <pc:sldMk cId="0" sldId="262"/>
            <ac:spMk id="37" creationId="{4D3DDA3A-FAAE-5A54-38B9-30258537CC68}"/>
          </ac:spMkLst>
        </pc:spChg>
        <pc:spChg chg="mod">
          <ac:chgData name="Jay" userId="ee8e7794-d418-4050-a45e-67762d108ce3" providerId="ADAL" clId="{A763F83F-80D6-4023-B2C2-C60A76F728A0}" dt="2026-08-23T11:48:06.308" v="56" actId="26606"/>
          <ac:spMkLst>
            <pc:docMk/>
            <pc:sldMk cId="0" sldId="262"/>
            <ac:spMk id="38" creationId="{E84377F5-22E1-9D2A-A0FF-44C6FE95FA8C}"/>
          </ac:spMkLst>
        </pc:spChg>
      </pc:sldChg>
      <pc:sldChg chg="modSp add mod modClrScheme chgLayout modNotes">
        <pc:chgData name="Jay" userId="ee8e7794-d418-4050-a45e-67762d108ce3" providerId="ADAL" clId="{A763F83F-80D6-4023-B2C2-C60A76F728A0}" dt="2026-08-23T13:31:28.320" v="109" actId="26606"/>
        <pc:sldMkLst>
          <pc:docMk/>
          <pc:sldMk cId="0" sldId="263"/>
        </pc:sldMkLst>
        <pc:spChg chg="mod">
          <ac:chgData name="Jay" userId="ee8e7794-d418-4050-a45e-67762d108ce3" providerId="ADAL" clId="{A763F83F-80D6-4023-B2C2-C60A76F728A0}" dt="2026-08-23T11:51:54.766" v="61" actId="27636"/>
          <ac:spMkLst>
            <pc:docMk/>
            <pc:sldMk cId="0" sldId="263"/>
            <ac:spMk id="2" creationId="{D2542854-46B9-3C46-86ED-051FEA185446}"/>
          </ac:spMkLst>
        </pc:spChg>
        <pc:spChg chg="mod">
          <ac:chgData name="Jay" userId="ee8e7794-d418-4050-a45e-67762d108ce3" providerId="ADAL" clId="{A763F83F-80D6-4023-B2C2-C60A76F728A0}" dt="2026-08-23T11:48:06.308" v="56" actId="26606"/>
          <ac:spMkLst>
            <pc:docMk/>
            <pc:sldMk cId="0" sldId="263"/>
            <ac:spMk id="3" creationId="{23CECCAF-7698-A62E-1847-67B1805DFA59}"/>
          </ac:spMkLst>
        </pc:spChg>
        <pc:spChg chg="mod">
          <ac:chgData name="Jay" userId="ee8e7794-d418-4050-a45e-67762d108ce3" providerId="ADAL" clId="{A763F83F-80D6-4023-B2C2-C60A76F728A0}" dt="2026-08-23T11:48:06.308" v="56" actId="26606"/>
          <ac:spMkLst>
            <pc:docMk/>
            <pc:sldMk cId="0" sldId="263"/>
            <ac:spMk id="6" creationId="{13369C99-83A8-1282-5873-4AF7BB0F440C}"/>
          </ac:spMkLst>
        </pc:spChg>
        <pc:spChg chg="mod">
          <ac:chgData name="Jay" userId="ee8e7794-d418-4050-a45e-67762d108ce3" providerId="ADAL" clId="{A763F83F-80D6-4023-B2C2-C60A76F728A0}" dt="2026-08-23T11:48:06.308" v="56" actId="26606"/>
          <ac:spMkLst>
            <pc:docMk/>
            <pc:sldMk cId="0" sldId="263"/>
            <ac:spMk id="7" creationId="{32437032-C805-F897-E27D-AD94F3DF2DB6}"/>
          </ac:spMkLst>
        </pc:spChg>
        <pc:spChg chg="mod">
          <ac:chgData name="Jay" userId="ee8e7794-d418-4050-a45e-67762d108ce3" providerId="ADAL" clId="{A763F83F-80D6-4023-B2C2-C60A76F728A0}" dt="2026-08-23T11:48:06.308" v="56" actId="26606"/>
          <ac:spMkLst>
            <pc:docMk/>
            <pc:sldMk cId="0" sldId="263"/>
            <ac:spMk id="8" creationId="{E0F77268-22D5-643B-7E30-9C203E79EB9B}"/>
          </ac:spMkLst>
        </pc:spChg>
        <pc:spChg chg="mod">
          <ac:chgData name="Jay" userId="ee8e7794-d418-4050-a45e-67762d108ce3" providerId="ADAL" clId="{A763F83F-80D6-4023-B2C2-C60A76F728A0}" dt="2026-08-23T11:48:06.308" v="56" actId="26606"/>
          <ac:spMkLst>
            <pc:docMk/>
            <pc:sldMk cId="0" sldId="263"/>
            <ac:spMk id="9" creationId="{DD56E903-0196-7406-640B-1933607F8F24}"/>
          </ac:spMkLst>
        </pc:spChg>
        <pc:spChg chg="mod">
          <ac:chgData name="Jay" userId="ee8e7794-d418-4050-a45e-67762d108ce3" providerId="ADAL" clId="{A763F83F-80D6-4023-B2C2-C60A76F728A0}" dt="2026-08-23T11:48:06.308" v="56" actId="26606"/>
          <ac:spMkLst>
            <pc:docMk/>
            <pc:sldMk cId="0" sldId="263"/>
            <ac:spMk id="10" creationId="{ED93603F-41A8-7CE1-F6E3-01D6BC8F2BCA}"/>
          </ac:spMkLst>
        </pc:spChg>
        <pc:spChg chg="mod">
          <ac:chgData name="Jay" userId="ee8e7794-d418-4050-a45e-67762d108ce3" providerId="ADAL" clId="{A763F83F-80D6-4023-B2C2-C60A76F728A0}" dt="2026-08-23T11:48:06.308" v="56" actId="26606"/>
          <ac:spMkLst>
            <pc:docMk/>
            <pc:sldMk cId="0" sldId="263"/>
            <ac:spMk id="11" creationId="{C716B739-A271-D4AA-FD1B-6162C6EED151}"/>
          </ac:spMkLst>
        </pc:spChg>
        <pc:spChg chg="mod">
          <ac:chgData name="Jay" userId="ee8e7794-d418-4050-a45e-67762d108ce3" providerId="ADAL" clId="{A763F83F-80D6-4023-B2C2-C60A76F728A0}" dt="2026-08-23T11:48:06.308" v="56" actId="26606"/>
          <ac:spMkLst>
            <pc:docMk/>
            <pc:sldMk cId="0" sldId="263"/>
            <ac:spMk id="19" creationId="{D9DBA566-C9E5-0862-F903-96E54BF7AA4F}"/>
          </ac:spMkLst>
        </pc:spChg>
        <pc:spChg chg="mod">
          <ac:chgData name="Jay" userId="ee8e7794-d418-4050-a45e-67762d108ce3" providerId="ADAL" clId="{A763F83F-80D6-4023-B2C2-C60A76F728A0}" dt="2026-08-23T11:48:06.308" v="56" actId="26606"/>
          <ac:spMkLst>
            <pc:docMk/>
            <pc:sldMk cId="0" sldId="263"/>
            <ac:spMk id="20" creationId="{47FFE2A1-ED25-EE14-246F-9DDFF603B757}"/>
          </ac:spMkLst>
        </pc:spChg>
        <pc:spChg chg="mod">
          <ac:chgData name="Jay" userId="ee8e7794-d418-4050-a45e-67762d108ce3" providerId="ADAL" clId="{A763F83F-80D6-4023-B2C2-C60A76F728A0}" dt="2026-08-23T13:31:28.320" v="109" actId="26606"/>
          <ac:spMkLst>
            <pc:docMk/>
            <pc:sldMk cId="0" sldId="263"/>
            <ac:spMk id="26" creationId="{5B5F67C4-26AA-C936-CB40-E5608BEB22FF}"/>
          </ac:spMkLst>
        </pc:spChg>
      </pc:sldChg>
      <pc:sldChg chg="modSp add mod modClrScheme chgLayout modNotes">
        <pc:chgData name="Jay" userId="ee8e7794-d418-4050-a45e-67762d108ce3" providerId="ADAL" clId="{A763F83F-80D6-4023-B2C2-C60A76F728A0}" dt="2026-08-23T13:31:09.349" v="107" actId="26606"/>
        <pc:sldMkLst>
          <pc:docMk/>
          <pc:sldMk cId="0" sldId="264"/>
        </pc:sldMkLst>
        <pc:spChg chg="mod">
          <ac:chgData name="Jay" userId="ee8e7794-d418-4050-a45e-67762d108ce3" providerId="ADAL" clId="{A763F83F-80D6-4023-B2C2-C60A76F728A0}" dt="2026-08-23T11:51:54.784" v="62" actId="27636"/>
          <ac:spMkLst>
            <pc:docMk/>
            <pc:sldMk cId="0" sldId="264"/>
            <ac:spMk id="2" creationId="{7D6FB40B-4589-AEC8-7D71-2DB27FADB26E}"/>
          </ac:spMkLst>
        </pc:spChg>
        <pc:spChg chg="mod">
          <ac:chgData name="Jay" userId="ee8e7794-d418-4050-a45e-67762d108ce3" providerId="ADAL" clId="{A763F83F-80D6-4023-B2C2-C60A76F728A0}" dt="2026-08-23T13:30:33.265" v="101" actId="255"/>
          <ac:spMkLst>
            <pc:docMk/>
            <pc:sldMk cId="0" sldId="264"/>
            <ac:spMk id="4" creationId="{BCB2B5FA-4116-C320-2D9B-2C4563D48C8F}"/>
          </ac:spMkLst>
        </pc:spChg>
        <pc:spChg chg="mod">
          <ac:chgData name="Jay" userId="ee8e7794-d418-4050-a45e-67762d108ce3" providerId="ADAL" clId="{A763F83F-80D6-4023-B2C2-C60A76F728A0}" dt="2026-08-23T13:30:38.065" v="106" actId="20577"/>
          <ac:spMkLst>
            <pc:docMk/>
            <pc:sldMk cId="0" sldId="264"/>
            <ac:spMk id="5" creationId="{1D97607A-0E8E-65F3-DFA0-FD2F04853BB7}"/>
          </ac:spMkLst>
        </pc:spChg>
        <pc:spChg chg="mod">
          <ac:chgData name="Jay" userId="ee8e7794-d418-4050-a45e-67762d108ce3" providerId="ADAL" clId="{A763F83F-80D6-4023-B2C2-C60A76F728A0}" dt="2026-08-23T13:31:09.349" v="107" actId="26606"/>
          <ac:spMkLst>
            <pc:docMk/>
            <pc:sldMk cId="0" sldId="264"/>
            <ac:spMk id="7" creationId="{5E5F3DC3-1739-4680-A88C-C7B8F0E6D388}"/>
          </ac:spMkLst>
        </pc:spChg>
        <pc:picChg chg="mod">
          <ac:chgData name="Jay" userId="ee8e7794-d418-4050-a45e-67762d108ce3" providerId="ADAL" clId="{A763F83F-80D6-4023-B2C2-C60A76F728A0}" dt="2026-08-23T11:48:06.308" v="56" actId="26606"/>
          <ac:picMkLst>
            <pc:docMk/>
            <pc:sldMk cId="0" sldId="264"/>
            <ac:picMk id="9" creationId="{76C5CC09-BDA7-BCBA-EF2C-7BF8EBA95AF1}"/>
          </ac:picMkLst>
        </pc:picChg>
      </pc:sldChg>
      <pc:sldChg chg="modSp add mod modNotes">
        <pc:chgData name="Jay" userId="ee8e7794-d418-4050-a45e-67762d108ce3" providerId="ADAL" clId="{A763F83F-80D6-4023-B2C2-C60A76F728A0}" dt="2026-08-23T13:31:28.320" v="109" actId="26606"/>
        <pc:sldMkLst>
          <pc:docMk/>
          <pc:sldMk cId="0" sldId="265"/>
        </pc:sldMkLst>
        <pc:spChg chg="mod">
          <ac:chgData name="Jay" userId="ee8e7794-d418-4050-a45e-67762d108ce3" providerId="ADAL" clId="{A763F83F-80D6-4023-B2C2-C60A76F728A0}" dt="2026-08-23T11:50:47.271" v="59" actId="26606"/>
          <ac:spMkLst>
            <pc:docMk/>
            <pc:sldMk cId="0" sldId="265"/>
            <ac:spMk id="3" creationId="{D2FEA924-64A7-054E-7336-930BB94B3ECB}"/>
          </ac:spMkLst>
        </pc:spChg>
        <pc:spChg chg="mod">
          <ac:chgData name="Jay" userId="ee8e7794-d418-4050-a45e-67762d108ce3" providerId="ADAL" clId="{A763F83F-80D6-4023-B2C2-C60A76F728A0}" dt="2026-08-23T13:31:28.320" v="109" actId="26606"/>
          <ac:spMkLst>
            <pc:docMk/>
            <pc:sldMk cId="0" sldId="265"/>
            <ac:spMk id="4" creationId="{D7EF4DFD-8945-5F0C-AE5C-283762E450DC}"/>
          </ac:spMkLst>
        </pc:spChg>
      </pc:sldChg>
      <pc:sldChg chg="modSp add mod modClrScheme chgLayout modNotes modNotesTx">
        <pc:chgData name="Jay" userId="ee8e7794-d418-4050-a45e-67762d108ce3" providerId="ADAL" clId="{A763F83F-80D6-4023-B2C2-C60A76F728A0}" dt="2026-08-23T13:35:06.805" v="115" actId="20577"/>
        <pc:sldMkLst>
          <pc:docMk/>
          <pc:sldMk cId="0" sldId="266"/>
        </pc:sldMkLst>
        <pc:spChg chg="mod">
          <ac:chgData name="Jay" userId="ee8e7794-d418-4050-a45e-67762d108ce3" providerId="ADAL" clId="{A763F83F-80D6-4023-B2C2-C60A76F728A0}" dt="2026-08-23T11:51:54.800" v="63" actId="27636"/>
          <ac:spMkLst>
            <pc:docMk/>
            <pc:sldMk cId="0" sldId="266"/>
            <ac:spMk id="3" creationId="{C74BB33F-8DFE-EF52-BFFF-1E8FB1D638FD}"/>
          </ac:spMkLst>
        </pc:spChg>
        <pc:spChg chg="mod">
          <ac:chgData name="Jay" userId="ee8e7794-d418-4050-a45e-67762d108ce3" providerId="ADAL" clId="{A763F83F-80D6-4023-B2C2-C60A76F728A0}" dt="2026-08-23T11:48:06.308" v="56" actId="26606"/>
          <ac:spMkLst>
            <pc:docMk/>
            <pc:sldMk cId="0" sldId="266"/>
            <ac:spMk id="4" creationId="{116FC684-409F-50D2-0B71-923C15E35DE7}"/>
          </ac:spMkLst>
        </pc:spChg>
        <pc:spChg chg="mod">
          <ac:chgData name="Jay" userId="ee8e7794-d418-4050-a45e-67762d108ce3" providerId="ADAL" clId="{A763F83F-80D6-4023-B2C2-C60A76F728A0}" dt="2026-08-23T11:48:06.308" v="56" actId="26606"/>
          <ac:spMkLst>
            <pc:docMk/>
            <pc:sldMk cId="0" sldId="266"/>
            <ac:spMk id="13" creationId="{8FE1CD74-A4FB-25AB-8C95-830D7E3835C6}"/>
          </ac:spMkLst>
        </pc:spChg>
        <pc:spChg chg="mod">
          <ac:chgData name="Jay" userId="ee8e7794-d418-4050-a45e-67762d108ce3" providerId="ADAL" clId="{A763F83F-80D6-4023-B2C2-C60A76F728A0}" dt="2026-08-23T11:48:06.308" v="56" actId="26606"/>
          <ac:spMkLst>
            <pc:docMk/>
            <pc:sldMk cId="0" sldId="266"/>
            <ac:spMk id="18" creationId="{A87FC08B-CC69-ED5E-1E89-0FB4958D4A41}"/>
          </ac:spMkLst>
        </pc:spChg>
        <pc:picChg chg="mod">
          <ac:chgData name="Jay" userId="ee8e7794-d418-4050-a45e-67762d108ce3" providerId="ADAL" clId="{A763F83F-80D6-4023-B2C2-C60A76F728A0}" dt="2026-08-23T11:48:06.308" v="56" actId="26606"/>
          <ac:picMkLst>
            <pc:docMk/>
            <pc:sldMk cId="0" sldId="266"/>
            <ac:picMk id="5" creationId="{05BA6FC7-5BB8-EF37-39EA-0EA8E9FC497A}"/>
          </ac:picMkLst>
        </pc:picChg>
      </pc:sldChg>
      <pc:sldChg chg="modSp add mod modNotes modNotesTx">
        <pc:chgData name="Jay" userId="ee8e7794-d418-4050-a45e-67762d108ce3" providerId="ADAL" clId="{A763F83F-80D6-4023-B2C2-C60A76F728A0}" dt="2026-08-23T13:35:59.083" v="122" actId="20577"/>
        <pc:sldMkLst>
          <pc:docMk/>
          <pc:sldMk cId="0" sldId="267"/>
        </pc:sldMkLst>
        <pc:spChg chg="mod">
          <ac:chgData name="Jay" userId="ee8e7794-d418-4050-a45e-67762d108ce3" providerId="ADAL" clId="{A763F83F-80D6-4023-B2C2-C60A76F728A0}" dt="2026-08-23T11:51:54.806" v="64" actId="27636"/>
          <ac:spMkLst>
            <pc:docMk/>
            <pc:sldMk cId="0" sldId="267"/>
            <ac:spMk id="5" creationId="{A20F590B-4CDB-C983-C0E4-FE6035AA1D6F}"/>
          </ac:spMkLst>
        </pc:spChg>
        <pc:spChg chg="mod">
          <ac:chgData name="Jay" userId="ee8e7794-d418-4050-a45e-67762d108ce3" providerId="ADAL" clId="{A763F83F-80D6-4023-B2C2-C60A76F728A0}" dt="2026-08-23T13:31:09.349" v="107" actId="26606"/>
          <ac:spMkLst>
            <pc:docMk/>
            <pc:sldMk cId="0" sldId="267"/>
            <ac:spMk id="2051" creationId="{A87FC08B-CC69-ED5E-1E89-0FB4958D4A41}"/>
          </ac:spMkLst>
        </pc:spChg>
      </pc:sldChg>
      <pc:sldChg chg="modSp add mod modClrScheme chgLayout modNotes">
        <pc:chgData name="Jay" userId="ee8e7794-d418-4050-a45e-67762d108ce3" providerId="ADAL" clId="{A763F83F-80D6-4023-B2C2-C60A76F728A0}" dt="2026-08-23T13:36:19.654" v="129" actId="27636"/>
        <pc:sldMkLst>
          <pc:docMk/>
          <pc:sldMk cId="0" sldId="268"/>
        </pc:sldMkLst>
        <pc:spChg chg="mod">
          <ac:chgData name="Jay" userId="ee8e7794-d418-4050-a45e-67762d108ce3" providerId="ADAL" clId="{A763F83F-80D6-4023-B2C2-C60A76F728A0}" dt="2026-08-23T11:51:56.428" v="65" actId="27636"/>
          <ac:spMkLst>
            <pc:docMk/>
            <pc:sldMk cId="0" sldId="268"/>
            <ac:spMk id="5" creationId="{5A4203D3-4D27-7CFD-988A-BADAD722CCCB}"/>
          </ac:spMkLst>
        </pc:spChg>
        <pc:spChg chg="mod">
          <ac:chgData name="Jay" userId="ee8e7794-d418-4050-a45e-67762d108ce3" providerId="ADAL" clId="{A763F83F-80D6-4023-B2C2-C60A76F728A0}" dt="2026-08-23T11:48:06.308" v="56" actId="26606"/>
          <ac:spMkLst>
            <pc:docMk/>
            <pc:sldMk cId="0" sldId="268"/>
            <ac:spMk id="8" creationId="{F04D7551-9C5C-77B8-DD18-DE6555A6C9CA}"/>
          </ac:spMkLst>
        </pc:spChg>
        <pc:spChg chg="mod">
          <ac:chgData name="Jay" userId="ee8e7794-d418-4050-a45e-67762d108ce3" providerId="ADAL" clId="{A763F83F-80D6-4023-B2C2-C60A76F728A0}" dt="2026-08-23T13:36:19.654" v="129" actId="27636"/>
          <ac:spMkLst>
            <pc:docMk/>
            <pc:sldMk cId="0" sldId="268"/>
            <ac:spMk id="10" creationId="{3A6AF9F1-4B0D-81E4-8C5F-F4D656350A7C}"/>
          </ac:spMkLst>
        </pc:spChg>
        <pc:spChg chg="mod">
          <ac:chgData name="Jay" userId="ee8e7794-d418-4050-a45e-67762d108ce3" providerId="ADAL" clId="{A763F83F-80D6-4023-B2C2-C60A76F728A0}" dt="2026-08-23T13:31:09.349" v="107" actId="26606"/>
          <ac:spMkLst>
            <pc:docMk/>
            <pc:sldMk cId="0" sldId="268"/>
            <ac:spMk id="11" creationId="{5E5F3DC3-1739-4680-A88C-C7B8F0E6D388}"/>
          </ac:spMkLst>
        </pc:spChg>
        <pc:picChg chg="mod">
          <ac:chgData name="Jay" userId="ee8e7794-d418-4050-a45e-67762d108ce3" providerId="ADAL" clId="{A763F83F-80D6-4023-B2C2-C60A76F728A0}" dt="2026-08-23T11:48:06.308" v="56" actId="26606"/>
          <ac:picMkLst>
            <pc:docMk/>
            <pc:sldMk cId="0" sldId="268"/>
            <ac:picMk id="4" creationId="{A0243C3D-7772-848D-841C-51B3A97A7D2C}"/>
          </ac:picMkLst>
        </pc:picChg>
      </pc:sldChg>
      <pc:sldChg chg="modSp add mod modClrScheme chgLayout modNotes">
        <pc:chgData name="Jay" userId="ee8e7794-d418-4050-a45e-67762d108ce3" providerId="ADAL" clId="{A763F83F-80D6-4023-B2C2-C60A76F728A0}" dt="2026-08-23T11:51:57.624" v="66" actId="27636"/>
        <pc:sldMkLst>
          <pc:docMk/>
          <pc:sldMk cId="0" sldId="271"/>
        </pc:sldMkLst>
        <pc:spChg chg="mod">
          <ac:chgData name="Jay" userId="ee8e7794-d418-4050-a45e-67762d108ce3" providerId="ADAL" clId="{A763F83F-80D6-4023-B2C2-C60A76F728A0}" dt="2026-08-23T11:51:57.624" v="66" actId="27636"/>
          <ac:spMkLst>
            <pc:docMk/>
            <pc:sldMk cId="0" sldId="271"/>
            <ac:spMk id="2" creationId="{679231C4-7EFA-1170-4B69-1F24B113A85E}"/>
          </ac:spMkLst>
        </pc:spChg>
        <pc:spChg chg="mod">
          <ac:chgData name="Jay" userId="ee8e7794-d418-4050-a45e-67762d108ce3" providerId="ADAL" clId="{A763F83F-80D6-4023-B2C2-C60A76F728A0}" dt="2026-08-23T11:48:06.308" v="56" actId="26606"/>
          <ac:spMkLst>
            <pc:docMk/>
            <pc:sldMk cId="0" sldId="271"/>
            <ac:spMk id="16" creationId="{1A5C75B7-FB11-7891-B348-FD56724DB604}"/>
          </ac:spMkLst>
        </pc:spChg>
        <pc:spChg chg="mod">
          <ac:chgData name="Jay" userId="ee8e7794-d418-4050-a45e-67762d108ce3" providerId="ADAL" clId="{A763F83F-80D6-4023-B2C2-C60A76F728A0}" dt="2026-08-23T11:48:06.308" v="56" actId="26606"/>
          <ac:spMkLst>
            <pc:docMk/>
            <pc:sldMk cId="0" sldId="271"/>
            <ac:spMk id="26" creationId="{1A582992-A507-45D2-CA19-6FD01D16FDFB}"/>
          </ac:spMkLst>
        </pc:spChg>
        <pc:spChg chg="mod">
          <ac:chgData name="Jay" userId="ee8e7794-d418-4050-a45e-67762d108ce3" providerId="ADAL" clId="{A763F83F-80D6-4023-B2C2-C60A76F728A0}" dt="2026-08-23T11:48:06.308" v="56" actId="26606"/>
          <ac:spMkLst>
            <pc:docMk/>
            <pc:sldMk cId="0" sldId="271"/>
            <ac:spMk id="27" creationId="{112CFB10-C1BD-9A46-0FF6-3888207DFA2C}"/>
          </ac:spMkLst>
        </pc:spChg>
        <pc:spChg chg="mod">
          <ac:chgData name="Jay" userId="ee8e7794-d418-4050-a45e-67762d108ce3" providerId="ADAL" clId="{A763F83F-80D6-4023-B2C2-C60A76F728A0}" dt="2026-08-23T11:48:06.308" v="56" actId="26606"/>
          <ac:spMkLst>
            <pc:docMk/>
            <pc:sldMk cId="0" sldId="271"/>
            <ac:spMk id="28" creationId="{AE09A77D-BE61-2556-4E7D-60B0A94FD88A}"/>
          </ac:spMkLst>
        </pc:spChg>
      </pc:sldChg>
      <pc:sldChg chg="modSp add mod modNotes">
        <pc:chgData name="Jay" userId="ee8e7794-d418-4050-a45e-67762d108ce3" providerId="ADAL" clId="{A763F83F-80D6-4023-B2C2-C60A76F728A0}" dt="2026-08-23T13:37:02.865" v="134" actId="20577"/>
        <pc:sldMkLst>
          <pc:docMk/>
          <pc:sldMk cId="0" sldId="272"/>
        </pc:sldMkLst>
        <pc:spChg chg="mod">
          <ac:chgData name="Jay" userId="ee8e7794-d418-4050-a45e-67762d108ce3" providerId="ADAL" clId="{A763F83F-80D6-4023-B2C2-C60A76F728A0}" dt="2026-08-23T11:51:57.639" v="67" actId="27636"/>
          <ac:spMkLst>
            <pc:docMk/>
            <pc:sldMk cId="0" sldId="272"/>
            <ac:spMk id="2" creationId="{07AAF04B-448D-1E7A-DD34-6C403099116F}"/>
          </ac:spMkLst>
        </pc:spChg>
        <pc:spChg chg="mod">
          <ac:chgData name="Jay" userId="ee8e7794-d418-4050-a45e-67762d108ce3" providerId="ADAL" clId="{A763F83F-80D6-4023-B2C2-C60A76F728A0}" dt="2026-08-23T13:37:02.865" v="134" actId="20577"/>
          <ac:spMkLst>
            <pc:docMk/>
            <pc:sldMk cId="0" sldId="272"/>
            <ac:spMk id="3" creationId="{661F505B-8ACF-A122-08B5-FB62651D3589}"/>
          </ac:spMkLst>
        </pc:spChg>
        <pc:spChg chg="mod">
          <ac:chgData name="Jay" userId="ee8e7794-d418-4050-a45e-67762d108ce3" providerId="ADAL" clId="{A763F83F-80D6-4023-B2C2-C60A76F728A0}" dt="2026-08-23T13:31:28.320" v="109" actId="26606"/>
          <ac:spMkLst>
            <pc:docMk/>
            <pc:sldMk cId="0" sldId="272"/>
            <ac:spMk id="4" creationId="{19F10A85-84C5-9AC5-8D24-210CA5E8D66D}"/>
          </ac:spMkLst>
        </pc:spChg>
      </pc:sldChg>
      <pc:sldChg chg="modSp add mod modNotes">
        <pc:chgData name="Jay" userId="ee8e7794-d418-4050-a45e-67762d108ce3" providerId="ADAL" clId="{A763F83F-80D6-4023-B2C2-C60A76F728A0}" dt="2026-08-23T13:31:28.320" v="109" actId="26606"/>
        <pc:sldMkLst>
          <pc:docMk/>
          <pc:sldMk cId="0" sldId="273"/>
        </pc:sldMkLst>
        <pc:spChg chg="mod">
          <ac:chgData name="Jay" userId="ee8e7794-d418-4050-a45e-67762d108ce3" providerId="ADAL" clId="{A763F83F-80D6-4023-B2C2-C60A76F728A0}" dt="2026-08-23T11:52:00.474" v="68" actId="27636"/>
          <ac:spMkLst>
            <pc:docMk/>
            <pc:sldMk cId="0" sldId="273"/>
            <ac:spMk id="2" creationId="{5CA34BE7-FC44-B4F0-A670-D61955773BA1}"/>
          </ac:spMkLst>
        </pc:spChg>
        <pc:spChg chg="mod">
          <ac:chgData name="Jay" userId="ee8e7794-d418-4050-a45e-67762d108ce3" providerId="ADAL" clId="{A763F83F-80D6-4023-B2C2-C60A76F728A0}" dt="2026-08-23T11:48:06.308" v="56" actId="26606"/>
          <ac:spMkLst>
            <pc:docMk/>
            <pc:sldMk cId="0" sldId="273"/>
            <ac:spMk id="3" creationId="{AADB0A5F-173A-73B8-6962-3BE43F05C74E}"/>
          </ac:spMkLst>
        </pc:spChg>
        <pc:spChg chg="mod">
          <ac:chgData name="Jay" userId="ee8e7794-d418-4050-a45e-67762d108ce3" providerId="ADAL" clId="{A763F83F-80D6-4023-B2C2-C60A76F728A0}" dt="2026-08-23T13:31:28.320" v="109" actId="26606"/>
          <ac:spMkLst>
            <pc:docMk/>
            <pc:sldMk cId="0" sldId="273"/>
            <ac:spMk id="6" creationId="{19F10A85-84C5-9AC5-8D24-210CA5E8D66D}"/>
          </ac:spMkLst>
        </pc:spChg>
      </pc:sldChg>
      <pc:sldChg chg="modSp add mod modNotes">
        <pc:chgData name="Jay" userId="ee8e7794-d418-4050-a45e-67762d108ce3" providerId="ADAL" clId="{A763F83F-80D6-4023-B2C2-C60A76F728A0}" dt="2026-08-23T13:31:09.349" v="107" actId="26606"/>
        <pc:sldMkLst>
          <pc:docMk/>
          <pc:sldMk cId="0" sldId="274"/>
        </pc:sldMkLst>
        <pc:spChg chg="mod">
          <ac:chgData name="Jay" userId="ee8e7794-d418-4050-a45e-67762d108ce3" providerId="ADAL" clId="{A763F83F-80D6-4023-B2C2-C60A76F728A0}" dt="2026-08-23T11:52:00.529" v="69" actId="27636"/>
          <ac:spMkLst>
            <pc:docMk/>
            <pc:sldMk cId="0" sldId="274"/>
            <ac:spMk id="2" creationId="{CA68C806-831C-D419-B93A-7AE23DC5C773}"/>
          </ac:spMkLst>
        </pc:spChg>
        <pc:spChg chg="mod">
          <ac:chgData name="Jay" userId="ee8e7794-d418-4050-a45e-67762d108ce3" providerId="ADAL" clId="{A763F83F-80D6-4023-B2C2-C60A76F728A0}" dt="2026-08-23T13:31:09.349" v="107" actId="26606"/>
          <ac:spMkLst>
            <pc:docMk/>
            <pc:sldMk cId="0" sldId="274"/>
            <ac:spMk id="9" creationId="{A87FC08B-CC69-ED5E-1E89-0FB4958D4A41}"/>
          </ac:spMkLst>
        </pc:spChg>
      </pc:sldChg>
      <pc:sldChg chg="modSp add mod modClrScheme chgLayout modNotes">
        <pc:chgData name="Jay" userId="ee8e7794-d418-4050-a45e-67762d108ce3" providerId="ADAL" clId="{A763F83F-80D6-4023-B2C2-C60A76F728A0}" dt="2026-08-23T13:37:40.285" v="147" actId="255"/>
        <pc:sldMkLst>
          <pc:docMk/>
          <pc:sldMk cId="0" sldId="275"/>
        </pc:sldMkLst>
        <pc:spChg chg="mod">
          <ac:chgData name="Jay" userId="ee8e7794-d418-4050-a45e-67762d108ce3" providerId="ADAL" clId="{A763F83F-80D6-4023-B2C2-C60A76F728A0}" dt="2026-08-23T13:37:31.106" v="146" actId="20577"/>
          <ac:spMkLst>
            <pc:docMk/>
            <pc:sldMk cId="0" sldId="275"/>
            <ac:spMk id="5" creationId="{10373A10-22F1-BFFB-7DAC-3E72B1C87E78}"/>
          </ac:spMkLst>
        </pc:spChg>
        <pc:spChg chg="mod">
          <ac:chgData name="Jay" userId="ee8e7794-d418-4050-a45e-67762d108ce3" providerId="ADAL" clId="{A763F83F-80D6-4023-B2C2-C60A76F728A0}" dt="2026-08-23T11:48:06.308" v="56" actId="26606"/>
          <ac:spMkLst>
            <pc:docMk/>
            <pc:sldMk cId="0" sldId="275"/>
            <ac:spMk id="16" creationId="{3893C796-74B0-10BC-2B41-773628121495}"/>
          </ac:spMkLst>
        </pc:spChg>
        <pc:spChg chg="mod">
          <ac:chgData name="Jay" userId="ee8e7794-d418-4050-a45e-67762d108ce3" providerId="ADAL" clId="{A763F83F-80D6-4023-B2C2-C60A76F728A0}" dt="2026-08-23T13:37:40.285" v="147" actId="255"/>
          <ac:spMkLst>
            <pc:docMk/>
            <pc:sldMk cId="0" sldId="275"/>
            <ac:spMk id="17" creationId="{779E05C5-AB95-2AC6-DFA5-87A1B6105F82}"/>
          </ac:spMkLst>
        </pc:spChg>
        <pc:spChg chg="mod">
          <ac:chgData name="Jay" userId="ee8e7794-d418-4050-a45e-67762d108ce3" providerId="ADAL" clId="{A763F83F-80D6-4023-B2C2-C60A76F728A0}" dt="2026-08-23T13:31:09.349" v="107" actId="26606"/>
          <ac:spMkLst>
            <pc:docMk/>
            <pc:sldMk cId="0" sldId="275"/>
            <ac:spMk id="18" creationId="{5E5F3DC3-1739-4680-A88C-C7B8F0E6D388}"/>
          </ac:spMkLst>
        </pc:spChg>
        <pc:picChg chg="mod">
          <ac:chgData name="Jay" userId="ee8e7794-d418-4050-a45e-67762d108ce3" providerId="ADAL" clId="{A763F83F-80D6-4023-B2C2-C60A76F728A0}" dt="2026-08-23T11:48:06.308" v="56" actId="26606"/>
          <ac:picMkLst>
            <pc:docMk/>
            <pc:sldMk cId="0" sldId="275"/>
            <ac:picMk id="4" creationId="{DDDDB0D5-D85A-AFF6-D376-FB872D1D7A6D}"/>
          </ac:picMkLst>
        </pc:picChg>
      </pc:sldChg>
      <pc:sldChg chg="modSp add mod modClrScheme chgLayout modNotes modNotesTx">
        <pc:chgData name="Jay" userId="ee8e7794-d418-4050-a45e-67762d108ce3" providerId="ADAL" clId="{A763F83F-80D6-4023-B2C2-C60A76F728A0}" dt="2026-08-23T13:38:52.609" v="149" actId="20577"/>
        <pc:sldMkLst>
          <pc:docMk/>
          <pc:sldMk cId="0" sldId="276"/>
        </pc:sldMkLst>
        <pc:spChg chg="mod">
          <ac:chgData name="Jay" userId="ee8e7794-d418-4050-a45e-67762d108ce3" providerId="ADAL" clId="{A763F83F-80D6-4023-B2C2-C60A76F728A0}" dt="2026-08-23T11:52:00.547" v="71" actId="27636"/>
          <ac:spMkLst>
            <pc:docMk/>
            <pc:sldMk cId="0" sldId="276"/>
            <ac:spMk id="5" creationId="{8609B8BC-6983-A8FB-C2CE-32EA86412DDE}"/>
          </ac:spMkLst>
        </pc:spChg>
        <pc:spChg chg="mod">
          <ac:chgData name="Jay" userId="ee8e7794-d418-4050-a45e-67762d108ce3" providerId="ADAL" clId="{A763F83F-80D6-4023-B2C2-C60A76F728A0}" dt="2026-08-23T11:48:06.308" v="56" actId="26606"/>
          <ac:spMkLst>
            <pc:docMk/>
            <pc:sldMk cId="0" sldId="276"/>
            <ac:spMk id="16" creationId="{25D5EE37-C96F-D734-D20F-B16869ADD686}"/>
          </ac:spMkLst>
        </pc:spChg>
        <pc:spChg chg="mod">
          <ac:chgData name="Jay" userId="ee8e7794-d418-4050-a45e-67762d108ce3" providerId="ADAL" clId="{A763F83F-80D6-4023-B2C2-C60A76F728A0}" dt="2026-08-23T11:48:06.308" v="56" actId="26606"/>
          <ac:spMkLst>
            <pc:docMk/>
            <pc:sldMk cId="0" sldId="276"/>
            <ac:spMk id="17" creationId="{C29865E5-20AD-E6D8-4B39-6B990A8F49A0}"/>
          </ac:spMkLst>
        </pc:spChg>
        <pc:spChg chg="mod">
          <ac:chgData name="Jay" userId="ee8e7794-d418-4050-a45e-67762d108ce3" providerId="ADAL" clId="{A763F83F-80D6-4023-B2C2-C60A76F728A0}" dt="2026-08-23T13:31:09.349" v="107" actId="26606"/>
          <ac:spMkLst>
            <pc:docMk/>
            <pc:sldMk cId="0" sldId="276"/>
            <ac:spMk id="18" creationId="{5E5F3DC3-1739-4680-A88C-C7B8F0E6D388}"/>
          </ac:spMkLst>
        </pc:spChg>
        <pc:picChg chg="mod">
          <ac:chgData name="Jay" userId="ee8e7794-d418-4050-a45e-67762d108ce3" providerId="ADAL" clId="{A763F83F-80D6-4023-B2C2-C60A76F728A0}" dt="2026-08-23T11:48:06.308" v="56" actId="26606"/>
          <ac:picMkLst>
            <pc:docMk/>
            <pc:sldMk cId="0" sldId="276"/>
            <ac:picMk id="4" creationId="{CED13A51-98E7-0AED-8204-B4A26766E53C}"/>
          </ac:picMkLst>
        </pc:picChg>
      </pc:sldChg>
      <pc:sldChg chg="modSp add mod modClrScheme chgLayout modNotes modNotesTx">
        <pc:chgData name="Jay" userId="ee8e7794-d418-4050-a45e-67762d108ce3" providerId="ADAL" clId="{A763F83F-80D6-4023-B2C2-C60A76F728A0}" dt="2026-08-23T13:39:09.295" v="151" actId="20577"/>
        <pc:sldMkLst>
          <pc:docMk/>
          <pc:sldMk cId="0" sldId="277"/>
        </pc:sldMkLst>
        <pc:spChg chg="mod">
          <ac:chgData name="Jay" userId="ee8e7794-d418-4050-a45e-67762d108ce3" providerId="ADAL" clId="{A763F83F-80D6-4023-B2C2-C60A76F728A0}" dt="2026-08-23T11:52:00.559" v="72" actId="27636"/>
          <ac:spMkLst>
            <pc:docMk/>
            <pc:sldMk cId="0" sldId="277"/>
            <ac:spMk id="2" creationId="{6801A556-E715-12EB-F8D8-E6E55677E775}"/>
          </ac:spMkLst>
        </pc:spChg>
        <pc:spChg chg="mod">
          <ac:chgData name="Jay" userId="ee8e7794-d418-4050-a45e-67762d108ce3" providerId="ADAL" clId="{A763F83F-80D6-4023-B2C2-C60A76F728A0}" dt="2026-08-23T13:39:01.193" v="150" actId="255"/>
          <ac:spMkLst>
            <pc:docMk/>
            <pc:sldMk cId="0" sldId="277"/>
            <ac:spMk id="4" creationId="{A4E0A757-1FB3-4D09-6492-0120A4ED33F7}"/>
          </ac:spMkLst>
        </pc:spChg>
        <pc:spChg chg="mod">
          <ac:chgData name="Jay" userId="ee8e7794-d418-4050-a45e-67762d108ce3" providerId="ADAL" clId="{A763F83F-80D6-4023-B2C2-C60A76F728A0}" dt="2026-08-23T11:48:06.308" v="56" actId="26606"/>
          <ac:spMkLst>
            <pc:docMk/>
            <pc:sldMk cId="0" sldId="277"/>
            <ac:spMk id="5" creationId="{339BAFB5-541E-F5EF-1BB1-E6C4F60829F0}"/>
          </ac:spMkLst>
        </pc:spChg>
        <pc:spChg chg="mod">
          <ac:chgData name="Jay" userId="ee8e7794-d418-4050-a45e-67762d108ce3" providerId="ADAL" clId="{A763F83F-80D6-4023-B2C2-C60A76F728A0}" dt="2026-08-23T13:31:09.349" v="107" actId="26606"/>
          <ac:spMkLst>
            <pc:docMk/>
            <pc:sldMk cId="0" sldId="277"/>
            <ac:spMk id="8" creationId="{5E5F3DC3-1739-4680-A88C-C7B8F0E6D388}"/>
          </ac:spMkLst>
        </pc:spChg>
        <pc:picChg chg="mod">
          <ac:chgData name="Jay" userId="ee8e7794-d418-4050-a45e-67762d108ce3" providerId="ADAL" clId="{A763F83F-80D6-4023-B2C2-C60A76F728A0}" dt="2026-08-23T11:48:06.308" v="56" actId="26606"/>
          <ac:picMkLst>
            <pc:docMk/>
            <pc:sldMk cId="0" sldId="277"/>
            <ac:picMk id="9" creationId="{464DA471-68F3-D752-4DEB-53CCE865F343}"/>
          </ac:picMkLst>
        </pc:picChg>
      </pc:sldChg>
      <pc:sldChg chg="modSp add mod modNotes">
        <pc:chgData name="Jay" userId="ee8e7794-d418-4050-a45e-67762d108ce3" providerId="ADAL" clId="{A763F83F-80D6-4023-B2C2-C60A76F728A0}" dt="2026-08-23T13:31:28.320" v="109" actId="26606"/>
        <pc:sldMkLst>
          <pc:docMk/>
          <pc:sldMk cId="0" sldId="278"/>
        </pc:sldMkLst>
        <pc:spChg chg="mod">
          <ac:chgData name="Jay" userId="ee8e7794-d418-4050-a45e-67762d108ce3" providerId="ADAL" clId="{A763F83F-80D6-4023-B2C2-C60A76F728A0}" dt="2026-08-23T11:50:47.271" v="59" actId="26606"/>
          <ac:spMkLst>
            <pc:docMk/>
            <pc:sldMk cId="0" sldId="278"/>
            <ac:spMk id="3" creationId="{09EB6A02-FB66-FB99-D087-5BADF76F1331}"/>
          </ac:spMkLst>
        </pc:spChg>
        <pc:spChg chg="mod">
          <ac:chgData name="Jay" userId="ee8e7794-d418-4050-a45e-67762d108ce3" providerId="ADAL" clId="{A763F83F-80D6-4023-B2C2-C60A76F728A0}" dt="2026-08-23T13:31:28.320" v="109" actId="26606"/>
          <ac:spMkLst>
            <pc:docMk/>
            <pc:sldMk cId="0" sldId="278"/>
            <ac:spMk id="4" creationId="{D7EF4DFD-8945-5F0C-AE5C-283762E450DC}"/>
          </ac:spMkLst>
        </pc:spChg>
      </pc:sldChg>
      <pc:sldChg chg="modSp add mod modClrScheme chgLayout modNotes modNotesTx">
        <pc:chgData name="Jay" userId="ee8e7794-d418-4050-a45e-67762d108ce3" providerId="ADAL" clId="{A763F83F-80D6-4023-B2C2-C60A76F728A0}" dt="2026-08-23T13:40:00.410" v="159" actId="113"/>
        <pc:sldMkLst>
          <pc:docMk/>
          <pc:sldMk cId="0" sldId="279"/>
        </pc:sldMkLst>
        <pc:spChg chg="mod">
          <ac:chgData name="Jay" userId="ee8e7794-d418-4050-a45e-67762d108ce3" providerId="ADAL" clId="{A763F83F-80D6-4023-B2C2-C60A76F728A0}" dt="2026-08-23T11:52:00.571" v="73" actId="27636"/>
          <ac:spMkLst>
            <pc:docMk/>
            <pc:sldMk cId="0" sldId="279"/>
            <ac:spMk id="2" creationId="{56CAB89C-C1F5-1018-B516-9D30778399C7}"/>
          </ac:spMkLst>
        </pc:spChg>
        <pc:spChg chg="mod">
          <ac:chgData name="Jay" userId="ee8e7794-d418-4050-a45e-67762d108ce3" providerId="ADAL" clId="{A763F83F-80D6-4023-B2C2-C60A76F728A0}" dt="2026-08-23T11:48:06.308" v="56" actId="26606"/>
          <ac:spMkLst>
            <pc:docMk/>
            <pc:sldMk cId="0" sldId="279"/>
            <ac:spMk id="3" creationId="{52FA77E7-F756-E9FE-9136-C0F8D01EF873}"/>
          </ac:spMkLst>
        </pc:spChg>
        <pc:spChg chg="mod">
          <ac:chgData name="Jay" userId="ee8e7794-d418-4050-a45e-67762d108ce3" providerId="ADAL" clId="{A763F83F-80D6-4023-B2C2-C60A76F728A0}" dt="2026-08-23T11:48:06.308" v="56" actId="26606"/>
          <ac:spMkLst>
            <pc:docMk/>
            <pc:sldMk cId="0" sldId="279"/>
            <ac:spMk id="8" creationId="{016646EB-A3A8-8F84-E53C-98C177A021DC}"/>
          </ac:spMkLst>
        </pc:spChg>
        <pc:spChg chg="mod">
          <ac:chgData name="Jay" userId="ee8e7794-d418-4050-a45e-67762d108ce3" providerId="ADAL" clId="{A763F83F-80D6-4023-B2C2-C60A76F728A0}" dt="2026-08-23T13:31:09.349" v="107" actId="26606"/>
          <ac:spMkLst>
            <pc:docMk/>
            <pc:sldMk cId="0" sldId="279"/>
            <ac:spMk id="10" creationId="{5E5F3DC3-1739-4680-A88C-C7B8F0E6D388}"/>
          </ac:spMkLst>
        </pc:spChg>
        <pc:picChg chg="mod">
          <ac:chgData name="Jay" userId="ee8e7794-d418-4050-a45e-67762d108ce3" providerId="ADAL" clId="{A763F83F-80D6-4023-B2C2-C60A76F728A0}" dt="2026-08-23T11:48:06.308" v="56" actId="26606"/>
          <ac:picMkLst>
            <pc:docMk/>
            <pc:sldMk cId="0" sldId="279"/>
            <ac:picMk id="6" creationId="{ED8F9C51-20D7-6A11-9384-BCD8C6B632BF}"/>
          </ac:picMkLst>
        </pc:picChg>
      </pc:sldChg>
      <pc:sldChg chg="modSp add mod modClrScheme chgLayout modNotes modNotesTx">
        <pc:chgData name="Jay" userId="ee8e7794-d418-4050-a45e-67762d108ce3" providerId="ADAL" clId="{A763F83F-80D6-4023-B2C2-C60A76F728A0}" dt="2026-08-23T13:40:11.906" v="160" actId="20577"/>
        <pc:sldMkLst>
          <pc:docMk/>
          <pc:sldMk cId="0" sldId="280"/>
        </pc:sldMkLst>
        <pc:spChg chg="mod">
          <ac:chgData name="Jay" userId="ee8e7794-d418-4050-a45e-67762d108ce3" providerId="ADAL" clId="{A763F83F-80D6-4023-B2C2-C60A76F728A0}" dt="2026-08-23T11:52:00.587" v="74" actId="27636"/>
          <ac:spMkLst>
            <pc:docMk/>
            <pc:sldMk cId="0" sldId="280"/>
            <ac:spMk id="2" creationId="{155D9552-B441-EE3F-4383-86A824E0AA7A}"/>
          </ac:spMkLst>
        </pc:spChg>
        <pc:spChg chg="mod">
          <ac:chgData name="Jay" userId="ee8e7794-d418-4050-a45e-67762d108ce3" providerId="ADAL" clId="{A763F83F-80D6-4023-B2C2-C60A76F728A0}" dt="2026-08-23T11:48:06.308" v="56" actId="26606"/>
          <ac:spMkLst>
            <pc:docMk/>
            <pc:sldMk cId="0" sldId="280"/>
            <ac:spMk id="3" creationId="{449DDDE4-221E-4CE6-A15C-81956AB239D4}"/>
          </ac:spMkLst>
        </pc:spChg>
        <pc:spChg chg="mod">
          <ac:chgData name="Jay" userId="ee8e7794-d418-4050-a45e-67762d108ce3" providerId="ADAL" clId="{A763F83F-80D6-4023-B2C2-C60A76F728A0}" dt="2026-08-23T11:48:06.308" v="56" actId="26606"/>
          <ac:spMkLst>
            <pc:docMk/>
            <pc:sldMk cId="0" sldId="280"/>
            <ac:spMk id="8" creationId="{2E6C473F-5E6A-0443-018A-BF934D26682D}"/>
          </ac:spMkLst>
        </pc:spChg>
        <pc:spChg chg="mod">
          <ac:chgData name="Jay" userId="ee8e7794-d418-4050-a45e-67762d108ce3" providerId="ADAL" clId="{A763F83F-80D6-4023-B2C2-C60A76F728A0}" dt="2026-08-23T13:31:09.349" v="107" actId="26606"/>
          <ac:spMkLst>
            <pc:docMk/>
            <pc:sldMk cId="0" sldId="280"/>
            <ac:spMk id="9" creationId="{5E5F3DC3-1739-4680-A88C-C7B8F0E6D388}"/>
          </ac:spMkLst>
        </pc:spChg>
        <pc:picChg chg="mod">
          <ac:chgData name="Jay" userId="ee8e7794-d418-4050-a45e-67762d108ce3" providerId="ADAL" clId="{A763F83F-80D6-4023-B2C2-C60A76F728A0}" dt="2026-08-23T11:48:06.308" v="56" actId="26606"/>
          <ac:picMkLst>
            <pc:docMk/>
            <pc:sldMk cId="0" sldId="280"/>
            <ac:picMk id="6" creationId="{9A2D2E55-9F6E-D48A-B1AE-F383F839C7C4}"/>
          </ac:picMkLst>
        </pc:picChg>
      </pc:sldChg>
      <pc:sldChg chg="modSp add mod modClrScheme chgLayout modNotes">
        <pc:chgData name="Jay" userId="ee8e7794-d418-4050-a45e-67762d108ce3" providerId="ADAL" clId="{A763F83F-80D6-4023-B2C2-C60A76F728A0}" dt="2026-08-23T13:40:26.447" v="164" actId="1076"/>
        <pc:sldMkLst>
          <pc:docMk/>
          <pc:sldMk cId="0" sldId="281"/>
        </pc:sldMkLst>
        <pc:spChg chg="mod">
          <ac:chgData name="Jay" userId="ee8e7794-d418-4050-a45e-67762d108ce3" providerId="ADAL" clId="{A763F83F-80D6-4023-B2C2-C60A76F728A0}" dt="2026-08-23T11:52:00.596" v="75" actId="27636"/>
          <ac:spMkLst>
            <pc:docMk/>
            <pc:sldMk cId="0" sldId="281"/>
            <ac:spMk id="3" creationId="{232339C7-804A-E949-4B11-CA7E5C9F9477}"/>
          </ac:spMkLst>
        </pc:spChg>
        <pc:spChg chg="mod">
          <ac:chgData name="Jay" userId="ee8e7794-d418-4050-a45e-67762d108ce3" providerId="ADAL" clId="{A763F83F-80D6-4023-B2C2-C60A76F728A0}" dt="2026-08-23T11:48:06.308" v="56" actId="26606"/>
          <ac:spMkLst>
            <pc:docMk/>
            <pc:sldMk cId="0" sldId="281"/>
            <ac:spMk id="5" creationId="{9FE1DB6E-210B-6DCC-D008-7DBF82B3FCBB}"/>
          </ac:spMkLst>
        </pc:spChg>
        <pc:spChg chg="mod">
          <ac:chgData name="Jay" userId="ee8e7794-d418-4050-a45e-67762d108ce3" providerId="ADAL" clId="{A763F83F-80D6-4023-B2C2-C60A76F728A0}" dt="2026-08-23T13:40:18.177" v="162" actId="20577"/>
          <ac:spMkLst>
            <pc:docMk/>
            <pc:sldMk cId="0" sldId="281"/>
            <ac:spMk id="9" creationId="{6FA934E5-52FB-A044-0EC1-E3825A61B3F9}"/>
          </ac:spMkLst>
        </pc:spChg>
        <pc:spChg chg="mod">
          <ac:chgData name="Jay" userId="ee8e7794-d418-4050-a45e-67762d108ce3" providerId="ADAL" clId="{A763F83F-80D6-4023-B2C2-C60A76F728A0}" dt="2026-08-23T11:48:06.308" v="56" actId="26606"/>
          <ac:spMkLst>
            <pc:docMk/>
            <pc:sldMk cId="0" sldId="281"/>
            <ac:spMk id="10" creationId="{E84377F5-22E1-9D2A-A0FF-44C6FE95FA8C}"/>
          </ac:spMkLst>
        </pc:spChg>
        <pc:picChg chg="mod">
          <ac:chgData name="Jay" userId="ee8e7794-d418-4050-a45e-67762d108ce3" providerId="ADAL" clId="{A763F83F-80D6-4023-B2C2-C60A76F728A0}" dt="2026-08-23T13:40:26.447" v="164" actId="1076"/>
          <ac:picMkLst>
            <pc:docMk/>
            <pc:sldMk cId="0" sldId="281"/>
            <ac:picMk id="6" creationId="{4E36D8F9-C030-4631-01A7-38AD702FCB86}"/>
          </ac:picMkLst>
        </pc:picChg>
      </pc:sldChg>
      <pc:sldChg chg="modSp add del mod modClrScheme chgLayout modNotes">
        <pc:chgData name="Jay" userId="ee8e7794-d418-4050-a45e-67762d108ce3" providerId="ADAL" clId="{A763F83F-80D6-4023-B2C2-C60A76F728A0}" dt="2026-08-23T13:52:56.023" v="174" actId="47"/>
        <pc:sldMkLst>
          <pc:docMk/>
          <pc:sldMk cId="0" sldId="282"/>
        </pc:sldMkLst>
        <pc:spChg chg="mod">
          <ac:chgData name="Jay" userId="ee8e7794-d418-4050-a45e-67762d108ce3" providerId="ADAL" clId="{A763F83F-80D6-4023-B2C2-C60A76F728A0}" dt="2026-08-23T13:40:33.546" v="165" actId="14100"/>
          <ac:spMkLst>
            <pc:docMk/>
            <pc:sldMk cId="0" sldId="282"/>
            <ac:spMk id="6" creationId="{00000000-0000-0000-0000-000000000000}"/>
          </ac:spMkLst>
        </pc:spChg>
        <pc:spChg chg="mod">
          <ac:chgData name="Jay" userId="ee8e7794-d418-4050-a45e-67762d108ce3" providerId="ADAL" clId="{A763F83F-80D6-4023-B2C2-C60A76F728A0}" dt="2026-08-23T11:52:00.608" v="76" actId="27636"/>
          <ac:spMkLst>
            <pc:docMk/>
            <pc:sldMk cId="0" sldId="282"/>
            <ac:spMk id="17" creationId="{00000000-0000-0000-0000-000000000000}"/>
          </ac:spMkLst>
        </pc:spChg>
        <pc:spChg chg="mod">
          <ac:chgData name="Jay" userId="ee8e7794-d418-4050-a45e-67762d108ce3" providerId="ADAL" clId="{A763F83F-80D6-4023-B2C2-C60A76F728A0}" dt="2026-08-23T11:48:06.308" v="56" actId="26606"/>
          <ac:spMkLst>
            <pc:docMk/>
            <pc:sldMk cId="0" sldId="282"/>
            <ac:spMk id="18" creationId="{AE09A77D-BE61-2556-4E7D-60B0A94FD88A}"/>
          </ac:spMkLst>
        </pc:spChg>
      </pc:sldChg>
      <pc:sldChg chg="modSp add mod modShow">
        <pc:chgData name="Jay" userId="ee8e7794-d418-4050-a45e-67762d108ce3" providerId="ADAL" clId="{A763F83F-80D6-4023-B2C2-C60A76F728A0}" dt="2026-08-23T13:42:03.695" v="172" actId="729"/>
        <pc:sldMkLst>
          <pc:docMk/>
          <pc:sldMk cId="0" sldId="283"/>
        </pc:sldMkLst>
        <pc:spChg chg="mod">
          <ac:chgData name="Jay" userId="ee8e7794-d418-4050-a45e-67762d108ce3" providerId="ADAL" clId="{A763F83F-80D6-4023-B2C2-C60A76F728A0}" dt="2026-08-23T11:50:47.271" v="59" actId="26606"/>
          <ac:spMkLst>
            <pc:docMk/>
            <pc:sldMk cId="0" sldId="283"/>
            <ac:spMk id="5" creationId="{DD2D46B5-EF3A-486E-87A6-637A4E6FFF64}"/>
          </ac:spMkLst>
        </pc:spChg>
        <pc:spChg chg="mod">
          <ac:chgData name="Jay" userId="ee8e7794-d418-4050-a45e-67762d108ce3" providerId="ADAL" clId="{A763F83F-80D6-4023-B2C2-C60A76F728A0}" dt="2026-08-23T13:31:28.320" v="109" actId="26606"/>
          <ac:spMkLst>
            <pc:docMk/>
            <pc:sldMk cId="0" sldId="283"/>
            <ac:spMk id="6" creationId="{D7EF4DFD-8945-5F0C-AE5C-283762E450DC}"/>
          </ac:spMkLst>
        </pc:spChg>
      </pc:sldChg>
      <pc:sldChg chg="modSp add mod modClrScheme modShow chgLayout modNotes">
        <pc:chgData name="Jay" userId="ee8e7794-d418-4050-a45e-67762d108ce3" providerId="ADAL" clId="{A763F83F-80D6-4023-B2C2-C60A76F728A0}" dt="2026-08-23T13:42:03.695" v="172" actId="729"/>
        <pc:sldMkLst>
          <pc:docMk/>
          <pc:sldMk cId="0" sldId="284"/>
        </pc:sldMkLst>
        <pc:spChg chg="mod">
          <ac:chgData name="Jay" userId="ee8e7794-d418-4050-a45e-67762d108ce3" providerId="ADAL" clId="{A763F83F-80D6-4023-B2C2-C60A76F728A0}" dt="2026-08-23T11:48:06.308" v="56" actId="26606"/>
          <ac:spMkLst>
            <pc:docMk/>
            <pc:sldMk cId="0" sldId="284"/>
            <ac:spMk id="2" creationId="{F965430A-4799-3816-E8C2-AE9862281C96}"/>
          </ac:spMkLst>
        </pc:spChg>
        <pc:spChg chg="mod">
          <ac:chgData name="Jay" userId="ee8e7794-d418-4050-a45e-67762d108ce3" providerId="ADAL" clId="{A763F83F-80D6-4023-B2C2-C60A76F728A0}" dt="2026-08-23T11:48:06.308" v="56" actId="26606"/>
          <ac:spMkLst>
            <pc:docMk/>
            <pc:sldMk cId="0" sldId="284"/>
            <ac:spMk id="3" creationId="{B95AE38C-7B7E-4A34-8D68-33B017882CE1}"/>
          </ac:spMkLst>
        </pc:spChg>
        <pc:spChg chg="mod">
          <ac:chgData name="Jay" userId="ee8e7794-d418-4050-a45e-67762d108ce3" providerId="ADAL" clId="{A763F83F-80D6-4023-B2C2-C60A76F728A0}" dt="2026-08-23T11:48:06.308" v="56" actId="26606"/>
          <ac:spMkLst>
            <pc:docMk/>
            <pc:sldMk cId="0" sldId="284"/>
            <ac:spMk id="4" creationId="{DA4B52DF-ABE6-BE59-6C14-F80F2F90E4FB}"/>
          </ac:spMkLst>
        </pc:spChg>
        <pc:spChg chg="mod">
          <ac:chgData name="Jay" userId="ee8e7794-d418-4050-a45e-67762d108ce3" providerId="ADAL" clId="{A763F83F-80D6-4023-B2C2-C60A76F728A0}" dt="2026-08-23T11:48:06.308" v="56" actId="26606"/>
          <ac:spMkLst>
            <pc:docMk/>
            <pc:sldMk cId="0" sldId="284"/>
            <ac:spMk id="7" creationId="{C992AFED-3EB5-A768-A39F-0D8D2D2883E2}"/>
          </ac:spMkLst>
        </pc:spChg>
        <pc:spChg chg="mod">
          <ac:chgData name="Jay" userId="ee8e7794-d418-4050-a45e-67762d108ce3" providerId="ADAL" clId="{A763F83F-80D6-4023-B2C2-C60A76F728A0}" dt="2026-08-23T11:52:00.619" v="77" actId="27636"/>
          <ac:spMkLst>
            <pc:docMk/>
            <pc:sldMk cId="0" sldId="284"/>
            <ac:spMk id="15" creationId="{470F02D6-55D5-4FF6-9EF6-8C4133929151}"/>
          </ac:spMkLst>
        </pc:spChg>
        <pc:spChg chg="mod">
          <ac:chgData name="Jay" userId="ee8e7794-d418-4050-a45e-67762d108ce3" providerId="ADAL" clId="{A763F83F-80D6-4023-B2C2-C60A76F728A0}" dt="2026-08-23T11:48:06.308" v="56" actId="26606"/>
          <ac:spMkLst>
            <pc:docMk/>
            <pc:sldMk cId="0" sldId="284"/>
            <ac:spMk id="16" creationId="{AE09A77D-BE61-2556-4E7D-60B0A94FD88A}"/>
          </ac:spMkLst>
        </pc:spChg>
      </pc:sldChg>
      <pc:sldChg chg="modSp add mod modClrScheme modShow chgLayout modNotes">
        <pc:chgData name="Jay" userId="ee8e7794-d418-4050-a45e-67762d108ce3" providerId="ADAL" clId="{A763F83F-80D6-4023-B2C2-C60A76F728A0}" dt="2026-08-23T13:42:03.695" v="172" actId="729"/>
        <pc:sldMkLst>
          <pc:docMk/>
          <pc:sldMk cId="0" sldId="285"/>
        </pc:sldMkLst>
        <pc:spChg chg="mod">
          <ac:chgData name="Jay" userId="ee8e7794-d418-4050-a45e-67762d108ce3" providerId="ADAL" clId="{A763F83F-80D6-4023-B2C2-C60A76F728A0}" dt="2026-08-23T11:48:06.308" v="56" actId="26606"/>
          <ac:spMkLst>
            <pc:docMk/>
            <pc:sldMk cId="0" sldId="285"/>
            <ac:spMk id="2" creationId="{115DD0A1-D542-D89E-8529-DBAD0B853295}"/>
          </ac:spMkLst>
        </pc:spChg>
        <pc:spChg chg="mod">
          <ac:chgData name="Jay" userId="ee8e7794-d418-4050-a45e-67762d108ce3" providerId="ADAL" clId="{A763F83F-80D6-4023-B2C2-C60A76F728A0}" dt="2026-08-23T11:52:00.639" v="78" actId="27636"/>
          <ac:spMkLst>
            <pc:docMk/>
            <pc:sldMk cId="0" sldId="285"/>
            <ac:spMk id="3" creationId="{3348D92E-FD91-408F-BE95-CD5DDEDB5E9B}"/>
          </ac:spMkLst>
        </pc:spChg>
        <pc:spChg chg="mod">
          <ac:chgData name="Jay" userId="ee8e7794-d418-4050-a45e-67762d108ce3" providerId="ADAL" clId="{A763F83F-80D6-4023-B2C2-C60A76F728A0}" dt="2026-08-23T11:48:06.308" v="56" actId="26606"/>
          <ac:spMkLst>
            <pc:docMk/>
            <pc:sldMk cId="0" sldId="285"/>
            <ac:spMk id="54" creationId="{1EED2A62-DF5C-0C84-86DD-0E3C8A06B8E3}"/>
          </ac:spMkLst>
        </pc:spChg>
        <pc:spChg chg="mod">
          <ac:chgData name="Jay" userId="ee8e7794-d418-4050-a45e-67762d108ce3" providerId="ADAL" clId="{A763F83F-80D6-4023-B2C2-C60A76F728A0}" dt="2026-08-23T11:48:06.308" v="56" actId="26606"/>
          <ac:spMkLst>
            <pc:docMk/>
            <pc:sldMk cId="0" sldId="285"/>
            <ac:spMk id="55" creationId="{C673CF19-70D4-5851-8CD4-AEA0F8A23B05}"/>
          </ac:spMkLst>
        </pc:spChg>
        <pc:spChg chg="mod">
          <ac:chgData name="Jay" userId="ee8e7794-d418-4050-a45e-67762d108ce3" providerId="ADAL" clId="{A763F83F-80D6-4023-B2C2-C60A76F728A0}" dt="2026-08-23T11:48:06.308" v="56" actId="26606"/>
          <ac:spMkLst>
            <pc:docMk/>
            <pc:sldMk cId="0" sldId="285"/>
            <ac:spMk id="101" creationId="{C89403B7-7566-D500-B3BA-A20BE24600D0}"/>
          </ac:spMkLst>
        </pc:spChg>
        <pc:spChg chg="mod">
          <ac:chgData name="Jay" userId="ee8e7794-d418-4050-a45e-67762d108ce3" providerId="ADAL" clId="{A763F83F-80D6-4023-B2C2-C60A76F728A0}" dt="2026-08-23T11:48:06.308" v="56" actId="26606"/>
          <ac:spMkLst>
            <pc:docMk/>
            <pc:sldMk cId="0" sldId="285"/>
            <ac:spMk id="144" creationId="{A90F37E0-76D6-7EFF-B195-E0E0C96DDACC}"/>
          </ac:spMkLst>
        </pc:spChg>
        <pc:spChg chg="mod">
          <ac:chgData name="Jay" userId="ee8e7794-d418-4050-a45e-67762d108ce3" providerId="ADAL" clId="{A763F83F-80D6-4023-B2C2-C60A76F728A0}" dt="2026-08-23T11:48:06.308" v="56" actId="26606"/>
          <ac:spMkLst>
            <pc:docMk/>
            <pc:sldMk cId="0" sldId="285"/>
            <ac:spMk id="145" creationId="{AE09A77D-BE61-2556-4E7D-60B0A94FD88A}"/>
          </ac:spMkLst>
        </pc:spChg>
      </pc:sldChg>
      <pc:sldChg chg="modSp add mod modClrScheme modShow chgLayout modNotes">
        <pc:chgData name="Jay" userId="ee8e7794-d418-4050-a45e-67762d108ce3" providerId="ADAL" clId="{A763F83F-80D6-4023-B2C2-C60A76F728A0}" dt="2026-08-23T13:42:03.695" v="172" actId="729"/>
        <pc:sldMkLst>
          <pc:docMk/>
          <pc:sldMk cId="0" sldId="286"/>
        </pc:sldMkLst>
        <pc:spChg chg="mod">
          <ac:chgData name="Jay" userId="ee8e7794-d418-4050-a45e-67762d108ce3" providerId="ADAL" clId="{A763F83F-80D6-4023-B2C2-C60A76F728A0}" dt="2026-08-23T11:52:00.654" v="79" actId="27636"/>
          <ac:spMkLst>
            <pc:docMk/>
            <pc:sldMk cId="0" sldId="286"/>
            <ac:spMk id="3" creationId="{3348D92E-FD91-408F-BE95-CD5DDEDB5E9B}"/>
          </ac:spMkLst>
        </pc:spChg>
        <pc:spChg chg="mod">
          <ac:chgData name="Jay" userId="ee8e7794-d418-4050-a45e-67762d108ce3" providerId="ADAL" clId="{A763F83F-80D6-4023-B2C2-C60A76F728A0}" dt="2026-08-23T11:48:06.308" v="56" actId="26606"/>
          <ac:spMkLst>
            <pc:docMk/>
            <pc:sldMk cId="0" sldId="286"/>
            <ac:spMk id="4" creationId="{465B3BD5-1271-09C4-914E-C3C045F44F22}"/>
          </ac:spMkLst>
        </pc:spChg>
        <pc:spChg chg="mod">
          <ac:chgData name="Jay" userId="ee8e7794-d418-4050-a45e-67762d108ce3" providerId="ADAL" clId="{A763F83F-80D6-4023-B2C2-C60A76F728A0}" dt="2026-08-23T11:48:06.308" v="56" actId="26606"/>
          <ac:spMkLst>
            <pc:docMk/>
            <pc:sldMk cId="0" sldId="286"/>
            <ac:spMk id="100" creationId="{50F6B968-C0BE-E342-2D05-B5F8C48D01B7}"/>
          </ac:spMkLst>
        </pc:spChg>
        <pc:spChg chg="mod">
          <ac:chgData name="Jay" userId="ee8e7794-d418-4050-a45e-67762d108ce3" providerId="ADAL" clId="{A763F83F-80D6-4023-B2C2-C60A76F728A0}" dt="2026-08-23T11:48:06.308" v="56" actId="26606"/>
          <ac:spMkLst>
            <pc:docMk/>
            <pc:sldMk cId="0" sldId="286"/>
            <ac:spMk id="101" creationId="{240746CA-A77E-44E1-E2EC-87B770493E6B}"/>
          </ac:spMkLst>
        </pc:spChg>
        <pc:spChg chg="mod">
          <ac:chgData name="Jay" userId="ee8e7794-d418-4050-a45e-67762d108ce3" providerId="ADAL" clId="{A763F83F-80D6-4023-B2C2-C60A76F728A0}" dt="2026-08-23T11:48:06.308" v="56" actId="26606"/>
          <ac:spMkLst>
            <pc:docMk/>
            <pc:sldMk cId="0" sldId="286"/>
            <ac:spMk id="147" creationId="{4B59C8A0-E614-31F0-AFC5-32A5CE7B9B5F}"/>
          </ac:spMkLst>
        </pc:spChg>
        <pc:spChg chg="mod">
          <ac:chgData name="Jay" userId="ee8e7794-d418-4050-a45e-67762d108ce3" providerId="ADAL" clId="{A763F83F-80D6-4023-B2C2-C60A76F728A0}" dt="2026-08-23T11:48:06.308" v="56" actId="26606"/>
          <ac:spMkLst>
            <pc:docMk/>
            <pc:sldMk cId="0" sldId="286"/>
            <ac:spMk id="190" creationId="{B4D14A71-B726-6833-140B-EF45BF6C2BB9}"/>
          </ac:spMkLst>
        </pc:spChg>
        <pc:spChg chg="mod">
          <ac:chgData name="Jay" userId="ee8e7794-d418-4050-a45e-67762d108ce3" providerId="ADAL" clId="{A763F83F-80D6-4023-B2C2-C60A76F728A0}" dt="2026-08-23T11:48:06.308" v="56" actId="26606"/>
          <ac:spMkLst>
            <pc:docMk/>
            <pc:sldMk cId="0" sldId="286"/>
            <ac:spMk id="191" creationId="{AE09A77D-BE61-2556-4E7D-60B0A94FD88A}"/>
          </ac:spMkLst>
        </pc:spChg>
      </pc:sldChg>
      <pc:sldChg chg="modSp add mod modClrScheme modShow chgLayout modNotes">
        <pc:chgData name="Jay" userId="ee8e7794-d418-4050-a45e-67762d108ce3" providerId="ADAL" clId="{A763F83F-80D6-4023-B2C2-C60A76F728A0}" dt="2026-08-23T13:42:03.695" v="172" actId="729"/>
        <pc:sldMkLst>
          <pc:docMk/>
          <pc:sldMk cId="0" sldId="287"/>
        </pc:sldMkLst>
        <pc:spChg chg="mod">
          <ac:chgData name="Jay" userId="ee8e7794-d418-4050-a45e-67762d108ce3" providerId="ADAL" clId="{A763F83F-80D6-4023-B2C2-C60A76F728A0}" dt="2026-08-23T11:52:00.667" v="80" actId="27636"/>
          <ac:spMkLst>
            <pc:docMk/>
            <pc:sldMk cId="0" sldId="287"/>
            <ac:spMk id="3" creationId="{3348D92E-FD91-408F-BE95-CD5DDEDB5E9B}"/>
          </ac:spMkLst>
        </pc:spChg>
        <pc:spChg chg="mod">
          <ac:chgData name="Jay" userId="ee8e7794-d418-4050-a45e-67762d108ce3" providerId="ADAL" clId="{A763F83F-80D6-4023-B2C2-C60A76F728A0}" dt="2026-08-23T11:48:06.308" v="56" actId="26606"/>
          <ac:spMkLst>
            <pc:docMk/>
            <pc:sldMk cId="0" sldId="287"/>
            <ac:spMk id="4" creationId="{465B3BD5-1271-09C4-914E-C3C045F44F22}"/>
          </ac:spMkLst>
        </pc:spChg>
        <pc:spChg chg="mod">
          <ac:chgData name="Jay" userId="ee8e7794-d418-4050-a45e-67762d108ce3" providerId="ADAL" clId="{A763F83F-80D6-4023-B2C2-C60A76F728A0}" dt="2026-08-23T11:48:06.308" v="56" actId="26606"/>
          <ac:spMkLst>
            <pc:docMk/>
            <pc:sldMk cId="0" sldId="287"/>
            <ac:spMk id="100" creationId="{50F6B968-C0BE-E342-2D05-B5F8C48D01B7}"/>
          </ac:spMkLst>
        </pc:spChg>
        <pc:spChg chg="mod">
          <ac:chgData name="Jay" userId="ee8e7794-d418-4050-a45e-67762d108ce3" providerId="ADAL" clId="{A763F83F-80D6-4023-B2C2-C60A76F728A0}" dt="2026-08-23T11:48:06.308" v="56" actId="26606"/>
          <ac:spMkLst>
            <pc:docMk/>
            <pc:sldMk cId="0" sldId="287"/>
            <ac:spMk id="101" creationId="{240746CA-A77E-44E1-E2EC-87B770493E6B}"/>
          </ac:spMkLst>
        </pc:spChg>
        <pc:spChg chg="mod">
          <ac:chgData name="Jay" userId="ee8e7794-d418-4050-a45e-67762d108ce3" providerId="ADAL" clId="{A763F83F-80D6-4023-B2C2-C60A76F728A0}" dt="2026-08-23T11:48:06.308" v="56" actId="26606"/>
          <ac:spMkLst>
            <pc:docMk/>
            <pc:sldMk cId="0" sldId="287"/>
            <ac:spMk id="147" creationId="{4B59C8A0-E614-31F0-AFC5-32A5CE7B9B5F}"/>
          </ac:spMkLst>
        </pc:spChg>
        <pc:spChg chg="mod">
          <ac:chgData name="Jay" userId="ee8e7794-d418-4050-a45e-67762d108ce3" providerId="ADAL" clId="{A763F83F-80D6-4023-B2C2-C60A76F728A0}" dt="2026-08-23T11:48:06.308" v="56" actId="26606"/>
          <ac:spMkLst>
            <pc:docMk/>
            <pc:sldMk cId="0" sldId="287"/>
            <ac:spMk id="190" creationId="{B4D14A71-B726-6833-140B-EF45BF6C2BB9}"/>
          </ac:spMkLst>
        </pc:spChg>
        <pc:spChg chg="mod">
          <ac:chgData name="Jay" userId="ee8e7794-d418-4050-a45e-67762d108ce3" providerId="ADAL" clId="{A763F83F-80D6-4023-B2C2-C60A76F728A0}" dt="2026-08-23T11:48:06.308" v="56" actId="26606"/>
          <ac:spMkLst>
            <pc:docMk/>
            <pc:sldMk cId="0" sldId="287"/>
            <ac:spMk id="191" creationId="{AE09A77D-BE61-2556-4E7D-60B0A94FD88A}"/>
          </ac:spMkLst>
        </pc:spChg>
      </pc:sldChg>
      <pc:sldChg chg="modSp add mod modClrScheme modShow chgLayout modNotes">
        <pc:chgData name="Jay" userId="ee8e7794-d418-4050-a45e-67762d108ce3" providerId="ADAL" clId="{A763F83F-80D6-4023-B2C2-C60A76F728A0}" dt="2026-08-23T13:42:03.695" v="172" actId="729"/>
        <pc:sldMkLst>
          <pc:docMk/>
          <pc:sldMk cId="0" sldId="288"/>
        </pc:sldMkLst>
        <pc:spChg chg="mod">
          <ac:chgData name="Jay" userId="ee8e7794-d418-4050-a45e-67762d108ce3" providerId="ADAL" clId="{A763F83F-80D6-4023-B2C2-C60A76F728A0}" dt="2026-08-23T11:52:00.683" v="81" actId="27636"/>
          <ac:spMkLst>
            <pc:docMk/>
            <pc:sldMk cId="0" sldId="288"/>
            <ac:spMk id="3" creationId="{3348D92E-FD91-408F-BE95-CD5DDEDB5E9B}"/>
          </ac:spMkLst>
        </pc:spChg>
        <pc:spChg chg="mod">
          <ac:chgData name="Jay" userId="ee8e7794-d418-4050-a45e-67762d108ce3" providerId="ADAL" clId="{A763F83F-80D6-4023-B2C2-C60A76F728A0}" dt="2026-08-23T13:31:09.349" v="107" actId="26606"/>
          <ac:spMkLst>
            <pc:docMk/>
            <pc:sldMk cId="0" sldId="288"/>
            <ac:spMk id="4" creationId="{465B3BD5-1271-09C4-914E-C3C045F44F22}"/>
          </ac:spMkLst>
        </pc:spChg>
        <pc:spChg chg="mod">
          <ac:chgData name="Jay" userId="ee8e7794-d418-4050-a45e-67762d108ce3" providerId="ADAL" clId="{A763F83F-80D6-4023-B2C2-C60A76F728A0}" dt="2026-08-23T11:48:06.308" v="56" actId="26606"/>
          <ac:spMkLst>
            <pc:docMk/>
            <pc:sldMk cId="0" sldId="288"/>
            <ac:spMk id="100" creationId="{50F6B968-C0BE-E342-2D05-B5F8C48D01B7}"/>
          </ac:spMkLst>
        </pc:spChg>
        <pc:spChg chg="mod">
          <ac:chgData name="Jay" userId="ee8e7794-d418-4050-a45e-67762d108ce3" providerId="ADAL" clId="{A763F83F-80D6-4023-B2C2-C60A76F728A0}" dt="2026-08-23T11:48:06.308" v="56" actId="26606"/>
          <ac:spMkLst>
            <pc:docMk/>
            <pc:sldMk cId="0" sldId="288"/>
            <ac:spMk id="101" creationId="{240746CA-A77E-44E1-E2EC-87B770493E6B}"/>
          </ac:spMkLst>
        </pc:spChg>
        <pc:spChg chg="mod">
          <ac:chgData name="Jay" userId="ee8e7794-d418-4050-a45e-67762d108ce3" providerId="ADAL" clId="{A763F83F-80D6-4023-B2C2-C60A76F728A0}" dt="2026-08-23T11:48:06.308" v="56" actId="26606"/>
          <ac:spMkLst>
            <pc:docMk/>
            <pc:sldMk cId="0" sldId="288"/>
            <ac:spMk id="147" creationId="{4B59C8A0-E614-31F0-AFC5-32A5CE7B9B5F}"/>
          </ac:spMkLst>
        </pc:spChg>
        <pc:spChg chg="mod">
          <ac:chgData name="Jay" userId="ee8e7794-d418-4050-a45e-67762d108ce3" providerId="ADAL" clId="{A763F83F-80D6-4023-B2C2-C60A76F728A0}" dt="2026-08-23T11:48:06.308" v="56" actId="26606"/>
          <ac:spMkLst>
            <pc:docMk/>
            <pc:sldMk cId="0" sldId="288"/>
            <ac:spMk id="190" creationId="{B4D14A71-B726-6833-140B-EF45BF6C2BB9}"/>
          </ac:spMkLst>
        </pc:spChg>
        <pc:spChg chg="mod">
          <ac:chgData name="Jay" userId="ee8e7794-d418-4050-a45e-67762d108ce3" providerId="ADAL" clId="{A763F83F-80D6-4023-B2C2-C60A76F728A0}" dt="2026-08-23T11:48:06.308" v="56" actId="26606"/>
          <ac:spMkLst>
            <pc:docMk/>
            <pc:sldMk cId="0" sldId="288"/>
            <ac:spMk id="191" creationId="{AE09A77D-BE61-2556-4E7D-60B0A94FD88A}"/>
          </ac:spMkLst>
        </pc:spChg>
      </pc:sldChg>
      <pc:sldChg chg="modSp add mod modClrScheme modShow chgLayout modNotes">
        <pc:chgData name="Jay" userId="ee8e7794-d418-4050-a45e-67762d108ce3" providerId="ADAL" clId="{A763F83F-80D6-4023-B2C2-C60A76F728A0}" dt="2026-08-23T13:42:03.695" v="172" actId="729"/>
        <pc:sldMkLst>
          <pc:docMk/>
          <pc:sldMk cId="0" sldId="289"/>
        </pc:sldMkLst>
        <pc:spChg chg="mod">
          <ac:chgData name="Jay" userId="ee8e7794-d418-4050-a45e-67762d108ce3" providerId="ADAL" clId="{A763F83F-80D6-4023-B2C2-C60A76F728A0}" dt="2026-08-23T11:52:00.690" v="82" actId="27636"/>
          <ac:spMkLst>
            <pc:docMk/>
            <pc:sldMk cId="0" sldId="289"/>
            <ac:spMk id="2" creationId="{B2F388E8-7193-4C45-8A9C-9B6E37D8860A}"/>
          </ac:spMkLst>
        </pc:spChg>
        <pc:spChg chg="mod">
          <ac:chgData name="Jay" userId="ee8e7794-d418-4050-a45e-67762d108ce3" providerId="ADAL" clId="{A763F83F-80D6-4023-B2C2-C60A76F728A0}" dt="2026-08-23T11:48:06.308" v="56" actId="26606"/>
          <ac:spMkLst>
            <pc:docMk/>
            <pc:sldMk cId="0" sldId="289"/>
            <ac:spMk id="11" creationId="{C965CA0E-40C5-7CC3-9F9D-92767DF541E7}"/>
          </ac:spMkLst>
        </pc:spChg>
        <pc:spChg chg="mod">
          <ac:chgData name="Jay" userId="ee8e7794-d418-4050-a45e-67762d108ce3" providerId="ADAL" clId="{A763F83F-80D6-4023-B2C2-C60A76F728A0}" dt="2026-08-23T13:31:09.349" v="107" actId="26606"/>
          <ac:spMkLst>
            <pc:docMk/>
            <pc:sldMk cId="0" sldId="289"/>
            <ac:spMk id="12" creationId="{AE09A77D-BE61-2556-4E7D-60B0A94FD88A}"/>
          </ac:spMkLst>
        </pc:spChg>
      </pc:sldChg>
      <pc:sldChg chg="modSp add mod modClrScheme chgLayout">
        <pc:chgData name="Jay" userId="ee8e7794-d418-4050-a45e-67762d108ce3" providerId="ADAL" clId="{A763F83F-80D6-4023-B2C2-C60A76F728A0}" dt="2026-08-23T13:31:09.349" v="107" actId="26606"/>
        <pc:sldMkLst>
          <pc:docMk/>
          <pc:sldMk cId="0" sldId="290"/>
        </pc:sldMkLst>
        <pc:spChg chg="mod">
          <ac:chgData name="Jay" userId="ee8e7794-d418-4050-a45e-67762d108ce3" providerId="ADAL" clId="{A763F83F-80D6-4023-B2C2-C60A76F728A0}" dt="2026-08-23T11:50:47.271" v="59" actId="26606"/>
          <ac:spMkLst>
            <pc:docMk/>
            <pc:sldMk cId="0" sldId="290"/>
            <ac:spMk id="10" creationId="{BA5FF4EC-645C-1ED1-D5A8-43C81F9FE47C}"/>
          </ac:spMkLst>
        </pc:spChg>
        <pc:spChg chg="mod">
          <ac:chgData name="Jay" userId="ee8e7794-d418-4050-a45e-67762d108ce3" providerId="ADAL" clId="{A763F83F-80D6-4023-B2C2-C60A76F728A0}" dt="2026-08-23T11:48:06.308" v="56" actId="26606"/>
          <ac:spMkLst>
            <pc:docMk/>
            <pc:sldMk cId="0" sldId="290"/>
            <ac:spMk id="12" creationId="{57905DC2-1CA2-23F6-1A18-6FB6930F2857}"/>
          </ac:spMkLst>
        </pc:spChg>
        <pc:spChg chg="mod">
          <ac:chgData name="Jay" userId="ee8e7794-d418-4050-a45e-67762d108ce3" providerId="ADAL" clId="{A763F83F-80D6-4023-B2C2-C60A76F728A0}" dt="2026-08-23T11:48:06.308" v="56" actId="26606"/>
          <ac:spMkLst>
            <pc:docMk/>
            <pc:sldMk cId="0" sldId="290"/>
            <ac:spMk id="13" creationId="{60C0B429-9530-2BF9-1342-005317DEA8AA}"/>
          </ac:spMkLst>
        </pc:spChg>
        <pc:spChg chg="mod">
          <ac:chgData name="Jay" userId="ee8e7794-d418-4050-a45e-67762d108ce3" providerId="ADAL" clId="{A763F83F-80D6-4023-B2C2-C60A76F728A0}" dt="2026-08-23T13:31:09.349" v="107" actId="26606"/>
          <ac:spMkLst>
            <pc:docMk/>
            <pc:sldMk cId="0" sldId="290"/>
            <ac:spMk id="14" creationId="{AE09A77D-BE61-2556-4E7D-60B0A94FD88A}"/>
          </ac:spMkLst>
        </pc:spChg>
      </pc:sldChg>
      <pc:sldChg chg="modSp add mod modClrScheme chgLayout">
        <pc:chgData name="Jay" userId="ee8e7794-d418-4050-a45e-67762d108ce3" providerId="ADAL" clId="{A763F83F-80D6-4023-B2C2-C60A76F728A0}" dt="2026-08-23T11:50:47.271" v="59" actId="26606"/>
        <pc:sldMkLst>
          <pc:docMk/>
          <pc:sldMk cId="0" sldId="291"/>
        </pc:sldMkLst>
        <pc:spChg chg="mod">
          <ac:chgData name="Jay" userId="ee8e7794-d418-4050-a45e-67762d108ce3" providerId="ADAL" clId="{A763F83F-80D6-4023-B2C2-C60A76F728A0}" dt="2026-08-23T11:50:47.271" v="59" actId="26606"/>
          <ac:spMkLst>
            <pc:docMk/>
            <pc:sldMk cId="0" sldId="291"/>
            <ac:spMk id="4" creationId="{2AFD3162-DA9E-4D67-9F87-E583DE6D64AE}"/>
          </ac:spMkLst>
        </pc:spChg>
      </pc:sldChg>
      <pc:sldChg chg="modSp add mod">
        <pc:chgData name="Jay" userId="ee8e7794-d418-4050-a45e-67762d108ce3" providerId="ADAL" clId="{A763F83F-80D6-4023-B2C2-C60A76F728A0}" dt="2026-08-23T13:41:47.612" v="171" actId="2711"/>
        <pc:sldMkLst>
          <pc:docMk/>
          <pc:sldMk cId="0" sldId="310"/>
        </pc:sldMkLst>
        <pc:spChg chg="mod">
          <ac:chgData name="Jay" userId="ee8e7794-d418-4050-a45e-67762d108ce3" providerId="ADAL" clId="{A763F83F-80D6-4023-B2C2-C60A76F728A0}" dt="2026-08-23T13:41:40.470" v="170" actId="2711"/>
          <ac:spMkLst>
            <pc:docMk/>
            <pc:sldMk cId="0" sldId="310"/>
            <ac:spMk id="2" creationId="{124A8FA2-6C9F-36DB-930F-C451872A5A39}"/>
          </ac:spMkLst>
        </pc:spChg>
        <pc:spChg chg="mod">
          <ac:chgData name="Jay" userId="ee8e7794-d418-4050-a45e-67762d108ce3" providerId="ADAL" clId="{A763F83F-80D6-4023-B2C2-C60A76F728A0}" dt="2026-08-23T13:41:47.612" v="171" actId="2711"/>
          <ac:spMkLst>
            <pc:docMk/>
            <pc:sldMk cId="0" sldId="310"/>
            <ac:spMk id="3" creationId="{553342A7-4C37-84A2-A971-A41EAB6955FF}"/>
          </ac:spMkLst>
        </pc:spChg>
        <pc:spChg chg="mod">
          <ac:chgData name="Jay" userId="ee8e7794-d418-4050-a45e-67762d108ce3" providerId="ADAL" clId="{A763F83F-80D6-4023-B2C2-C60A76F728A0}" dt="2026-08-23T13:41:47.612" v="171" actId="2711"/>
          <ac:spMkLst>
            <pc:docMk/>
            <pc:sldMk cId="0" sldId="310"/>
            <ac:spMk id="5" creationId="{7DD6700F-61A3-F0C1-4977-9873B61E8634}"/>
          </ac:spMkLst>
        </pc:spChg>
        <pc:spChg chg="mod">
          <ac:chgData name="Jay" userId="ee8e7794-d418-4050-a45e-67762d108ce3" providerId="ADAL" clId="{A763F83F-80D6-4023-B2C2-C60A76F728A0}" dt="2026-08-23T13:41:47.612" v="171" actId="2711"/>
          <ac:spMkLst>
            <pc:docMk/>
            <pc:sldMk cId="0" sldId="310"/>
            <ac:spMk id="6" creationId="{00000000-0000-0000-0000-000000000000}"/>
          </ac:spMkLst>
        </pc:spChg>
        <pc:spChg chg="mod">
          <ac:chgData name="Jay" userId="ee8e7794-d418-4050-a45e-67762d108ce3" providerId="ADAL" clId="{A763F83F-80D6-4023-B2C2-C60A76F728A0}" dt="2026-08-23T13:41:40.470" v="170" actId="2711"/>
          <ac:spMkLst>
            <pc:docMk/>
            <pc:sldMk cId="0" sldId="310"/>
            <ac:spMk id="17" creationId="{00000000-0000-0000-0000-000000000000}"/>
          </ac:spMkLst>
        </pc:spChg>
        <pc:spChg chg="mod">
          <ac:chgData name="Jay" userId="ee8e7794-d418-4050-a45e-67762d108ce3" providerId="ADAL" clId="{A763F83F-80D6-4023-B2C2-C60A76F728A0}" dt="2026-08-23T13:41:40.470" v="170" actId="2711"/>
          <ac:spMkLst>
            <pc:docMk/>
            <pc:sldMk cId="0" sldId="310"/>
            <ac:spMk id="18" creationId="{AE09A77D-BE61-2556-4E7D-60B0A94FD88A}"/>
          </ac:spMkLst>
        </pc:spChg>
      </pc:sldChg>
      <pc:sldMasterChg chg="add addSldLayout delSldLayout modSldLayout sldLayoutOrd">
        <pc:chgData name="Jay" userId="ee8e7794-d418-4050-a45e-67762d108ce3" providerId="ADAL" clId="{A763F83F-80D6-4023-B2C2-C60A76F728A0}" dt="2026-08-23T13:52:43.445" v="173" actId="167"/>
        <pc:sldMasterMkLst>
          <pc:docMk/>
          <pc:sldMasterMk cId="1782346438" sldId="2147483648"/>
        </pc:sldMasterMkLst>
        <pc:sldLayoutChg chg="modSp mod ord">
          <pc:chgData name="Jay" userId="ee8e7794-d418-4050-a45e-67762d108ce3" providerId="ADAL" clId="{A763F83F-80D6-4023-B2C2-C60A76F728A0}" dt="2026-08-23T11:48:06.308" v="56" actId="26606"/>
          <pc:sldLayoutMkLst>
            <pc:docMk/>
            <pc:sldMasterMk cId="1782346438" sldId="2147483648"/>
            <pc:sldLayoutMk cId="2654884214" sldId="2147483649"/>
          </pc:sldLayoutMkLst>
          <pc:spChg chg="mod">
            <ac:chgData name="Jay" userId="ee8e7794-d418-4050-a45e-67762d108ce3" providerId="ADAL" clId="{A763F83F-80D6-4023-B2C2-C60A76F728A0}" dt="2026-08-23T11:48:06.308" v="56" actId="26606"/>
            <ac:spMkLst>
              <pc:docMk/>
              <pc:sldMasterMk cId="1782346438" sldId="2147483648"/>
              <pc:sldLayoutMk cId="2654884214" sldId="2147483649"/>
              <ac:spMk id="2" creationId="{A78B8DE6-816E-6547-318A-717B1FE20D3B}"/>
            </ac:spMkLst>
          </pc:spChg>
          <pc:spChg chg="mod">
            <ac:chgData name="Jay" userId="ee8e7794-d418-4050-a45e-67762d108ce3" providerId="ADAL" clId="{A763F83F-80D6-4023-B2C2-C60A76F728A0}" dt="2026-08-23T11:48:06.308" v="56" actId="26606"/>
            <ac:spMkLst>
              <pc:docMk/>
              <pc:sldMasterMk cId="1782346438" sldId="2147483648"/>
              <pc:sldLayoutMk cId="2654884214" sldId="2147483649"/>
              <ac:spMk id="3" creationId="{F496AD4C-6639-6E98-0650-89597825E661}"/>
            </ac:spMkLst>
          </pc:spChg>
          <pc:spChg chg="mod">
            <ac:chgData name="Jay" userId="ee8e7794-d418-4050-a45e-67762d108ce3" providerId="ADAL" clId="{A763F83F-80D6-4023-B2C2-C60A76F728A0}" dt="2026-08-23T11:48:06.308" v="56" actId="26606"/>
            <ac:spMkLst>
              <pc:docMk/>
              <pc:sldMasterMk cId="1782346438" sldId="2147483648"/>
              <pc:sldLayoutMk cId="2654884214" sldId="2147483649"/>
              <ac:spMk id="4" creationId="{3FFB33D9-3C1A-4BED-2CFB-6BD9DBB198D4}"/>
            </ac:spMkLst>
          </pc:spChg>
          <pc:spChg chg="mod">
            <ac:chgData name="Jay" userId="ee8e7794-d418-4050-a45e-67762d108ce3" providerId="ADAL" clId="{A763F83F-80D6-4023-B2C2-C60A76F728A0}" dt="2026-08-23T11:48:06.308" v="56" actId="26606"/>
            <ac:spMkLst>
              <pc:docMk/>
              <pc:sldMasterMk cId="1782346438" sldId="2147483648"/>
              <pc:sldLayoutMk cId="2654884214" sldId="2147483649"/>
              <ac:spMk id="5" creationId="{AA160EDA-FE2B-F1CC-4F10-3BC8FB728026}"/>
            </ac:spMkLst>
          </pc:spChg>
          <pc:spChg chg="mod">
            <ac:chgData name="Jay" userId="ee8e7794-d418-4050-a45e-67762d108ce3" providerId="ADAL" clId="{A763F83F-80D6-4023-B2C2-C60A76F728A0}" dt="2026-08-23T11:48:06.308" v="56" actId="26606"/>
            <ac:spMkLst>
              <pc:docMk/>
              <pc:sldMasterMk cId="1782346438" sldId="2147483648"/>
              <pc:sldLayoutMk cId="2654884214" sldId="2147483649"/>
              <ac:spMk id="6" creationId="{A72B08D3-B3FA-CC69-C529-BB3512AF73C0}"/>
            </ac:spMkLst>
          </pc:spChg>
        </pc:sldLayoutChg>
        <pc:sldLayoutChg chg="modSp mod ord">
          <pc:chgData name="Jay" userId="ee8e7794-d418-4050-a45e-67762d108ce3" providerId="ADAL" clId="{A763F83F-80D6-4023-B2C2-C60A76F728A0}" dt="2026-08-23T11:48:06.308" v="56" actId="26606"/>
          <pc:sldLayoutMkLst>
            <pc:docMk/>
            <pc:sldMasterMk cId="1782346438" sldId="2147483648"/>
            <pc:sldLayoutMk cId="1875407684" sldId="2147483660"/>
          </pc:sldLayoutMkLst>
          <pc:spChg chg="mod">
            <ac:chgData name="Jay" userId="ee8e7794-d418-4050-a45e-67762d108ce3" providerId="ADAL" clId="{A763F83F-80D6-4023-B2C2-C60A76F728A0}" dt="2026-08-23T11:48:06.308" v="56" actId="26606"/>
            <ac:spMkLst>
              <pc:docMk/>
              <pc:sldMasterMk cId="1782346438" sldId="2147483648"/>
              <pc:sldLayoutMk cId="1875407684" sldId="2147483660"/>
              <ac:spMk id="3" creationId="{AA1ADBE6-5E29-7A6B-E210-597F443C7BFA}"/>
            </ac:spMkLst>
          </pc:spChg>
          <pc:spChg chg="mod">
            <ac:chgData name="Jay" userId="ee8e7794-d418-4050-a45e-67762d108ce3" providerId="ADAL" clId="{A763F83F-80D6-4023-B2C2-C60A76F728A0}" dt="2026-08-23T11:48:06.308" v="56" actId="26606"/>
            <ac:spMkLst>
              <pc:docMk/>
              <pc:sldMasterMk cId="1782346438" sldId="2147483648"/>
              <pc:sldLayoutMk cId="1875407684" sldId="2147483660"/>
              <ac:spMk id="4" creationId="{9F62B460-7838-D919-2107-2AE2DB807FF1}"/>
            </ac:spMkLst>
          </pc:spChg>
          <pc:spChg chg="mod">
            <ac:chgData name="Jay" userId="ee8e7794-d418-4050-a45e-67762d108ce3" providerId="ADAL" clId="{A763F83F-80D6-4023-B2C2-C60A76F728A0}" dt="2026-08-23T11:48:06.308" v="56" actId="26606"/>
            <ac:spMkLst>
              <pc:docMk/>
              <pc:sldMasterMk cId="1782346438" sldId="2147483648"/>
              <pc:sldLayoutMk cId="1875407684" sldId="2147483660"/>
              <ac:spMk id="5" creationId="{AE54E53D-428B-872F-679F-3347A7E78D46}"/>
            </ac:spMkLst>
          </pc:spChg>
          <pc:spChg chg="mod">
            <ac:chgData name="Jay" userId="ee8e7794-d418-4050-a45e-67762d108ce3" providerId="ADAL" clId="{A763F83F-80D6-4023-B2C2-C60A76F728A0}" dt="2026-08-23T11:48:06.308" v="56" actId="26606"/>
            <ac:spMkLst>
              <pc:docMk/>
              <pc:sldMasterMk cId="1782346438" sldId="2147483648"/>
              <pc:sldLayoutMk cId="1875407684" sldId="2147483660"/>
              <ac:spMk id="8" creationId="{FEDF3DE4-8628-A0E3-0518-AA5354E77E18}"/>
            </ac:spMkLst>
          </pc:spChg>
        </pc:sldLayoutChg>
        <pc:sldLayoutChg chg="modSp add mod">
          <pc:chgData name="Jay" userId="ee8e7794-d418-4050-a45e-67762d108ce3" providerId="ADAL" clId="{A763F83F-80D6-4023-B2C2-C60A76F728A0}" dt="2026-08-23T13:40:38.463" v="166" actId="167"/>
          <pc:sldLayoutMkLst>
            <pc:docMk/>
            <pc:sldMasterMk cId="1782346438" sldId="2147483648"/>
            <pc:sldLayoutMk cId="3201386167" sldId="2147483661"/>
          </pc:sldLayoutMkLst>
          <pc:picChg chg="ord">
            <ac:chgData name="Jay" userId="ee8e7794-d418-4050-a45e-67762d108ce3" providerId="ADAL" clId="{A763F83F-80D6-4023-B2C2-C60A76F728A0}" dt="2026-08-23T13:40:38.463" v="166" actId="167"/>
            <ac:picMkLst>
              <pc:docMk/>
              <pc:sldMasterMk cId="1782346438" sldId="2147483648"/>
              <pc:sldLayoutMk cId="3201386167" sldId="2147483661"/>
              <ac:picMk id="4" creationId="{AB0B9500-E97F-D24A-FF7A-6C303A1F59AC}"/>
            </ac:picMkLst>
          </pc:picChg>
        </pc:sldLayoutChg>
        <pc:sldLayoutChg chg="add">
          <pc:chgData name="Jay" userId="ee8e7794-d418-4050-a45e-67762d108ce3" providerId="ADAL" clId="{A763F83F-80D6-4023-B2C2-C60A76F728A0}" dt="2026-08-23T11:48:06.308" v="56" actId="26606"/>
          <pc:sldLayoutMkLst>
            <pc:docMk/>
            <pc:sldMasterMk cId="1782346438" sldId="2147483648"/>
            <pc:sldLayoutMk cId="2750339638" sldId="2147483662"/>
          </pc:sldLayoutMkLst>
        </pc:sldLayoutChg>
        <pc:sldLayoutChg chg="modSp mod ord">
          <pc:chgData name="Jay" userId="ee8e7794-d418-4050-a45e-67762d108ce3" providerId="ADAL" clId="{A763F83F-80D6-4023-B2C2-C60A76F728A0}" dt="2026-08-23T11:48:06.308" v="56" actId="26606"/>
          <pc:sldLayoutMkLst>
            <pc:docMk/>
            <pc:sldMasterMk cId="1782346438" sldId="2147483648"/>
            <pc:sldLayoutMk cId="2518745026" sldId="2147483663"/>
          </pc:sldLayoutMkLst>
          <pc:spChg chg="mod">
            <ac:chgData name="Jay" userId="ee8e7794-d418-4050-a45e-67762d108ce3" providerId="ADAL" clId="{A763F83F-80D6-4023-B2C2-C60A76F728A0}" dt="2026-08-23T11:48:06.308" v="56" actId="26606"/>
            <ac:spMkLst>
              <pc:docMk/>
              <pc:sldMasterMk cId="1782346438" sldId="2147483648"/>
              <pc:sldLayoutMk cId="2518745026" sldId="2147483663"/>
              <ac:spMk id="2" creationId="{F9CC4CD7-01CD-2983-6312-47D1240CC951}"/>
            </ac:spMkLst>
          </pc:spChg>
          <pc:spChg chg="mod">
            <ac:chgData name="Jay" userId="ee8e7794-d418-4050-a45e-67762d108ce3" providerId="ADAL" clId="{A763F83F-80D6-4023-B2C2-C60A76F728A0}" dt="2026-08-23T11:48:06.308" v="56" actId="26606"/>
            <ac:spMkLst>
              <pc:docMk/>
              <pc:sldMasterMk cId="1782346438" sldId="2147483648"/>
              <pc:sldLayoutMk cId="2518745026" sldId="2147483663"/>
              <ac:spMk id="3" creationId="{12D19AFB-6939-2FBA-48C9-66A2961406A7}"/>
            </ac:spMkLst>
          </pc:spChg>
        </pc:sldLayoutChg>
        <pc:sldLayoutChg chg="add">
          <pc:chgData name="Jay" userId="ee8e7794-d418-4050-a45e-67762d108ce3" providerId="ADAL" clId="{A763F83F-80D6-4023-B2C2-C60A76F728A0}" dt="2026-08-23T11:48:06.308" v="56" actId="26606"/>
          <pc:sldLayoutMkLst>
            <pc:docMk/>
            <pc:sldMasterMk cId="1782346438" sldId="2147483648"/>
            <pc:sldLayoutMk cId="30042862" sldId="2147483664"/>
          </pc:sldLayoutMkLst>
        </pc:sldLayoutChg>
        <pc:sldLayoutChg chg="add">
          <pc:chgData name="Jay" userId="ee8e7794-d418-4050-a45e-67762d108ce3" providerId="ADAL" clId="{A763F83F-80D6-4023-B2C2-C60A76F728A0}" dt="2026-08-23T11:48:06.308" v="56" actId="26606"/>
          <pc:sldLayoutMkLst>
            <pc:docMk/>
            <pc:sldMasterMk cId="1782346438" sldId="2147483648"/>
            <pc:sldLayoutMk cId="4105361892" sldId="2147483665"/>
          </pc:sldLayoutMkLst>
        </pc:sldLayoutChg>
        <pc:sldLayoutChg chg="add">
          <pc:chgData name="Jay" userId="ee8e7794-d418-4050-a45e-67762d108ce3" providerId="ADAL" clId="{A763F83F-80D6-4023-B2C2-C60A76F728A0}" dt="2026-08-23T11:48:06.308" v="56" actId="26606"/>
          <pc:sldLayoutMkLst>
            <pc:docMk/>
            <pc:sldMasterMk cId="1782346438" sldId="2147483648"/>
            <pc:sldLayoutMk cId="1665995088" sldId="2147483666"/>
          </pc:sldLayoutMkLst>
        </pc:sldLayoutChg>
        <pc:sldLayoutChg chg="add">
          <pc:chgData name="Jay" userId="ee8e7794-d418-4050-a45e-67762d108ce3" providerId="ADAL" clId="{A763F83F-80D6-4023-B2C2-C60A76F728A0}" dt="2026-08-23T11:48:06.308" v="56" actId="26606"/>
          <pc:sldLayoutMkLst>
            <pc:docMk/>
            <pc:sldMasterMk cId="1782346438" sldId="2147483648"/>
            <pc:sldLayoutMk cId="1034075330" sldId="2147483667"/>
          </pc:sldLayoutMkLst>
        </pc:sldLayoutChg>
        <pc:sldLayoutChg chg="modSp mod ord">
          <pc:chgData name="Jay" userId="ee8e7794-d418-4050-a45e-67762d108ce3" providerId="ADAL" clId="{A763F83F-80D6-4023-B2C2-C60A76F728A0}" dt="2026-08-23T11:48:06.308" v="56" actId="26606"/>
          <pc:sldLayoutMkLst>
            <pc:docMk/>
            <pc:sldMasterMk cId="1782346438" sldId="2147483648"/>
            <pc:sldLayoutMk cId="796361483" sldId="2147483668"/>
          </pc:sldLayoutMkLst>
          <pc:spChg chg="mod">
            <ac:chgData name="Jay" userId="ee8e7794-d418-4050-a45e-67762d108ce3" providerId="ADAL" clId="{A763F83F-80D6-4023-B2C2-C60A76F728A0}" dt="2026-08-23T11:48:06.308" v="56" actId="26606"/>
            <ac:spMkLst>
              <pc:docMk/>
              <pc:sldMasterMk cId="1782346438" sldId="2147483648"/>
              <pc:sldLayoutMk cId="796361483" sldId="2147483668"/>
              <ac:spMk id="2" creationId="{13D1AAEE-9EB3-C80D-B65F-969BA73D4958}"/>
            </ac:spMkLst>
          </pc:spChg>
          <pc:spChg chg="mod">
            <ac:chgData name="Jay" userId="ee8e7794-d418-4050-a45e-67762d108ce3" providerId="ADAL" clId="{A763F83F-80D6-4023-B2C2-C60A76F728A0}" dt="2026-08-23T11:48:06.308" v="56" actId="26606"/>
            <ac:spMkLst>
              <pc:docMk/>
              <pc:sldMasterMk cId="1782346438" sldId="2147483648"/>
              <pc:sldLayoutMk cId="796361483" sldId="2147483668"/>
              <ac:spMk id="4" creationId="{391CABD0-3A95-37FF-AD08-8D95EADCCFF2}"/>
            </ac:spMkLst>
          </pc:spChg>
        </pc:sldLayoutChg>
        <pc:sldLayoutChg chg="modSp mod ord">
          <pc:chgData name="Jay" userId="ee8e7794-d418-4050-a45e-67762d108ce3" providerId="ADAL" clId="{A763F83F-80D6-4023-B2C2-C60A76F728A0}" dt="2026-08-23T11:48:06.308" v="56" actId="26606"/>
          <pc:sldLayoutMkLst>
            <pc:docMk/>
            <pc:sldMasterMk cId="1782346438" sldId="2147483648"/>
            <pc:sldLayoutMk cId="3708744276" sldId="2147483669"/>
          </pc:sldLayoutMkLst>
          <pc:spChg chg="mod">
            <ac:chgData name="Jay" userId="ee8e7794-d418-4050-a45e-67762d108ce3" providerId="ADAL" clId="{A763F83F-80D6-4023-B2C2-C60A76F728A0}" dt="2026-08-23T11:48:06.308" v="56" actId="26606"/>
            <ac:spMkLst>
              <pc:docMk/>
              <pc:sldMasterMk cId="1782346438" sldId="2147483648"/>
              <pc:sldLayoutMk cId="3708744276" sldId="2147483669"/>
              <ac:spMk id="2" creationId="{22FCFEFD-88E5-4869-B5C3-1611B0B50E15}"/>
            </ac:spMkLst>
          </pc:spChg>
          <pc:spChg chg="mod">
            <ac:chgData name="Jay" userId="ee8e7794-d418-4050-a45e-67762d108ce3" providerId="ADAL" clId="{A763F83F-80D6-4023-B2C2-C60A76F728A0}" dt="2026-08-23T11:48:06.308" v="56" actId="26606"/>
            <ac:spMkLst>
              <pc:docMk/>
              <pc:sldMasterMk cId="1782346438" sldId="2147483648"/>
              <pc:sldLayoutMk cId="3708744276" sldId="2147483669"/>
              <ac:spMk id="3" creationId="{19F10A85-84C5-9AC5-8D24-210CA5E8D66D}"/>
            </ac:spMkLst>
          </pc:spChg>
          <pc:spChg chg="mod">
            <ac:chgData name="Jay" userId="ee8e7794-d418-4050-a45e-67762d108ce3" providerId="ADAL" clId="{A763F83F-80D6-4023-B2C2-C60A76F728A0}" dt="2026-08-23T11:48:06.308" v="56" actId="26606"/>
            <ac:spMkLst>
              <pc:docMk/>
              <pc:sldMasterMk cId="1782346438" sldId="2147483648"/>
              <pc:sldLayoutMk cId="3708744276" sldId="2147483669"/>
              <ac:spMk id="4" creationId="{58A212C2-8B30-4835-8711-AA981B6CFBE1}"/>
            </ac:spMkLst>
          </pc:spChg>
        </pc:sldLayoutChg>
        <pc:sldLayoutChg chg="modSp mod ord">
          <pc:chgData name="Jay" userId="ee8e7794-d418-4050-a45e-67762d108ce3" providerId="ADAL" clId="{A763F83F-80D6-4023-B2C2-C60A76F728A0}" dt="2026-08-23T11:48:06.308" v="56" actId="26606"/>
          <pc:sldLayoutMkLst>
            <pc:docMk/>
            <pc:sldMasterMk cId="1782346438" sldId="2147483648"/>
            <pc:sldLayoutMk cId="3700965387" sldId="2147483670"/>
          </pc:sldLayoutMkLst>
          <pc:spChg chg="mod">
            <ac:chgData name="Jay" userId="ee8e7794-d418-4050-a45e-67762d108ce3" providerId="ADAL" clId="{A763F83F-80D6-4023-B2C2-C60A76F728A0}" dt="2026-08-23T11:48:06.308" v="56" actId="26606"/>
            <ac:spMkLst>
              <pc:docMk/>
              <pc:sldMasterMk cId="1782346438" sldId="2147483648"/>
              <pc:sldLayoutMk cId="3700965387" sldId="2147483670"/>
              <ac:spMk id="2" creationId="{7177DB73-54A9-D599-C1BE-07010DB3E4C0}"/>
            </ac:spMkLst>
          </pc:spChg>
          <pc:spChg chg="mod">
            <ac:chgData name="Jay" userId="ee8e7794-d418-4050-a45e-67762d108ce3" providerId="ADAL" clId="{A763F83F-80D6-4023-B2C2-C60A76F728A0}" dt="2026-08-23T11:48:06.308" v="56" actId="26606"/>
            <ac:spMkLst>
              <pc:docMk/>
              <pc:sldMasterMk cId="1782346438" sldId="2147483648"/>
              <pc:sldLayoutMk cId="3700965387" sldId="2147483670"/>
              <ac:spMk id="4" creationId="{00000000-0000-0000-0000-000000000000}"/>
            </ac:spMkLst>
          </pc:spChg>
          <pc:spChg chg="mod">
            <ac:chgData name="Jay" userId="ee8e7794-d418-4050-a45e-67762d108ce3" providerId="ADAL" clId="{A763F83F-80D6-4023-B2C2-C60A76F728A0}" dt="2026-08-23T11:48:06.308" v="56" actId="26606"/>
            <ac:spMkLst>
              <pc:docMk/>
              <pc:sldMasterMk cId="1782346438" sldId="2147483648"/>
              <pc:sldLayoutMk cId="3700965387" sldId="2147483670"/>
              <ac:spMk id="7" creationId="{34B655BA-10A4-4A57-89DB-CFFBE1CA1E33}"/>
            </ac:spMkLst>
          </pc:spChg>
        </pc:sldLayoutChg>
        <pc:sldLayoutChg chg="add">
          <pc:chgData name="Jay" userId="ee8e7794-d418-4050-a45e-67762d108ce3" providerId="ADAL" clId="{A763F83F-80D6-4023-B2C2-C60A76F728A0}" dt="2026-08-23T11:48:06.308" v="56" actId="26606"/>
          <pc:sldLayoutMkLst>
            <pc:docMk/>
            <pc:sldMasterMk cId="1782346438" sldId="2147483648"/>
            <pc:sldLayoutMk cId="2831877392" sldId="2147483671"/>
          </pc:sldLayoutMkLst>
        </pc:sldLayoutChg>
        <pc:sldLayoutChg chg="modSp add mod">
          <pc:chgData name="Jay" userId="ee8e7794-d418-4050-a45e-67762d108ce3" providerId="ADAL" clId="{A763F83F-80D6-4023-B2C2-C60A76F728A0}" dt="2026-08-23T13:52:43.445" v="173" actId="167"/>
          <pc:sldLayoutMkLst>
            <pc:docMk/>
            <pc:sldMasterMk cId="1782346438" sldId="2147483648"/>
            <pc:sldLayoutMk cId="687798165" sldId="2147483672"/>
          </pc:sldLayoutMkLst>
          <pc:picChg chg="ord">
            <ac:chgData name="Jay" userId="ee8e7794-d418-4050-a45e-67762d108ce3" providerId="ADAL" clId="{A763F83F-80D6-4023-B2C2-C60A76F728A0}" dt="2026-08-23T13:52:43.445" v="173" actId="167"/>
            <ac:picMkLst>
              <pc:docMk/>
              <pc:sldMasterMk cId="1782346438" sldId="2147483648"/>
              <pc:sldLayoutMk cId="687798165" sldId="2147483672"/>
              <ac:picMk id="4" creationId="{5479ACCC-A294-8826-8812-F2A6AEE2545C}"/>
            </ac:picMkLst>
          </pc:picChg>
        </pc:sldLayoutChg>
        <pc:sldLayoutChg chg="add">
          <pc:chgData name="Jay" userId="ee8e7794-d418-4050-a45e-67762d108ce3" providerId="ADAL" clId="{A763F83F-80D6-4023-B2C2-C60A76F728A0}" dt="2026-08-23T11:48:06.308" v="56" actId="26606"/>
          <pc:sldLayoutMkLst>
            <pc:docMk/>
            <pc:sldMasterMk cId="1782346438" sldId="2147483648"/>
            <pc:sldLayoutMk cId="3985301098" sldId="2147483673"/>
          </pc:sldLayoutMkLst>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3201386167" sldId="2147483675"/>
          </pc:sldLayoutMkLst>
          <pc:spChg chg="mod">
            <ac:chgData name="Jay" userId="ee8e7794-d418-4050-a45e-67762d108ce3" providerId="ADAL" clId="{A763F83F-80D6-4023-B2C2-C60A76F728A0}" dt="2026-08-23T11:48:06.308" v="56" actId="26606"/>
            <ac:spMkLst>
              <pc:docMk/>
              <pc:sldMasterMk cId="1782346438" sldId="2147483648"/>
              <pc:sldLayoutMk cId="3201386167" sldId="2147483675"/>
              <ac:spMk id="2" creationId="{BCE35D3C-86EE-875E-D2A6-669DF7E1C19A}"/>
            </ac:spMkLst>
          </pc:spChg>
          <pc:spChg chg="mod">
            <ac:chgData name="Jay" userId="ee8e7794-d418-4050-a45e-67762d108ce3" providerId="ADAL" clId="{A763F83F-80D6-4023-B2C2-C60A76F728A0}" dt="2026-08-23T11:48:06.308" v="56" actId="26606"/>
            <ac:spMkLst>
              <pc:docMk/>
              <pc:sldMasterMk cId="1782346438" sldId="2147483648"/>
              <pc:sldLayoutMk cId="3201386167" sldId="2147483675"/>
              <ac:spMk id="5" creationId="{AE09A77D-BE61-2556-4E7D-60B0A94FD88A}"/>
            </ac:spMkLst>
          </pc:spChg>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2750339638" sldId="2147483676"/>
          </pc:sldLayoutMkLst>
          <pc:spChg chg="mod">
            <ac:chgData name="Jay" userId="ee8e7794-d418-4050-a45e-67762d108ce3" providerId="ADAL" clId="{A763F83F-80D6-4023-B2C2-C60A76F728A0}" dt="2026-08-23T11:48:06.308" v="56" actId="26606"/>
            <ac:spMkLst>
              <pc:docMk/>
              <pc:sldMasterMk cId="1782346438" sldId="2147483648"/>
              <pc:sldLayoutMk cId="2750339638" sldId="2147483676"/>
              <ac:spMk id="2" creationId="{BCE35D3C-86EE-875E-D2A6-669DF7E1C19A}"/>
            </ac:spMkLst>
          </pc:spChg>
          <pc:spChg chg="mod">
            <ac:chgData name="Jay" userId="ee8e7794-d418-4050-a45e-67762d108ce3" providerId="ADAL" clId="{A763F83F-80D6-4023-B2C2-C60A76F728A0}" dt="2026-08-23T11:48:06.308" v="56" actId="26606"/>
            <ac:spMkLst>
              <pc:docMk/>
              <pc:sldMasterMk cId="1782346438" sldId="2147483648"/>
              <pc:sldLayoutMk cId="2750339638" sldId="2147483676"/>
              <ac:spMk id="3" creationId="{05B49E74-D3F8-9BC9-0A3F-F524E6C5A414}"/>
            </ac:spMkLst>
          </pc:spChg>
          <pc:spChg chg="mod">
            <ac:chgData name="Jay" userId="ee8e7794-d418-4050-a45e-67762d108ce3" providerId="ADAL" clId="{A763F83F-80D6-4023-B2C2-C60A76F728A0}" dt="2026-08-23T11:48:06.308" v="56" actId="26606"/>
            <ac:spMkLst>
              <pc:docMk/>
              <pc:sldMasterMk cId="1782346438" sldId="2147483648"/>
              <pc:sldLayoutMk cId="2750339638" sldId="2147483676"/>
              <ac:spMk id="6" creationId="{0281408E-274B-89C6-8571-F986E6EE6541}"/>
            </ac:spMkLst>
          </pc:spChg>
          <pc:spChg chg="mod">
            <ac:chgData name="Jay" userId="ee8e7794-d418-4050-a45e-67762d108ce3" providerId="ADAL" clId="{A763F83F-80D6-4023-B2C2-C60A76F728A0}" dt="2026-08-23T11:48:06.308" v="56" actId="26606"/>
            <ac:spMkLst>
              <pc:docMk/>
              <pc:sldMasterMk cId="1782346438" sldId="2147483648"/>
              <pc:sldLayoutMk cId="2750339638" sldId="2147483676"/>
              <ac:spMk id="8" creationId="{5F055FC1-EF87-C5EC-9545-B346C73ACDA3}"/>
            </ac:spMkLst>
          </pc:spChg>
          <pc:spChg chg="mod">
            <ac:chgData name="Jay" userId="ee8e7794-d418-4050-a45e-67762d108ce3" providerId="ADAL" clId="{A763F83F-80D6-4023-B2C2-C60A76F728A0}" dt="2026-08-23T11:48:06.308" v="56" actId="26606"/>
            <ac:spMkLst>
              <pc:docMk/>
              <pc:sldMasterMk cId="1782346438" sldId="2147483648"/>
              <pc:sldLayoutMk cId="2750339638" sldId="2147483676"/>
              <ac:spMk id="9" creationId="{5EBA1527-2F4C-29A6-6A08-4FBA5CAE4E7E}"/>
            </ac:spMkLst>
          </pc:spChg>
          <pc:spChg chg="mod">
            <ac:chgData name="Jay" userId="ee8e7794-d418-4050-a45e-67762d108ce3" providerId="ADAL" clId="{A763F83F-80D6-4023-B2C2-C60A76F728A0}" dt="2026-08-23T11:48:06.308" v="56" actId="26606"/>
            <ac:spMkLst>
              <pc:docMk/>
              <pc:sldMasterMk cId="1782346438" sldId="2147483648"/>
              <pc:sldLayoutMk cId="2750339638" sldId="2147483676"/>
              <ac:spMk id="10" creationId="{3B81DC28-90DC-14C9-6ED7-101D16E58FA0}"/>
            </ac:spMkLst>
          </pc:spChg>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30042862" sldId="2147483677"/>
          </pc:sldLayoutMkLst>
          <pc:spChg chg="mod">
            <ac:chgData name="Jay" userId="ee8e7794-d418-4050-a45e-67762d108ce3" providerId="ADAL" clId="{A763F83F-80D6-4023-B2C2-C60A76F728A0}" dt="2026-08-23T11:48:06.308" v="56" actId="26606"/>
            <ac:spMkLst>
              <pc:docMk/>
              <pc:sldMasterMk cId="1782346438" sldId="2147483648"/>
              <pc:sldLayoutMk cId="30042862" sldId="2147483677"/>
              <ac:spMk id="2" creationId="{BCE35D3C-86EE-875E-D2A6-669DF7E1C19A}"/>
            </ac:spMkLst>
          </pc:spChg>
          <pc:spChg chg="mod">
            <ac:chgData name="Jay" userId="ee8e7794-d418-4050-a45e-67762d108ce3" providerId="ADAL" clId="{A763F83F-80D6-4023-B2C2-C60A76F728A0}" dt="2026-08-23T11:48:06.308" v="56" actId="26606"/>
            <ac:spMkLst>
              <pc:docMk/>
              <pc:sldMasterMk cId="1782346438" sldId="2147483648"/>
              <pc:sldLayoutMk cId="30042862" sldId="2147483677"/>
              <ac:spMk id="4" creationId="{7E90DBB6-E167-EFBB-7028-79615839561D}"/>
            </ac:spMkLst>
          </pc:spChg>
          <pc:spChg chg="mod">
            <ac:chgData name="Jay" userId="ee8e7794-d418-4050-a45e-67762d108ce3" providerId="ADAL" clId="{A763F83F-80D6-4023-B2C2-C60A76F728A0}" dt="2026-08-23T11:48:06.308" v="56" actId="26606"/>
            <ac:spMkLst>
              <pc:docMk/>
              <pc:sldMasterMk cId="1782346438" sldId="2147483648"/>
              <pc:sldLayoutMk cId="30042862" sldId="2147483677"/>
              <ac:spMk id="6" creationId="{E84377F5-22E1-9D2A-A0FF-44C6FE95FA8C}"/>
            </ac:spMkLst>
          </pc:spChg>
          <pc:spChg chg="mod">
            <ac:chgData name="Jay" userId="ee8e7794-d418-4050-a45e-67762d108ce3" providerId="ADAL" clId="{A763F83F-80D6-4023-B2C2-C60A76F728A0}" dt="2026-08-23T11:48:06.308" v="56" actId="26606"/>
            <ac:spMkLst>
              <pc:docMk/>
              <pc:sldMasterMk cId="1782346438" sldId="2147483648"/>
              <pc:sldLayoutMk cId="30042862" sldId="2147483677"/>
              <ac:spMk id="8" creationId="{4ACB92EB-B163-EB38-0156-C028F872F1C8}"/>
            </ac:spMkLst>
          </pc:spChg>
          <pc:spChg chg="mod">
            <ac:chgData name="Jay" userId="ee8e7794-d418-4050-a45e-67762d108ce3" providerId="ADAL" clId="{A763F83F-80D6-4023-B2C2-C60A76F728A0}" dt="2026-08-23T11:48:06.308" v="56" actId="26606"/>
            <ac:spMkLst>
              <pc:docMk/>
              <pc:sldMasterMk cId="1782346438" sldId="2147483648"/>
              <pc:sldLayoutMk cId="30042862" sldId="2147483677"/>
              <ac:spMk id="9" creationId="{20190326-CB8A-9A65-714A-07CD312C349A}"/>
            </ac:spMkLst>
          </pc:spChg>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4105361892" sldId="2147483678"/>
          </pc:sldLayoutMkLst>
          <pc:spChg chg="mod">
            <ac:chgData name="Jay" userId="ee8e7794-d418-4050-a45e-67762d108ce3" providerId="ADAL" clId="{A763F83F-80D6-4023-B2C2-C60A76F728A0}" dt="2026-08-23T11:48:06.308" v="56" actId="26606"/>
            <ac:spMkLst>
              <pc:docMk/>
              <pc:sldMasterMk cId="1782346438" sldId="2147483648"/>
              <pc:sldLayoutMk cId="4105361892" sldId="2147483678"/>
              <ac:spMk id="2" creationId="{BCE35D3C-86EE-875E-D2A6-669DF7E1C19A}"/>
            </ac:spMkLst>
          </pc:spChg>
          <pc:spChg chg="mod">
            <ac:chgData name="Jay" userId="ee8e7794-d418-4050-a45e-67762d108ce3" providerId="ADAL" clId="{A763F83F-80D6-4023-B2C2-C60A76F728A0}" dt="2026-08-23T11:48:06.308" v="56" actId="26606"/>
            <ac:spMkLst>
              <pc:docMk/>
              <pc:sldMasterMk cId="1782346438" sldId="2147483648"/>
              <pc:sldLayoutMk cId="4105361892" sldId="2147483678"/>
              <ac:spMk id="3" creationId="{069FCAF4-862E-4BC3-B27D-7A7B9021EFB4}"/>
            </ac:spMkLst>
          </pc:spChg>
          <pc:spChg chg="mod">
            <ac:chgData name="Jay" userId="ee8e7794-d418-4050-a45e-67762d108ce3" providerId="ADAL" clId="{A763F83F-80D6-4023-B2C2-C60A76F728A0}" dt="2026-08-23T11:48:06.308" v="56" actId="26606"/>
            <ac:spMkLst>
              <pc:docMk/>
              <pc:sldMasterMk cId="1782346438" sldId="2147483648"/>
              <pc:sldLayoutMk cId="4105361892" sldId="2147483678"/>
              <ac:spMk id="5" creationId="{5B5F67C4-26AA-C936-CB40-E5608BEB22FF}"/>
            </ac:spMkLst>
          </pc:spChg>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1665995088" sldId="2147483679"/>
          </pc:sldLayoutMkLst>
          <pc:spChg chg="mod">
            <ac:chgData name="Jay" userId="ee8e7794-d418-4050-a45e-67762d108ce3" providerId="ADAL" clId="{A763F83F-80D6-4023-B2C2-C60A76F728A0}" dt="2026-08-23T11:48:06.308" v="56" actId="26606"/>
            <ac:spMkLst>
              <pc:docMk/>
              <pc:sldMasterMk cId="1782346438" sldId="2147483648"/>
              <pc:sldLayoutMk cId="1665995088" sldId="2147483679"/>
              <ac:spMk id="2" creationId="{BCE35D3C-86EE-875E-D2A6-669DF7E1C19A}"/>
            </ac:spMkLst>
          </pc:spChg>
          <pc:spChg chg="mod">
            <ac:chgData name="Jay" userId="ee8e7794-d418-4050-a45e-67762d108ce3" providerId="ADAL" clId="{A763F83F-80D6-4023-B2C2-C60A76F728A0}" dt="2026-08-23T11:48:06.308" v="56" actId="26606"/>
            <ac:spMkLst>
              <pc:docMk/>
              <pc:sldMasterMk cId="1782346438" sldId="2147483648"/>
              <pc:sldLayoutMk cId="1665995088" sldId="2147483679"/>
              <ac:spMk id="4" creationId="{FA07B0D1-31C1-C209-CE85-DD1D42B62A74}"/>
            </ac:spMkLst>
          </pc:spChg>
          <pc:spChg chg="mod">
            <ac:chgData name="Jay" userId="ee8e7794-d418-4050-a45e-67762d108ce3" providerId="ADAL" clId="{A763F83F-80D6-4023-B2C2-C60A76F728A0}" dt="2026-08-23T11:48:06.308" v="56" actId="26606"/>
            <ac:spMkLst>
              <pc:docMk/>
              <pc:sldMasterMk cId="1782346438" sldId="2147483648"/>
              <pc:sldLayoutMk cId="1665995088" sldId="2147483679"/>
              <ac:spMk id="6" creationId="{BA3E60F0-F025-04E8-0E46-71699A62E435}"/>
            </ac:spMkLst>
          </pc:spChg>
          <pc:spChg chg="mod">
            <ac:chgData name="Jay" userId="ee8e7794-d418-4050-a45e-67762d108ce3" providerId="ADAL" clId="{A763F83F-80D6-4023-B2C2-C60A76F728A0}" dt="2026-08-23T11:48:06.308" v="56" actId="26606"/>
            <ac:spMkLst>
              <pc:docMk/>
              <pc:sldMasterMk cId="1782346438" sldId="2147483648"/>
              <pc:sldLayoutMk cId="1665995088" sldId="2147483679"/>
              <ac:spMk id="7" creationId="{5E5F3DC3-1739-4680-A88C-C7B8F0E6D388}"/>
            </ac:spMkLst>
          </pc:spChg>
          <pc:spChg chg="mod">
            <ac:chgData name="Jay" userId="ee8e7794-d418-4050-a45e-67762d108ce3" providerId="ADAL" clId="{A763F83F-80D6-4023-B2C2-C60A76F728A0}" dt="2026-08-23T11:48:06.308" v="56" actId="26606"/>
            <ac:spMkLst>
              <pc:docMk/>
              <pc:sldMasterMk cId="1782346438" sldId="2147483648"/>
              <pc:sldLayoutMk cId="1665995088" sldId="2147483679"/>
              <ac:spMk id="8" creationId="{4D105096-7BC3-1383-8EE1-744002B706B2}"/>
            </ac:spMkLst>
          </pc:spChg>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1034075330" sldId="2147483680"/>
          </pc:sldLayoutMkLst>
          <pc:spChg chg="mod">
            <ac:chgData name="Jay" userId="ee8e7794-d418-4050-a45e-67762d108ce3" providerId="ADAL" clId="{A763F83F-80D6-4023-B2C2-C60A76F728A0}" dt="2026-08-23T11:48:06.308" v="56" actId="26606"/>
            <ac:spMkLst>
              <pc:docMk/>
              <pc:sldMasterMk cId="1782346438" sldId="2147483648"/>
              <pc:sldLayoutMk cId="1034075330" sldId="2147483680"/>
              <ac:spMk id="2" creationId="{6F456F5C-E654-C0BD-30BA-55CC632F074D}"/>
            </ac:spMkLst>
          </pc:spChg>
          <pc:spChg chg="mod">
            <ac:chgData name="Jay" userId="ee8e7794-d418-4050-a45e-67762d108ce3" providerId="ADAL" clId="{A763F83F-80D6-4023-B2C2-C60A76F728A0}" dt="2026-08-23T11:48:06.308" v="56" actId="26606"/>
            <ac:spMkLst>
              <pc:docMk/>
              <pc:sldMasterMk cId="1782346438" sldId="2147483648"/>
              <pc:sldLayoutMk cId="1034075330" sldId="2147483680"/>
              <ac:spMk id="3" creationId="{AAE74A98-D9A9-7258-AB00-FA281DFC7D2F}"/>
            </ac:spMkLst>
          </pc:spChg>
          <pc:spChg chg="mod">
            <ac:chgData name="Jay" userId="ee8e7794-d418-4050-a45e-67762d108ce3" providerId="ADAL" clId="{A763F83F-80D6-4023-B2C2-C60A76F728A0}" dt="2026-08-23T11:48:06.308" v="56" actId="26606"/>
            <ac:spMkLst>
              <pc:docMk/>
              <pc:sldMasterMk cId="1782346438" sldId="2147483648"/>
              <pc:sldLayoutMk cId="1034075330" sldId="2147483680"/>
              <ac:spMk id="4" creationId="{A1F55E03-DF85-0E93-780C-71A8898D2AD4}"/>
            </ac:spMkLst>
          </pc:spChg>
          <pc:spChg chg="mod">
            <ac:chgData name="Jay" userId="ee8e7794-d418-4050-a45e-67762d108ce3" providerId="ADAL" clId="{A763F83F-80D6-4023-B2C2-C60A76F728A0}" dt="2026-08-23T11:48:06.308" v="56" actId="26606"/>
            <ac:spMkLst>
              <pc:docMk/>
              <pc:sldMasterMk cId="1782346438" sldId="2147483648"/>
              <pc:sldLayoutMk cId="1034075330" sldId="2147483680"/>
              <ac:spMk id="5" creationId="{6A2D886A-4337-E9FA-7DBB-9D84D80A3A67}"/>
            </ac:spMkLst>
          </pc:spChg>
          <pc:spChg chg="mod">
            <ac:chgData name="Jay" userId="ee8e7794-d418-4050-a45e-67762d108ce3" providerId="ADAL" clId="{A763F83F-80D6-4023-B2C2-C60A76F728A0}" dt="2026-08-23T11:48:06.308" v="56" actId="26606"/>
            <ac:spMkLst>
              <pc:docMk/>
              <pc:sldMasterMk cId="1782346438" sldId="2147483648"/>
              <pc:sldLayoutMk cId="1034075330" sldId="2147483680"/>
              <ac:spMk id="6" creationId="{E41A1665-88FA-58ED-F1C0-48840A180ACD}"/>
            </ac:spMkLst>
          </pc:spChg>
          <pc:spChg chg="mod">
            <ac:chgData name="Jay" userId="ee8e7794-d418-4050-a45e-67762d108ce3" providerId="ADAL" clId="{A763F83F-80D6-4023-B2C2-C60A76F728A0}" dt="2026-08-23T11:48:06.308" v="56" actId="26606"/>
            <ac:spMkLst>
              <pc:docMk/>
              <pc:sldMasterMk cId="1782346438" sldId="2147483648"/>
              <pc:sldLayoutMk cId="1034075330" sldId="2147483680"/>
              <ac:spMk id="7" creationId="{6624839F-BBCE-45B6-246E-E8C737903DF8}"/>
            </ac:spMkLst>
          </pc:spChg>
          <pc:spChg chg="mod">
            <ac:chgData name="Jay" userId="ee8e7794-d418-4050-a45e-67762d108ce3" providerId="ADAL" clId="{A763F83F-80D6-4023-B2C2-C60A76F728A0}" dt="2026-08-23T11:48:06.308" v="56" actId="26606"/>
            <ac:spMkLst>
              <pc:docMk/>
              <pc:sldMasterMk cId="1782346438" sldId="2147483648"/>
              <pc:sldLayoutMk cId="1034075330" sldId="2147483680"/>
              <ac:spMk id="10" creationId="{A87FC08B-CC69-ED5E-1E89-0FB4958D4A41}"/>
            </ac:spMkLst>
          </pc:spChg>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2831877392" sldId="2147483681"/>
          </pc:sldLayoutMkLst>
          <pc:spChg chg="mod">
            <ac:chgData name="Jay" userId="ee8e7794-d418-4050-a45e-67762d108ce3" providerId="ADAL" clId="{A763F83F-80D6-4023-B2C2-C60A76F728A0}" dt="2026-08-23T11:48:06.308" v="56" actId="26606"/>
            <ac:spMkLst>
              <pc:docMk/>
              <pc:sldMasterMk cId="1782346438" sldId="2147483648"/>
              <pc:sldLayoutMk cId="2831877392" sldId="2147483681"/>
              <ac:spMk id="2" creationId="{BCE35D3C-86EE-875E-D2A6-669DF7E1C19A}"/>
            </ac:spMkLst>
          </pc:spChg>
          <pc:spChg chg="mod">
            <ac:chgData name="Jay" userId="ee8e7794-d418-4050-a45e-67762d108ce3" providerId="ADAL" clId="{A763F83F-80D6-4023-B2C2-C60A76F728A0}" dt="2026-08-23T11:48:06.308" v="56" actId="26606"/>
            <ac:spMkLst>
              <pc:docMk/>
              <pc:sldMasterMk cId="1782346438" sldId="2147483648"/>
              <pc:sldLayoutMk cId="2831877392" sldId="2147483681"/>
              <ac:spMk id="4" creationId="{E5A14A0B-79D6-45AE-7A4C-9DC7D8DBDE0E}"/>
            </ac:spMkLst>
          </pc:spChg>
          <pc:spChg chg="mod">
            <ac:chgData name="Jay" userId="ee8e7794-d418-4050-a45e-67762d108ce3" providerId="ADAL" clId="{A763F83F-80D6-4023-B2C2-C60A76F728A0}" dt="2026-08-23T11:48:06.308" v="56" actId="26606"/>
            <ac:spMkLst>
              <pc:docMk/>
              <pc:sldMasterMk cId="1782346438" sldId="2147483648"/>
              <pc:sldLayoutMk cId="2831877392" sldId="2147483681"/>
              <ac:spMk id="5" creationId="{AE09A77D-BE61-2556-4E7D-60B0A94FD88A}"/>
            </ac:spMkLst>
          </pc:spChg>
          <pc:spChg chg="mod">
            <ac:chgData name="Jay" userId="ee8e7794-d418-4050-a45e-67762d108ce3" providerId="ADAL" clId="{A763F83F-80D6-4023-B2C2-C60A76F728A0}" dt="2026-08-23T11:48:06.308" v="56" actId="26606"/>
            <ac:spMkLst>
              <pc:docMk/>
              <pc:sldMasterMk cId="1782346438" sldId="2147483648"/>
              <pc:sldLayoutMk cId="2831877392" sldId="2147483681"/>
              <ac:spMk id="6" creationId="{E26E60A9-6B1B-0504-9AD9-98C3212D1BE2}"/>
            </ac:spMkLst>
          </pc:spChg>
          <pc:spChg chg="mod">
            <ac:chgData name="Jay" userId="ee8e7794-d418-4050-a45e-67762d108ce3" providerId="ADAL" clId="{A763F83F-80D6-4023-B2C2-C60A76F728A0}" dt="2026-08-23T11:48:06.308" v="56" actId="26606"/>
            <ac:spMkLst>
              <pc:docMk/>
              <pc:sldMasterMk cId="1782346438" sldId="2147483648"/>
              <pc:sldLayoutMk cId="2831877392" sldId="2147483681"/>
              <ac:spMk id="12" creationId="{EA7BF95A-A491-AA6A-78B7-D238998E4354}"/>
            </ac:spMkLst>
          </pc:spChg>
          <pc:spChg chg="mod">
            <ac:chgData name="Jay" userId="ee8e7794-d418-4050-a45e-67762d108ce3" providerId="ADAL" clId="{A763F83F-80D6-4023-B2C2-C60A76F728A0}" dt="2026-08-23T11:48:06.308" v="56" actId="26606"/>
            <ac:spMkLst>
              <pc:docMk/>
              <pc:sldMasterMk cId="1782346438" sldId="2147483648"/>
              <pc:sldLayoutMk cId="2831877392" sldId="2147483681"/>
              <ac:spMk id="13" creationId="{FC885C31-00F8-2C8C-ACC7-B0A21820E6E2}"/>
            </ac:spMkLst>
          </pc:spChg>
          <pc:spChg chg="mod">
            <ac:chgData name="Jay" userId="ee8e7794-d418-4050-a45e-67762d108ce3" providerId="ADAL" clId="{A763F83F-80D6-4023-B2C2-C60A76F728A0}" dt="2026-08-23T11:48:06.308" v="56" actId="26606"/>
            <ac:spMkLst>
              <pc:docMk/>
              <pc:sldMasterMk cId="1782346438" sldId="2147483648"/>
              <pc:sldLayoutMk cId="2831877392" sldId="2147483681"/>
              <ac:spMk id="18" creationId="{C801E9AC-93F9-F06B-9038-5F1AAD2E0D8A}"/>
            </ac:spMkLst>
          </pc:spChg>
          <pc:spChg chg="mod">
            <ac:chgData name="Jay" userId="ee8e7794-d418-4050-a45e-67762d108ce3" providerId="ADAL" clId="{A763F83F-80D6-4023-B2C2-C60A76F728A0}" dt="2026-08-23T11:48:06.308" v="56" actId="26606"/>
            <ac:spMkLst>
              <pc:docMk/>
              <pc:sldMasterMk cId="1782346438" sldId="2147483648"/>
              <pc:sldLayoutMk cId="2831877392" sldId="2147483681"/>
              <ac:spMk id="19" creationId="{3EC43E23-35AD-52A6-0DE8-366F8CC32F9A}"/>
            </ac:spMkLst>
          </pc:spChg>
        </pc:sldLayoutChg>
        <pc:sldLayoutChg chg="modSp del mod ord">
          <pc:chgData name="Jay" userId="ee8e7794-d418-4050-a45e-67762d108ce3" providerId="ADAL" clId="{A763F83F-80D6-4023-B2C2-C60A76F728A0}" dt="2026-08-23T11:48:06.308" v="56" actId="26606"/>
          <pc:sldLayoutMkLst>
            <pc:docMk/>
            <pc:sldMasterMk cId="1782346438" sldId="2147483648"/>
            <pc:sldLayoutMk cId="687798165" sldId="2147483682"/>
          </pc:sldLayoutMkLst>
          <pc:spChg chg="mod">
            <ac:chgData name="Jay" userId="ee8e7794-d418-4050-a45e-67762d108ce3" providerId="ADAL" clId="{A763F83F-80D6-4023-B2C2-C60A76F728A0}" dt="2026-08-23T11:48:06.308" v="56" actId="26606"/>
            <ac:spMkLst>
              <pc:docMk/>
              <pc:sldMasterMk cId="1782346438" sldId="2147483648"/>
              <pc:sldLayoutMk cId="687798165" sldId="2147483682"/>
              <ac:spMk id="2" creationId="{BCE35D3C-86EE-875E-D2A6-669DF7E1C19A}"/>
            </ac:spMkLst>
          </pc:spChg>
          <pc:spChg chg="mod">
            <ac:chgData name="Jay" userId="ee8e7794-d418-4050-a45e-67762d108ce3" providerId="ADAL" clId="{A763F83F-80D6-4023-B2C2-C60A76F728A0}" dt="2026-08-23T11:48:06.308" v="56" actId="26606"/>
            <ac:spMkLst>
              <pc:docMk/>
              <pc:sldMasterMk cId="1782346438" sldId="2147483648"/>
              <pc:sldLayoutMk cId="687798165" sldId="2147483682"/>
              <ac:spMk id="5" creationId="{AE09A77D-BE61-2556-4E7D-60B0A94FD88A}"/>
            </ac:spMkLst>
          </pc:spChg>
          <pc:spChg chg="mod">
            <ac:chgData name="Jay" userId="ee8e7794-d418-4050-a45e-67762d108ce3" providerId="ADAL" clId="{A763F83F-80D6-4023-B2C2-C60A76F728A0}" dt="2026-08-23T11:48:06.308" v="56" actId="26606"/>
            <ac:spMkLst>
              <pc:docMk/>
              <pc:sldMasterMk cId="1782346438" sldId="2147483648"/>
              <pc:sldLayoutMk cId="687798165" sldId="2147483682"/>
              <ac:spMk id="7" creationId="{5B1C1BF3-6AA8-9E3D-6C13-9D294A95EC9E}"/>
            </ac:spMkLst>
          </pc:spChg>
          <pc:spChg chg="mod">
            <ac:chgData name="Jay" userId="ee8e7794-d418-4050-a45e-67762d108ce3" providerId="ADAL" clId="{A763F83F-80D6-4023-B2C2-C60A76F728A0}" dt="2026-08-23T11:48:06.308" v="56" actId="26606"/>
            <ac:spMkLst>
              <pc:docMk/>
              <pc:sldMasterMk cId="1782346438" sldId="2147483648"/>
              <pc:sldLayoutMk cId="687798165" sldId="2147483682"/>
              <ac:spMk id="8" creationId="{CB36A2A5-3D3D-6672-23D6-32211E5333A2}"/>
            </ac:spMkLst>
          </pc:spChg>
          <pc:spChg chg="mod">
            <ac:chgData name="Jay" userId="ee8e7794-d418-4050-a45e-67762d108ce3" providerId="ADAL" clId="{A763F83F-80D6-4023-B2C2-C60A76F728A0}" dt="2026-08-23T11:48:06.308" v="56" actId="26606"/>
            <ac:spMkLst>
              <pc:docMk/>
              <pc:sldMasterMk cId="1782346438" sldId="2147483648"/>
              <pc:sldLayoutMk cId="687798165" sldId="2147483682"/>
              <ac:spMk id="14" creationId="{C4A355BE-EC00-02A7-CF83-86D8F4D79CE5}"/>
            </ac:spMkLst>
          </pc:spChg>
        </pc:sldLayoutChg>
        <pc:sldLayoutChg chg="del mod ord">
          <pc:chgData name="Jay" userId="ee8e7794-d418-4050-a45e-67762d108ce3" providerId="ADAL" clId="{A763F83F-80D6-4023-B2C2-C60A76F728A0}" dt="2026-08-23T11:48:06.308" v="56" actId="26606"/>
          <pc:sldLayoutMkLst>
            <pc:docMk/>
            <pc:sldMasterMk cId="1782346438" sldId="2147483648"/>
            <pc:sldLayoutMk cId="3985301098" sldId="2147483683"/>
          </pc:sldLayoutMkLst>
        </pc:sldLayoutChg>
      </pc:sldMasterChg>
      <pc:sldMasterChg chg="del replId modSldLayout sldLayoutOrd">
        <pc:chgData name="Jay" userId="ee8e7794-d418-4050-a45e-67762d108ce3" providerId="ADAL" clId="{A763F83F-80D6-4023-B2C2-C60A76F728A0}" dt="2026-08-23T11:48:06.308" v="56" actId="26606"/>
        <pc:sldMasterMkLst>
          <pc:docMk/>
          <pc:sldMasterMk cId="1782346438" sldId="2147483674"/>
        </pc:sldMasterMkLst>
        <pc:sldLayoutChg chg="addSp mod">
          <pc:chgData name="Jay" userId="ee8e7794-d418-4050-a45e-67762d108ce3" providerId="ADAL" clId="{A763F83F-80D6-4023-B2C2-C60A76F728A0}" dt="2026-08-23T09:19:32.477" v="43" actId="22"/>
          <pc:sldLayoutMkLst>
            <pc:docMk/>
            <pc:sldMasterMk cId="1782346438" sldId="2147483648"/>
            <pc:sldLayoutMk cId="2654884214" sldId="2147483649"/>
          </pc:sldLayoutMkLst>
          <pc:picChg chg="add">
            <ac:chgData name="Jay" userId="ee8e7794-d418-4050-a45e-67762d108ce3" providerId="ADAL" clId="{A763F83F-80D6-4023-B2C2-C60A76F728A0}" dt="2026-08-23T09:19:32.477" v="43" actId="22"/>
            <ac:picMkLst>
              <pc:docMk/>
              <pc:sldMasterMk cId="1782346438" sldId="2147483648"/>
              <pc:sldLayoutMk cId="2654884214" sldId="2147483649"/>
              <ac:picMk id="8" creationId="{7FE005D7-FEDF-0A7D-26A6-3AE15745C2AE}"/>
            </ac:picMkLst>
          </pc:picChg>
        </pc:sldLayoutChg>
        <pc:sldLayoutChg chg="addSp mod">
          <pc:chgData name="Jay" userId="ee8e7794-d418-4050-a45e-67762d108ce3" providerId="ADAL" clId="{A763F83F-80D6-4023-B2C2-C60A76F728A0}" dt="2026-08-23T09:19:41.479" v="48" actId="22"/>
          <pc:sldLayoutMkLst>
            <pc:docMk/>
            <pc:sldMasterMk cId="1782346438" sldId="2147483648"/>
            <pc:sldLayoutMk cId="3708744276" sldId="2147483669"/>
          </pc:sldLayoutMkLst>
          <pc:picChg chg="add">
            <ac:chgData name="Jay" userId="ee8e7794-d418-4050-a45e-67762d108ce3" providerId="ADAL" clId="{A763F83F-80D6-4023-B2C2-C60A76F728A0}" dt="2026-08-23T09:19:41.479" v="48" actId="22"/>
            <ac:picMkLst>
              <pc:docMk/>
              <pc:sldMasterMk cId="1782346438" sldId="2147483648"/>
              <pc:sldLayoutMk cId="3708744276" sldId="2147483669"/>
              <ac:picMk id="6" creationId="{EE3494F7-02D0-51AD-099B-0D58A2595AD6}"/>
            </ac:picMkLst>
          </pc:picChg>
        </pc:sldLayoutChg>
        <pc:sldLayoutChg chg="addSp mod">
          <pc:chgData name="Jay" userId="ee8e7794-d418-4050-a45e-67762d108ce3" providerId="ADAL" clId="{A763F83F-80D6-4023-B2C2-C60A76F728A0}" dt="2026-08-23T09:19:42.112" v="49" actId="22"/>
          <pc:sldLayoutMkLst>
            <pc:docMk/>
            <pc:sldMasterMk cId="1782346438" sldId="2147483648"/>
            <pc:sldLayoutMk cId="3700965387" sldId="2147483670"/>
          </pc:sldLayoutMkLst>
          <pc:picChg chg="add">
            <ac:chgData name="Jay" userId="ee8e7794-d418-4050-a45e-67762d108ce3" providerId="ADAL" clId="{A763F83F-80D6-4023-B2C2-C60A76F728A0}" dt="2026-08-23T09:19:42.112" v="49" actId="22"/>
            <ac:picMkLst>
              <pc:docMk/>
              <pc:sldMasterMk cId="1782346438" sldId="2147483648"/>
              <pc:sldLayoutMk cId="3700965387" sldId="2147483670"/>
              <ac:picMk id="5" creationId="{303190E2-317B-98B0-95D4-12D444F3DE42}"/>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3201386167" sldId="2147483675"/>
          </pc:sldLayoutMkLst>
          <pc:picChg chg="add">
            <ac:chgData name="Jay" userId="ee8e7794-d418-4050-a45e-67762d108ce3" providerId="ADAL" clId="{A763F83F-80D6-4023-B2C2-C60A76F728A0}" dt="2026-08-23T09:19:33.067" v="44" actId="22"/>
            <ac:picMkLst>
              <pc:docMk/>
              <pc:sldMasterMk cId="1782346438" sldId="2147483648"/>
              <pc:sldLayoutMk cId="3201386167" sldId="2147483675"/>
              <ac:picMk id="4" creationId="{AB0B9500-E97F-D24A-FF7A-6C303A1F59AC}"/>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2750339638" sldId="2147483676"/>
          </pc:sldLayoutMkLst>
          <pc:picChg chg="add">
            <ac:chgData name="Jay" userId="ee8e7794-d418-4050-a45e-67762d108ce3" providerId="ADAL" clId="{A763F83F-80D6-4023-B2C2-C60A76F728A0}" dt="2026-08-23T09:19:34.630" v="45" actId="22"/>
            <ac:picMkLst>
              <pc:docMk/>
              <pc:sldMasterMk cId="1782346438" sldId="2147483648"/>
              <pc:sldLayoutMk cId="2750339638" sldId="2147483676"/>
              <ac:picMk id="5" creationId="{F3790994-60AC-20AF-DD26-D618B128D9B4}"/>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30042862" sldId="2147483677"/>
          </pc:sldLayoutMkLst>
          <pc:picChg chg="add">
            <ac:chgData name="Jay" userId="ee8e7794-d418-4050-a45e-67762d108ce3" providerId="ADAL" clId="{A763F83F-80D6-4023-B2C2-C60A76F728A0}" dt="2026-08-23T09:19:35.237" v="46" actId="22"/>
            <ac:picMkLst>
              <pc:docMk/>
              <pc:sldMasterMk cId="1782346438" sldId="2147483648"/>
              <pc:sldLayoutMk cId="30042862" sldId="2147483677"/>
              <ac:picMk id="5" creationId="{663156C6-7736-CB05-6154-041586B31CE0}"/>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4105361892" sldId="2147483678"/>
          </pc:sldLayoutMkLst>
          <pc:picChg chg="add">
            <ac:chgData name="Jay" userId="ee8e7794-d418-4050-a45e-67762d108ce3" providerId="ADAL" clId="{A763F83F-80D6-4023-B2C2-C60A76F728A0}" dt="2026-08-23T09:19:35.930" v="47" actId="22"/>
            <ac:picMkLst>
              <pc:docMk/>
              <pc:sldMasterMk cId="1782346438" sldId="2147483648"/>
              <pc:sldLayoutMk cId="4105361892" sldId="2147483678"/>
              <ac:picMk id="6" creationId="{D26C91DC-B4EA-1F4E-F01C-09AA66E916B3}"/>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1665995088" sldId="2147483679"/>
          </pc:sldLayoutMkLst>
          <pc:picChg chg="add">
            <ac:chgData name="Jay" userId="ee8e7794-d418-4050-a45e-67762d108ce3" providerId="ADAL" clId="{A763F83F-80D6-4023-B2C2-C60A76F728A0}" dt="2026-08-23T09:19:45.014" v="53" actId="22"/>
            <ac:picMkLst>
              <pc:docMk/>
              <pc:sldMasterMk cId="1782346438" sldId="2147483648"/>
              <pc:sldLayoutMk cId="1665995088" sldId="2147483679"/>
              <ac:picMk id="5" creationId="{7561E36A-D7ED-A6DD-A421-6FB535238624}"/>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1034075330" sldId="2147483680"/>
          </pc:sldLayoutMkLst>
          <pc:picChg chg="add">
            <ac:chgData name="Jay" userId="ee8e7794-d418-4050-a45e-67762d108ce3" providerId="ADAL" clId="{A763F83F-80D6-4023-B2C2-C60A76F728A0}" dt="2026-08-23T09:19:44.379" v="52" actId="22"/>
            <ac:picMkLst>
              <pc:docMk/>
              <pc:sldMasterMk cId="1782346438" sldId="2147483648"/>
              <pc:sldLayoutMk cId="1034075330" sldId="2147483680"/>
              <ac:picMk id="9" creationId="{178682A2-DCD5-5AD2-961F-838370BC8DF9}"/>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2831877392" sldId="2147483681"/>
          </pc:sldLayoutMkLst>
          <pc:picChg chg="add">
            <ac:chgData name="Jay" userId="ee8e7794-d418-4050-a45e-67762d108ce3" providerId="ADAL" clId="{A763F83F-80D6-4023-B2C2-C60A76F728A0}" dt="2026-08-23T09:19:42.588" v="50" actId="22"/>
            <ac:picMkLst>
              <pc:docMk/>
              <pc:sldMasterMk cId="1782346438" sldId="2147483648"/>
              <pc:sldLayoutMk cId="2831877392" sldId="2147483681"/>
              <ac:picMk id="8" creationId="{1042C214-273B-85E5-D11E-3A3CD56923AC}"/>
            </ac:picMkLst>
          </pc:picChg>
        </pc:sldLayoutChg>
        <pc:sldLayoutChg chg="addSp mod replId">
          <pc:chgData name="Jay" userId="ee8e7794-d418-4050-a45e-67762d108ce3" providerId="ADAL" clId="{A763F83F-80D6-4023-B2C2-C60A76F728A0}" dt="2026-08-23T11:48:05.560" v="55" actId="26606"/>
          <pc:sldLayoutMkLst>
            <pc:docMk/>
            <pc:sldMasterMk cId="1782346438" sldId="2147483648"/>
            <pc:sldLayoutMk cId="687798165" sldId="2147483682"/>
          </pc:sldLayoutMkLst>
          <pc:picChg chg="add">
            <ac:chgData name="Jay" userId="ee8e7794-d418-4050-a45e-67762d108ce3" providerId="ADAL" clId="{A763F83F-80D6-4023-B2C2-C60A76F728A0}" dt="2026-08-23T09:19:43.039" v="51" actId="22"/>
            <ac:picMkLst>
              <pc:docMk/>
              <pc:sldMasterMk cId="1782346438" sldId="2147483648"/>
              <pc:sldLayoutMk cId="687798165" sldId="2147483682"/>
              <ac:picMk id="4" creationId="{5479ACCC-A294-8826-8812-F2A6AEE2545C}"/>
            </ac:picMkLst>
          </pc:picChg>
        </pc:sldLayoutChg>
        <pc:sldLayoutChg chg="replId">
          <pc:chgData name="Jay" userId="ee8e7794-d418-4050-a45e-67762d108ce3" providerId="ADAL" clId="{A763F83F-80D6-4023-B2C2-C60A76F728A0}" dt="2026-08-23T11:48:05.560" v="55" actId="26606"/>
          <pc:sldLayoutMkLst>
            <pc:docMk/>
            <pc:sldMasterMk cId="1782346438" sldId="2147483648"/>
            <pc:sldLayoutMk cId="3985301098"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ED8B62-53F1-45E7-B78A-54F5C38787E9}" type="datetimeFigureOut">
              <a:rPr lang="ko-KR" altLang="en-US" smtClean="0"/>
              <a:t>2026-08-23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5F86A9-62ED-4001-A493-001FC3F0881F}" type="slidenum">
              <a:rPr lang="ko-KR" altLang="en-US" smtClean="0"/>
              <a:t>‹#›</a:t>
            </a:fld>
            <a:endParaRPr lang="ko-KR" altLang="en-US"/>
          </a:p>
        </p:txBody>
      </p:sp>
    </p:spTree>
    <p:extLst>
      <p:ext uri="{BB962C8B-B14F-4D97-AF65-F5344CB8AC3E}">
        <p14:creationId xmlns:p14="http://schemas.microsoft.com/office/powerpoint/2010/main" val="37251719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file+.vscode-resource.vscode-cdn.net/c%3A/Users/julia/OneDrive%20-%20Ready%20365/Training%20Development/Microsoft/Copilot%20Studio/AB-610/AB-610%20Learn/AB-610%20Learn%20modules/create-extend-custom-copilots-microsoft-copilot-studio/copilot-studio-knowledge/includes/www.fabrikam.com" TargetMode="External"/><Relationship Id="rId7" Type="http://schemas.openxmlformats.org/officeDocument/2006/relationships/hyperlink" Target="https://file+.vscode-resource.vscode-cdn.net/c%3A/Users/julia/OneDrive%20-%20Ready%20365/Training%20Development/Microsoft/Copilot%20Studio/AB-610/AB-610%20Learn/AB-610%20Learn%20modules/create-extend-custom-copilots-microsoft-copilot-studio/copilot-studio-knowledge/includes/fabrikam.com"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file+.vscode-resource.vscode-cdn.net/c%3A/Users/julia/OneDrive%20-%20Ready%20365/Training%20Development/Microsoft/Copilot%20Studio/AB-610/AB-610%20Learn/AB-610%20Learn%20modules/create-extend-custom-copilots-microsoft-copilot-studio/copilot-studio-knowledge/includes/news.fabrikam.com" TargetMode="External"/><Relationship Id="rId5" Type="http://schemas.openxmlformats.org/officeDocument/2006/relationships/hyperlink" Target="https://file+.vscode-resource.vscode-cdn.net/c%3A/Users/julia/OneDrive%20-%20Ready%20365/Training%20Development/Microsoft/Copilot%20Studio/AB-610/AB-610%20Learn/AB-610%20Learn%20modules/create-extend-custom-copilots-microsoft-copilot-studio/copilot-studio-knowledge/includes/www.fabrikam.com/engines/rotary/dual-shaft" TargetMode="External"/><Relationship Id="rId4" Type="http://schemas.openxmlformats.org/officeDocument/2006/relationships/hyperlink" Target="https://file+.vscode-resource.vscode-cdn.net/c%3A/Users/julia/OneDrive%20-%20Ready%20365/Training%20Development/Microsoft/Copilot%20Studio/AB-610/AB-610%20Learn/AB-610%20Learn%20modules/create-extend-custom-copilots-microsoft-copilot-studio/copilot-studio-knowledge/includes/www.fabrikam.com/engines/rotary"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1800" b="0" i="0" strike="noStrike" cap="none" baseline="0">
                <a:solidFill>
                  <a:srgbClr val="000000"/>
                </a:solidFill>
                <a:effectLst/>
                <a:latin typeface="Segoe UI"/>
                <a:ea typeface="Segoe UI"/>
                <a:cs typeface="Segoe UI"/>
              </a:rPr>
              <a:t>PL-7008 모듈 3</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pPr marL="0" marR="0" lvl="0" indent="0" algn="l" defTabSz="914367" rtl="0" eaLnBrk="1" fontAlgn="auto" latinLnBrk="0" hangingPunct="1">
              <a:lnSpc>
                <a:spcPct val="90000"/>
              </a:lnSpc>
              <a:spcBef>
                <a:spcPct val="0"/>
              </a:spcBef>
              <a:spcAft>
                <a:spcPts val="333"/>
              </a:spcAft>
              <a:buClrTx/>
              <a:buSzTx/>
              <a:buFontTx/>
              <a:buNone/>
              <a:defRPr/>
            </a:pPr>
            <a:r>
              <a:rPr lang="ko-KR" altLang="en-US" sz="880" b="1" i="0" strike="noStrike" cap="none" baseline="0">
                <a:solidFill>
                  <a:srgbClr val="000000"/>
                </a:solidFill>
                <a:effectLst/>
                <a:highlight>
                  <a:srgbClr val="FFFFFF"/>
                </a:highlight>
                <a:latin typeface="Segoe UI"/>
                <a:ea typeface="Segoe UI"/>
                <a:cs typeface="Segoe UI"/>
              </a:rPr>
              <a:t>강사</a:t>
            </a:r>
            <a:r>
              <a:rPr lang="en-US" altLang="ko-KR" sz="880" b="0" i="0" strike="noStrike" cap="none" baseline="0">
                <a:solidFill>
                  <a:srgbClr val="000000"/>
                </a:solidFill>
                <a:effectLst/>
                <a:highlight>
                  <a:srgbClr val="FFFFFF"/>
                </a:highlight>
                <a:latin typeface="Segoe UI"/>
                <a:ea typeface="Segoe UI"/>
                <a:cs typeface="Segoe UI"/>
              </a:rPr>
              <a:t>: </a:t>
            </a:r>
            <a:r>
              <a:rPr lang="ko-KR" altLang="en-US" sz="882" b="0" i="0" strike="noStrike" cap="none" baseline="0">
                <a:solidFill>
                  <a:srgbClr val="000000"/>
                </a:solidFill>
                <a:effectLst/>
                <a:highlight>
                  <a:srgbClr val="FFFFFF"/>
                </a:highlight>
                <a:latin typeface="Segoe UI"/>
                <a:ea typeface="Segoe UI"/>
                <a:cs typeface="Segoe UI"/>
              </a:rPr>
              <a:t>이 모듈에서는 에이전트가 데이터를 기반으로 답변할 수 있도록 하는 지식 원본과 이를 추가하는 방법을 소개합니다</a:t>
            </a:r>
            <a:r>
              <a:rPr lang="en-US" altLang="ko-KR" sz="882" b="0" i="0" strike="noStrike" cap="none" baseline="0">
                <a:solidFill>
                  <a:srgbClr val="000000"/>
                </a:solidFill>
                <a:effectLst/>
                <a:highlight>
                  <a:srgbClr val="FFFFFF"/>
                </a:highlight>
                <a:latin typeface="Segoe UI"/>
                <a:ea typeface="Segoe UI"/>
                <a:cs typeface="Segoe UI"/>
              </a:rPr>
              <a:t>.</a:t>
            </a:r>
          </a:p>
          <a:p>
            <a:pPr algn="l"/>
            <a:endParaRPr lang="ko-KR" altLang="en-US" sz="880">
              <a:highlight>
                <a:srgbClr val="FFFFFF"/>
              </a:highlight>
              <a:latin typeface="Segoe UI" panose="020B0502040204020203" pitchFamily="34" charset="0"/>
              <a:cs typeface="Segoe UI" panose="020B0502040204020203" pitchFamily="34" charset="0"/>
            </a:endParaRPr>
          </a:p>
          <a:p>
            <a:pPr algn="l"/>
            <a:r>
              <a:rPr lang="ko-KR" altLang="en-US" sz="880" b="0" i="0" strike="noStrike" cap="none" baseline="0">
                <a:solidFill>
                  <a:srgbClr val="000000"/>
                </a:solidFill>
                <a:effectLst/>
                <a:highlight>
                  <a:srgbClr val="FFFFFF"/>
                </a:highlight>
                <a:latin typeface="Segoe UI"/>
                <a:ea typeface="Segoe UI"/>
                <a:cs typeface="Segoe UI"/>
              </a:rPr>
              <a:t>이 내용은 세 번째 모듈인 </a:t>
            </a:r>
            <a:r>
              <a:rPr lang="ko-KR" altLang="en-US" sz="882" b="0" i="0" strike="noStrike" cap="none" baseline="0">
                <a:solidFill>
                  <a:srgbClr val="000000"/>
                </a:solidFill>
                <a:effectLst/>
                <a:latin typeface="Segoe UI"/>
                <a:ea typeface="Segoe UI"/>
                <a:cs typeface="Segoe UI"/>
              </a:rPr>
              <a:t>에이전트를 지식 원본에 기반</a:t>
            </a:r>
            <a:r>
              <a:rPr lang="ko-KR" altLang="en-US" sz="880" b="0" i="0" strike="noStrike" cap="none" baseline="0">
                <a:solidFill>
                  <a:srgbClr val="000000"/>
                </a:solidFill>
                <a:effectLst/>
                <a:highlight>
                  <a:srgbClr val="FFFFFF"/>
                </a:highlight>
                <a:latin typeface="Segoe UI"/>
                <a:ea typeface="Segoe UI"/>
                <a:cs typeface="Segoe UI"/>
              </a:rPr>
              <a:t>과 일치합니다</a:t>
            </a:r>
            <a:r>
              <a:rPr lang="en-US" altLang="ko-KR" sz="880" b="0" i="0" strike="noStrike" cap="none" baseline="0">
                <a:solidFill>
                  <a:srgbClr val="000000"/>
                </a:solidFill>
                <a:effectLst/>
                <a:highlight>
                  <a:srgbClr val="FFFFFF"/>
                </a:highlight>
                <a:latin typeface="Segoe UI"/>
                <a:ea typeface="Segoe UI"/>
                <a:cs typeface="Segoe UI"/>
              </a:rPr>
              <a:t>.</a:t>
            </a:r>
            <a:endParaRPr lang="ko-KR" altLang="en-US" sz="882" kern="1200">
              <a:solidFill>
                <a:schemeClr val="tx1"/>
              </a:solidFill>
              <a:effectLst/>
              <a:highlight>
                <a:srgbClr val="FFFFFF"/>
              </a:highlight>
              <a:latin typeface="Segoe UI" panose="020B0502040204020203" pitchFamily="34" charset="0"/>
              <a:ea typeface="+mn-ea"/>
              <a:cs typeface="+mn-cs"/>
            </a:endParaRPr>
          </a:p>
          <a:p>
            <a:pPr algn="l"/>
            <a:r>
              <a:rPr lang="en-US" altLang="ko-KR" sz="1800" b="0" i="0" strike="noStrike" cap="none" baseline="0">
                <a:solidFill>
                  <a:srgbClr val="000000"/>
                </a:solidFill>
                <a:effectLst/>
                <a:latin typeface="Segoe UI"/>
                <a:ea typeface="Segoe UI"/>
                <a:cs typeface="Segoe UI"/>
              </a:rPr>
              <a:t>https://learn.microsoft.com/training/modules/copilot-studio-knowledge/</a:t>
            </a:r>
            <a:endParaRPr lang="ko-KR" altLang="en-US">
              <a:latin typeface="Segoe UI" panose="020B0502040204020203" pitchFamily="34" charset="0"/>
              <a:cs typeface="Segoe UI" panose="020B0502040204020203"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algn="l" defTabSz="932742" rtl="0" eaLnBrk="1" latinLnBrk="0" hangingPunct="1">
              <a:lnSpc>
                <a:spcPct val="90000"/>
              </a:lnSpc>
              <a:spcBef>
                <a:spcPct val="0"/>
              </a:spcBef>
              <a:spcAft>
                <a:spcPts val="340"/>
              </a:spcAft>
            </a:pPr>
            <a:r>
              <a:rPr lang="ko-KR" sz="880" b="0" i="0" strike="noStrike" cap="none" baseline="0">
                <a:solidFill>
                  <a:srgbClr val="000000"/>
                </a:solidFill>
                <a:effectLst/>
                <a:latin typeface="Segoe UI"/>
                <a:ea typeface="Segoe UI"/>
                <a:cs typeface="Segoe UI"/>
              </a:rPr>
              <a:t>Learn의 수강생 코스웨어에 연결</a:t>
            </a:r>
          </a:p>
          <a:p>
            <a:pPr algn="l"/>
            <a:r>
              <a:rPr lang="ko-KR" sz="880" b="1" i="0" strike="noStrike" cap="none" baseline="0">
                <a:solidFill>
                  <a:srgbClr val="161616"/>
                </a:solidFill>
                <a:effectLst/>
                <a:highlight>
                  <a:srgbClr val="FFFFFF"/>
                </a:highlight>
                <a:latin typeface="Segoe UI"/>
                <a:ea typeface="Segoe UI"/>
                <a:cs typeface="Segoe UI"/>
              </a:rPr>
              <a:t>Microsoft Copilot Studio 지능형 에이전트 빌드</a:t>
            </a:r>
          </a:p>
          <a:p>
            <a:pPr algn="l"/>
            <a:r>
              <a:rPr lang="ko-KR" sz="880" b="0" i="0" strike="noStrike" cap="none" baseline="0">
                <a:solidFill>
                  <a:srgbClr val="000000"/>
                </a:solidFill>
                <a:effectLst/>
                <a:latin typeface="Segoe UI"/>
                <a:ea typeface="Segoe UI"/>
                <a:cs typeface="Segoe UI"/>
              </a:rPr>
              <a:t>https://learn.microsoft.com/training/modules/</a:t>
            </a:r>
            <a:r>
              <a:rPr lang="ko-KR" sz="1800" b="0" i="0" strike="noStrike" cap="none" baseline="0">
                <a:solidFill>
                  <a:srgbClr val="000000"/>
                </a:solidFill>
                <a:effectLst/>
                <a:latin typeface="Segoe UI"/>
                <a:ea typeface="Segoe UI"/>
                <a:cs typeface="Segoe UI"/>
              </a:rPr>
              <a:t>copilot-studio-knowledge</a:t>
            </a:r>
            <a:r>
              <a:rPr lang="ko-KR" sz="880" b="0" i="0" strike="noStrike" cap="none" baseline="0">
                <a:solidFill>
                  <a:srgbClr val="000000"/>
                </a:solidFill>
                <a:effectLst/>
                <a:latin typeface="Segoe UI"/>
                <a:ea typeface="Segoe UI"/>
                <a:cs typeface="Segoe UI"/>
              </a:rPr>
              <a:t>/</a:t>
            </a:r>
          </a:p>
          <a:p>
            <a:pPr marL="0" marR="0" algn="l" defTabSz="932742" rtl="0" eaLnBrk="1" latinLnBrk="0" hangingPunct="1">
              <a:lnSpc>
                <a:spcPct val="90000"/>
              </a:lnSpc>
              <a:spcBef>
                <a:spcPct val="0"/>
              </a:spcBef>
              <a:spcAft>
                <a:spcPts val="340"/>
              </a:spcAft>
            </a:pPr>
            <a:endParaRPr lang="en-US" sz="880" kern="1200">
              <a:solidFill>
                <a:schemeClr val="tx1"/>
              </a:solidFill>
              <a:latin typeface="Segoe UI" panose="020B0502040204020203" pitchFamily="34" charset="0"/>
              <a:ea typeface="+mn-ea"/>
              <a:cs typeface="Segoe UI" panose="020B0502040204020203"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642154A0-0BEB-57CB-2956-6E9501EE8E5D}"/>
              </a:ext>
            </a:extLst>
          </p:cNvPr>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에이전트에 지식을 추가하는 방법 알아보기</a:t>
            </a:r>
          </a:p>
          <a:p>
            <a:endParaRPr lang="en-GB" sz="882" b="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에이전트가 지식을 어떻게 활용하는지 이해하기</a:t>
            </a:r>
          </a:p>
          <a:p>
            <a:r>
              <a:rPr lang="ko-KR" sz="882" b="0" i="0" strike="noStrike" cap="none" baseline="0">
                <a:solidFill>
                  <a:srgbClr val="000000"/>
                </a:solidFill>
                <a:effectLst/>
                <a:latin typeface="Segoe UI"/>
                <a:ea typeface="Segoe UI"/>
                <a:cs typeface="Segoe UI"/>
              </a:rPr>
              <a:t>생성형 답변 기능은 두 가지 주요 역할을 수행합니다.</a:t>
            </a:r>
          </a:p>
          <a:p>
            <a:r>
              <a:rPr lang="ko-KR" sz="882" b="1" i="0" strike="noStrike" cap="none" baseline="0">
                <a:solidFill>
                  <a:srgbClr val="000000"/>
                </a:solidFill>
                <a:effectLst/>
                <a:latin typeface="Segoe UI"/>
                <a:ea typeface="Segoe UI"/>
                <a:cs typeface="Segoe UI"/>
              </a:rPr>
              <a:t>구체적인 지식 원본</a:t>
            </a:r>
            <a:r>
              <a:rPr lang="ko-KR" sz="882" b="0" i="0" strike="noStrike" cap="none" baseline="0">
                <a:solidFill>
                  <a:srgbClr val="000000"/>
                </a:solidFill>
                <a:effectLst/>
                <a:latin typeface="Segoe UI"/>
                <a:ea typeface="Segoe UI"/>
                <a:cs typeface="Segoe UI"/>
              </a:rPr>
              <a:t>: 내부 또는 외부 지식 원본을 기반으로 답변을 생성합니다.</a:t>
            </a:r>
          </a:p>
          <a:p>
            <a:r>
              <a:rPr lang="ko-KR" sz="882" b="1" i="0" strike="noStrike" cap="none" baseline="0">
                <a:solidFill>
                  <a:srgbClr val="000000"/>
                </a:solidFill>
                <a:effectLst/>
                <a:latin typeface="Segoe UI"/>
                <a:ea typeface="Segoe UI"/>
                <a:cs typeface="Segoe UI"/>
              </a:rPr>
              <a:t>일반 상식</a:t>
            </a:r>
            <a:r>
              <a:rPr lang="ko-KR" sz="882" b="0" i="0" strike="noStrike" cap="none" baseline="0">
                <a:solidFill>
                  <a:srgbClr val="000000"/>
                </a:solidFill>
                <a:effectLst/>
                <a:latin typeface="Segoe UI"/>
                <a:ea typeface="Segoe UI"/>
                <a:cs typeface="Segoe UI"/>
              </a:rPr>
              <a:t>: 모든 에이전트가 공통으로 활용할 수 있는 일반 지식을 사용합니다.</a:t>
            </a:r>
          </a:p>
          <a:p>
            <a:r>
              <a:rPr lang="ko-KR" sz="882" b="0" i="0" strike="noStrike" cap="none" baseline="0">
                <a:solidFill>
                  <a:srgbClr val="000000"/>
                </a:solidFill>
                <a:effectLst/>
                <a:latin typeface="Segoe UI"/>
                <a:ea typeface="Segoe UI"/>
                <a:cs typeface="Segoe UI"/>
              </a:rPr>
              <a:t>사용 사례에 어떤 방식이 적합한지 이해하는 것이 중요합니다.</a:t>
            </a:r>
          </a:p>
          <a:p>
            <a:r>
              <a:rPr lang="ko-KR" sz="882" b="0" i="0" strike="noStrike" cap="none" baseline="0">
                <a:solidFill>
                  <a:srgbClr val="000000"/>
                </a:solidFill>
                <a:effectLst/>
                <a:latin typeface="Segoe UI"/>
                <a:ea typeface="Segoe UI"/>
                <a:cs typeface="Segoe UI"/>
              </a:rPr>
              <a:t>에이전트는 </a:t>
            </a:r>
            <a:r>
              <a:rPr lang="ko-KR" sz="882" b="1" i="0" strike="noStrike" cap="none" baseline="0">
                <a:solidFill>
                  <a:srgbClr val="000000"/>
                </a:solidFill>
                <a:effectLst/>
                <a:latin typeface="Segoe UI"/>
                <a:ea typeface="Segoe UI"/>
                <a:cs typeface="Segoe UI"/>
              </a:rPr>
              <a:t>일반 지식</a:t>
            </a:r>
            <a:r>
              <a:rPr lang="ko-KR" sz="882" b="0" i="0" strike="noStrike" cap="none" baseline="0">
                <a:solidFill>
                  <a:srgbClr val="000000"/>
                </a:solidFill>
                <a:effectLst/>
                <a:latin typeface="Segoe UI"/>
                <a:ea typeface="Segoe UI"/>
                <a:cs typeface="Segoe UI"/>
              </a:rPr>
              <a:t>을 활성화하여 필요한 정보가 명시적으로 제공되지 않았더라도 질문에 답변하려고 합니다. 에이전트가 사용자가 제공한 정보만을 기반으로 답변하도록 해야 하는 경우에는 </a:t>
            </a:r>
            <a:r>
              <a:rPr lang="ko-KR" sz="882" b="1" i="0" strike="noStrike" cap="none" baseline="0">
                <a:solidFill>
                  <a:srgbClr val="000000"/>
                </a:solidFill>
                <a:effectLst/>
                <a:latin typeface="Segoe UI"/>
                <a:ea typeface="Segoe UI"/>
                <a:cs typeface="Segoe UI"/>
              </a:rPr>
              <a:t>일반 지식</a:t>
            </a:r>
            <a:r>
              <a:rPr lang="ko-KR" sz="882" b="0" i="0" strike="noStrike" cap="none" baseline="0">
                <a:solidFill>
                  <a:srgbClr val="000000"/>
                </a:solidFill>
                <a:effectLst/>
                <a:latin typeface="Segoe UI"/>
                <a:ea typeface="Segoe UI"/>
                <a:cs typeface="Segoe UI"/>
              </a:rPr>
              <a:t> 설정을 </a:t>
            </a:r>
            <a:r>
              <a:rPr lang="ko-KR" sz="882" b="1" i="0" strike="noStrike" cap="none" baseline="0">
                <a:solidFill>
                  <a:srgbClr val="000000"/>
                </a:solidFill>
                <a:effectLst/>
                <a:latin typeface="Segoe UI"/>
                <a:ea typeface="Segoe UI"/>
                <a:cs typeface="Segoe UI"/>
              </a:rPr>
              <a:t>비활성화</a:t>
            </a:r>
            <a:r>
              <a:rPr lang="ko-KR" sz="882" b="0" i="0" strike="noStrike" cap="none" baseline="0">
                <a:solidFill>
                  <a:srgbClr val="000000"/>
                </a:solidFill>
                <a:effectLst/>
                <a:latin typeface="Segoe UI"/>
                <a:ea typeface="Segoe UI"/>
                <a:cs typeface="Segoe UI"/>
              </a:rPr>
              <a:t>해야 합니다.</a:t>
            </a:r>
          </a:p>
          <a:p>
            <a:endParaRPr lang="en-GB" sz="882" b="0" kern="1200">
              <a:solidFill>
                <a:schemeClr val="tx1"/>
              </a:solidFill>
              <a:effectLst/>
              <a:latin typeface="Segoe UI" panose="020B0502040204020203" pitchFamily="34"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ko-KR" sz="900" b="1" i="0" strike="noStrike" cap="none" baseline="0">
                <a:solidFill>
                  <a:srgbClr val="000000"/>
                </a:solidFill>
                <a:effectLst/>
                <a:latin typeface="Segoe UI"/>
                <a:ea typeface="Segoe UI"/>
                <a:cs typeface="Segoe UI"/>
              </a:rPr>
              <a:t>지식: </a:t>
            </a:r>
            <a:r>
              <a:rPr lang="ko-KR" sz="900" b="0" i="0" strike="noStrike" cap="none" baseline="0">
                <a:solidFill>
                  <a:srgbClr val="000000"/>
                </a:solidFill>
                <a:effectLst/>
                <a:latin typeface="Segoe UI"/>
                <a:ea typeface="Segoe UI"/>
                <a:cs typeface="Segoe UI"/>
              </a:rPr>
              <a:t>에이전트가 조회할 수 있는 기존 엔터프라이즈 리소스로, 파일이나 공개 웹 사이트 등이 해당됩니다.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Copilot Studio에서 지식 원본은 생성형 답변과 함께 작동합니다.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지식 원본을 추가하면 에이전트는 Power Platform, Dynamics 365 데이터, 웹 사이트 및 외부 시스템의 엔터프라이즈 데이터를 활용할 수 있습니다.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에이전트는 지식 원본을 통해 고객에게 관련 정보와 인사이트를 제공할 수 있습니다.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지식을 포함하는 에이전트는 구성된 지식 원본을 사용하여 에이전트에게 근거를 제공합니다. 지식은 지식 페이지를 통해 에이전트 수준에서 추가할 수도 있고, 에이전트 토픽 내의 생성형 답변 노드를 통해 토픽 수준에서 추가할 수도 있습니다.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지식 원본은 에이전트를 처음 만들 때 포함할 수도 있으며, 에이전트 생성 후에 추가하거나 생성형 답변 토픽 노드에 추가할 수도 있습니다.</a:t>
            </a:r>
          </a:p>
          <a:p>
            <a:pPr marL="0" marR="0" lvl="0" indent="0" algn="l" defTabSz="914400" rtl="0" eaLnBrk="1" fontAlgn="auto" latinLnBrk="0" hangingPunct="1">
              <a:lnSpc>
                <a:spcPct val="100000"/>
              </a:lnSpc>
              <a:spcBef>
                <a:spcPct val="0"/>
              </a:spcBef>
              <a:spcAft>
                <a:spcPct val="0"/>
              </a:spcAft>
              <a:buClrTx/>
              <a:buSzTx/>
              <a:buFontTx/>
              <a:buNone/>
              <a:defRPr/>
            </a:pPr>
            <a:endParaRPr lang="en-US" sz="1200" b="1" i="0">
              <a:solidFill>
                <a:srgbClr val="000000"/>
              </a:solidFill>
              <a:effectLst/>
              <a:latin typeface="Segoe UI" panose="020B0502040204020203" pitchFamily="34" charset="0"/>
            </a:endParaRPr>
          </a:p>
          <a:p>
            <a:pPr marL="171450" marR="0" lvl="0" indent="-171450" algn="l" defTabSz="914400" rtl="0" eaLnBrk="1" fontAlgn="auto" latinLnBrk="0" hangingPunct="1">
              <a:lnSpc>
                <a:spcPct val="100000"/>
              </a:lnSpc>
              <a:spcBef>
                <a:spcPct val="0"/>
              </a:spcBef>
              <a:spcAft>
                <a:spcPct val="0"/>
              </a:spcAft>
              <a:buClrTx/>
              <a:buSzTx/>
              <a:buFont typeface="Segoe UI" panose="020B0604020202020204" pitchFamily="34" charset="0"/>
              <a:buChar char="•"/>
              <a:defRPr/>
            </a:pPr>
            <a:endParaRPr kumimoji="0" lang="en-US" sz="1200" b="0" i="0" u="none" strike="noStrike" kern="0" cap="none" spc="0" normalizeH="0" baseline="0" noProof="0">
              <a:ln>
                <a:noFill/>
              </a:ln>
              <a:solidFill>
                <a:srgbClr val="000000"/>
              </a:solidFill>
              <a:effectLst/>
              <a:uLnTx/>
              <a:uFillTx/>
              <a:latin typeface="Segoe UI"/>
              <a:ea typeface="+mn-ea"/>
              <a:cs typeface="Segoe UI" pitchFamily="34" charset="0"/>
            </a:endParaRPr>
          </a:p>
          <a:p>
            <a:pPr marL="171450" indent="-171450">
              <a:buFont typeface="Segoe UI" panose="020B0604020202020204" pitchFamily="34" charset="0"/>
              <a:buChar char="•"/>
            </a:pPr>
            <a:endParaRPr lang="en-US"/>
          </a:p>
          <a:p>
            <a:pPr marL="171450" indent="-171450">
              <a:buFont typeface="Segoe UI" panose="020B0604020202020204" pitchFamily="34" charset="0"/>
              <a:buChar cha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1" i="0" strike="noStrike" cap="none" baseline="0">
                <a:solidFill>
                  <a:srgbClr val="000000"/>
                </a:solidFill>
                <a:effectLst/>
                <a:latin typeface="Segoe UI"/>
                <a:ea typeface="Segoe UI"/>
                <a:cs typeface="Segoe UI"/>
              </a:rPr>
              <a:t>지식 원본의 사용 사례</a:t>
            </a:r>
          </a:p>
          <a:p>
            <a:r>
              <a:rPr lang="ko-KR" sz="882" b="0" i="0" strike="noStrike" cap="none" baseline="0">
                <a:solidFill>
                  <a:srgbClr val="000000"/>
                </a:solidFill>
                <a:effectLst/>
                <a:latin typeface="Segoe UI"/>
                <a:ea typeface="Segoe UI"/>
                <a:cs typeface="Segoe UI"/>
              </a:rPr>
              <a:t>에이전트에 지식 원본을 추가하면 기능을 갖춘 에이전트를 신속하게 만들 수 있습니다.</a:t>
            </a:r>
          </a:p>
          <a:p>
            <a:r>
              <a:rPr lang="ko-KR" sz="882" b="0" i="0" strike="noStrike" cap="none" baseline="0">
                <a:solidFill>
                  <a:srgbClr val="000000"/>
                </a:solidFill>
                <a:effectLst/>
                <a:latin typeface="Segoe UI"/>
                <a:ea typeface="Segoe UI"/>
                <a:cs typeface="Segoe UI"/>
              </a:rPr>
              <a:t>다음은 에이전트에서 지식 원본을 활용할 수 있는 몇 가지 예시입니다.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직원 온보딩</a:t>
            </a:r>
            <a:r>
              <a:rPr lang="ko-KR" sz="882" b="0" i="0" strike="noStrike" cap="none" baseline="0">
                <a:solidFill>
                  <a:srgbClr val="000000"/>
                </a:solidFill>
                <a:effectLst/>
                <a:latin typeface="Segoe UI"/>
                <a:ea typeface="Segoe UI"/>
                <a:cs typeface="Segoe UI"/>
              </a:rPr>
              <a:t> - 온보딩 관련 문서가 모두 저장된 SharePoint 사이트를 사용합니다. 신규 직원은 이 에이전트를 통해 질문에 대한 답변을 얻고, 회사 문화를 설명하고, 필요한 회사 리소스를 제공할 수 있습니다.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계약서 검토</a:t>
            </a:r>
            <a:r>
              <a:rPr lang="ko-KR" sz="882" b="0" i="0" strike="noStrike" cap="none" baseline="0">
                <a:solidFill>
                  <a:srgbClr val="000000"/>
                </a:solidFill>
                <a:effectLst/>
                <a:latin typeface="Segoe UI"/>
                <a:ea typeface="Segoe UI"/>
                <a:cs typeface="Segoe UI"/>
              </a:rPr>
              <a:t> - 계약서와 검토 지침이 포함된 파일을 업로드합니다. 이 에이전트는 주요 조항을 식별하고, 법적 기준 준수 여부를 확인하며, 잠재적 위험을 평가하고, 특정 조항을 설명하고, 긴 계약 내용을 요약하여 중요한 사항이 누락되지 않도록 합니다.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제품 정보</a:t>
            </a:r>
            <a:r>
              <a:rPr lang="ko-KR" sz="882" b="0" i="0" strike="noStrike" cap="none" baseline="0">
                <a:solidFill>
                  <a:srgbClr val="000000"/>
                </a:solidFill>
                <a:effectLst/>
                <a:latin typeface="Segoe UI"/>
                <a:ea typeface="Segoe UI"/>
                <a:cs typeface="Segoe UI"/>
              </a:rPr>
              <a:t> - Microsoft Dataverse의 제품 테이블을 사용합니다. 이 에이전트는 제품 테이블의 행과 열에 저장된 데이터를 활용하여 질문에 답변할 수 있습니다.</a:t>
            </a:r>
          </a:p>
          <a:p>
            <a:pPr marL="0" marR="0" lvl="0" indent="0" algn="l" defTabSz="914367" rtl="0" eaLnBrk="1" fontAlgn="auto" latinLnBrk="0" hangingPunct="1">
              <a:lnSpc>
                <a:spcPct val="90000"/>
              </a:lnSpc>
              <a:spcBef>
                <a:spcPct val="43750"/>
              </a:spcBef>
              <a:spcAft>
                <a:spcPct val="43750"/>
              </a:spcAft>
              <a:buClrTx/>
              <a:buSzTx/>
              <a:buFontTx/>
              <a:buNone/>
              <a:defRPr/>
            </a:pPr>
            <a:endParaRPr lang="en-US">
              <a:latin typeface="Segoe UI" panose="020B0502040204020203" pitchFamily="34" charset="0"/>
              <a:cs typeface="Segoe UI" panose="020B0502040204020203"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lvl="0" indent="0" algn="l" defTabSz="914367" rtl="0" eaLnBrk="1" fontAlgn="ctr" latinLnBrk="0" hangingPunct="1">
              <a:lnSpc>
                <a:spcPct val="90000"/>
              </a:lnSpc>
              <a:spcBef>
                <a:spcPct val="0"/>
              </a:spcBef>
              <a:spcAft>
                <a:spcPts val="333"/>
              </a:spcAft>
              <a:buClrTx/>
              <a:buSzTx/>
              <a:buFontTx/>
              <a:buNone/>
              <a:defRPr/>
            </a:pPr>
            <a:r>
              <a:rPr lang="ko-KR" sz="900" b="0" i="0" strike="noStrike" cap="none" baseline="0">
                <a:solidFill>
                  <a:srgbClr val="000000"/>
                </a:solidFill>
                <a:effectLst/>
                <a:latin typeface="Segoe UI"/>
                <a:ea typeface="Segoe UI"/>
                <a:cs typeface="Segoe UI"/>
              </a:rPr>
              <a:t>지원되는 데이터 원본은 다음과 같습니다.</a:t>
            </a:r>
          </a:p>
          <a:p>
            <a:pPr marL="0" marR="0" lvl="0" indent="0" algn="l" defTabSz="914367" rtl="0" eaLnBrk="1" fontAlgn="ctr" latinLnBrk="0" hangingPunct="1">
              <a:lnSpc>
                <a:spcPct val="90000"/>
              </a:lnSpc>
              <a:spcBef>
                <a:spcPct val="0"/>
              </a:spcBef>
              <a:spcAft>
                <a:spcPts val="333"/>
              </a:spcAft>
              <a:buClrTx/>
              <a:buSzTx/>
              <a:buFontTx/>
              <a:buNone/>
              <a:defRPr/>
            </a:pPr>
            <a:endParaRPr kumimoji="0" lang="en-US" sz="900" b="0" i="0" u="none" strike="noStrike" kern="1200" cap="none" spc="0" normalizeH="0" baseline="0" noProof="0">
              <a:ln>
                <a:noFill/>
              </a:ln>
              <a:solidFill>
                <a:srgbClr val="000000"/>
              </a:solidFill>
              <a:effectLst/>
              <a:uLnTx/>
              <a:uFillTx/>
              <a:latin typeface="Segoe UI"/>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생성형 답변 기능은 두 가지 주요 역할을 수행합니다.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구체적인 지식 원본</a:t>
            </a:r>
            <a:r>
              <a:rPr lang="ko-KR" sz="882" b="0" i="0" strike="noStrike" cap="none" baseline="0">
                <a:solidFill>
                  <a:srgbClr val="000000"/>
                </a:solidFill>
                <a:effectLst/>
                <a:latin typeface="Segoe UI"/>
                <a:ea typeface="Segoe UI"/>
                <a:cs typeface="Segoe UI"/>
              </a:rPr>
              <a:t>: 내부 또는 외부 지식 원본을 기반으로 답변을 생성합니다.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일반 상식</a:t>
            </a:r>
            <a:r>
              <a:rPr lang="ko-KR" sz="882" b="0" i="0" strike="noStrike" cap="none" baseline="0">
                <a:solidFill>
                  <a:srgbClr val="000000"/>
                </a:solidFill>
                <a:effectLst/>
                <a:latin typeface="Segoe UI"/>
                <a:ea typeface="Segoe UI"/>
                <a:cs typeface="Segoe UI"/>
              </a:rPr>
              <a:t>: 모든 에이전트가 공통으로 활용할 수 있는 일반 지식을 사용합니다.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사용 사례에 어떤 방식이 적합한지 이해하는 것이 중요합니다.</a:t>
            </a:r>
          </a:p>
          <a:p>
            <a:endParaRPr lang="en-GB" sz="882" b="0" i="0" kern="120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ct val="0"/>
              </a:spcBef>
              <a:spcAft>
                <a:spcPts val="333"/>
              </a:spcAft>
              <a:buClrTx/>
              <a:buSzTx/>
              <a:buFontTx/>
              <a:buNone/>
              <a:defRPr/>
            </a:pPr>
            <a:r>
              <a:rPr lang="ko-KR" sz="882" b="0" i="0" strike="noStrike" cap="none" baseline="0">
                <a:solidFill>
                  <a:srgbClr val="000000"/>
                </a:solidFill>
                <a:effectLst/>
                <a:latin typeface="Segoe UI"/>
                <a:ea typeface="Segoe UI"/>
                <a:cs typeface="Segoe UI"/>
              </a:rPr>
              <a:t>에이전트는 </a:t>
            </a:r>
            <a:r>
              <a:rPr lang="ko-KR" sz="882" b="1" i="0" strike="noStrike" cap="none" baseline="0">
                <a:solidFill>
                  <a:srgbClr val="000000"/>
                </a:solidFill>
                <a:effectLst/>
                <a:latin typeface="Segoe UI"/>
                <a:ea typeface="Segoe UI"/>
                <a:cs typeface="Segoe UI"/>
              </a:rPr>
              <a:t>일반 지식</a:t>
            </a:r>
            <a:r>
              <a:rPr lang="ko-KR" sz="882" b="0" i="0" strike="noStrike" cap="none" baseline="0">
                <a:solidFill>
                  <a:srgbClr val="000000"/>
                </a:solidFill>
                <a:effectLst/>
                <a:latin typeface="Segoe UI"/>
                <a:ea typeface="Segoe UI"/>
                <a:cs typeface="Segoe UI"/>
              </a:rPr>
              <a:t>을 활성화하여 필요한 정보가 명시적으로 제공되지 않았더라도 질문에 답변하려고 합니다. </a:t>
            </a:r>
            <a:endParaRPr lang="en-US" altLang="ko-KR" sz="882" b="0" i="0" strike="noStrike" cap="none" baseline="0">
              <a:solidFill>
                <a:srgbClr val="000000"/>
              </a:solidFill>
              <a:effectLst/>
              <a:latin typeface="Segoe UI"/>
              <a:ea typeface="Segoe UI"/>
              <a:cs typeface="Segoe UI"/>
            </a:endParaRPr>
          </a:p>
          <a:p>
            <a:pPr marL="0" marR="0" lvl="0" indent="0" algn="l" defTabSz="914367" rtl="0" eaLnBrk="1" fontAlgn="auto" latinLnBrk="0" hangingPunct="1">
              <a:lnSpc>
                <a:spcPct val="90000"/>
              </a:lnSpc>
              <a:spcBef>
                <a:spcPct val="0"/>
              </a:spcBef>
              <a:spcAft>
                <a:spcPts val="333"/>
              </a:spcAft>
              <a:buClrTx/>
              <a:buSzTx/>
              <a:buFontTx/>
              <a:buNone/>
              <a:defRPr/>
            </a:pPr>
            <a:r>
              <a:rPr lang="ko-KR" sz="882" b="0" i="0" strike="noStrike" cap="none" baseline="0">
                <a:solidFill>
                  <a:srgbClr val="000000"/>
                </a:solidFill>
                <a:effectLst/>
                <a:latin typeface="Segoe UI"/>
                <a:ea typeface="Segoe UI"/>
                <a:cs typeface="Segoe UI"/>
              </a:rPr>
              <a:t>에이전트가 사용자가 제공한 정보만을 기반으로 답변하도록 해야 하는 경우에는 </a:t>
            </a:r>
            <a:r>
              <a:rPr lang="ko-KR" sz="882" b="1" i="0" strike="noStrike" cap="none" baseline="0">
                <a:solidFill>
                  <a:srgbClr val="000000"/>
                </a:solidFill>
                <a:effectLst/>
                <a:latin typeface="Segoe UI"/>
                <a:ea typeface="Segoe UI"/>
                <a:cs typeface="Segoe UI"/>
              </a:rPr>
              <a:t>일반 지식</a:t>
            </a:r>
            <a:r>
              <a:rPr lang="ko-KR" sz="882" b="0" i="0" strike="noStrike" cap="none" baseline="0">
                <a:solidFill>
                  <a:srgbClr val="000000"/>
                </a:solidFill>
                <a:effectLst/>
                <a:latin typeface="Segoe UI"/>
                <a:ea typeface="Segoe UI"/>
                <a:cs typeface="Segoe UI"/>
              </a:rPr>
              <a:t> 설정을 </a:t>
            </a:r>
            <a:r>
              <a:rPr lang="ko-KR" sz="882" b="1" i="0" strike="noStrike" cap="none" baseline="0">
                <a:solidFill>
                  <a:srgbClr val="000000"/>
                </a:solidFill>
                <a:effectLst/>
                <a:latin typeface="Segoe UI"/>
                <a:ea typeface="Segoe UI"/>
                <a:cs typeface="Segoe UI"/>
              </a:rPr>
              <a:t>비활성화</a:t>
            </a:r>
            <a:r>
              <a:rPr lang="ko-KR" sz="882" b="0" i="0" strike="noStrike" cap="none" baseline="0">
                <a:solidFill>
                  <a:srgbClr val="000000"/>
                </a:solidFill>
                <a:effectLst/>
                <a:latin typeface="Segoe UI"/>
                <a:ea typeface="Segoe UI"/>
                <a:cs typeface="Segoe UI"/>
              </a:rPr>
              <a:t>해야 합니다.</a:t>
            </a:r>
          </a:p>
          <a:p>
            <a:pPr marL="0" marR="0" lvl="0" indent="0" algn="l" defTabSz="914367" rtl="0" eaLnBrk="1" fontAlgn="auto" latinLnBrk="0" hangingPunct="1">
              <a:lnSpc>
                <a:spcPct val="90000"/>
              </a:lnSpc>
              <a:spcBef>
                <a:spcPct val="0"/>
              </a:spcBef>
              <a:spcAft>
                <a:spcPts val="333"/>
              </a:spcAft>
              <a:buClrTx/>
              <a:buSzTx/>
              <a:buFontTx/>
              <a:buNone/>
              <a:defRPr/>
            </a:pPr>
            <a:endParaRPr lang="en-GB" sz="882" b="0" i="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일반 지식</a:t>
            </a:r>
            <a:r>
              <a:rPr lang="ko-KR" sz="882" b="0" i="0" strike="noStrike" cap="none" baseline="0">
                <a:solidFill>
                  <a:srgbClr val="000000"/>
                </a:solidFill>
                <a:effectLst/>
                <a:latin typeface="Segoe UI"/>
                <a:ea typeface="Segoe UI"/>
                <a:cs typeface="Segoe UI"/>
              </a:rPr>
              <a:t>을 사용하는 이유는 무엇인가요?</a:t>
            </a:r>
            <a:endParaRPr lang="en-GB" sz="880" b="0"/>
          </a:p>
          <a:p>
            <a:pPr marL="171450" indent="-171450">
              <a:buFont typeface="Segoe UI" panose="020B0604020202020204" pitchFamily="34" charset="0"/>
              <a:buChar char="•"/>
            </a:pPr>
            <a:r>
              <a:rPr lang="ko-KR" sz="880" b="0" i="0" strike="noStrike" cap="none" baseline="0">
                <a:solidFill>
                  <a:srgbClr val="000000"/>
                </a:solidFill>
                <a:effectLst/>
                <a:latin typeface="Segoe UI"/>
                <a:ea typeface="Segoe UI"/>
                <a:cs typeface="Segoe UI"/>
              </a:rPr>
              <a:t>‘접근성’: 에이전트는 광범위한 주제에서 방대한 정보 및 전문 지식 리포지토리에 즉시 액세스할 수 있습니다.</a:t>
            </a:r>
          </a:p>
          <a:p>
            <a:pPr marL="171450" indent="-171450">
              <a:buFont typeface="Segoe UI" panose="020B0604020202020204" pitchFamily="34" charset="0"/>
              <a:buChar char="•"/>
            </a:pPr>
            <a:r>
              <a:rPr lang="ko-KR" sz="880" b="1" i="0" strike="noStrike" cap="none" baseline="0">
                <a:solidFill>
                  <a:srgbClr val="000000"/>
                </a:solidFill>
                <a:effectLst/>
                <a:latin typeface="Segoe UI"/>
                <a:ea typeface="Segoe UI"/>
                <a:cs typeface="Segoe UI"/>
              </a:rPr>
              <a:t>다양성</a:t>
            </a:r>
            <a:r>
              <a:rPr lang="ko-KR" sz="880" b="0" i="0" strike="noStrike" cap="none" baseline="0">
                <a:solidFill>
                  <a:srgbClr val="000000"/>
                </a:solidFill>
                <a:effectLst/>
                <a:latin typeface="Segoe UI"/>
                <a:ea typeface="Segoe UI"/>
                <a:cs typeface="Segoe UI"/>
              </a:rPr>
              <a:t>: 다양한 항목과 작업을 처리할 수 있어 다양한 요구에 맞는 다재다능한 리소스입니다.</a:t>
            </a:r>
          </a:p>
          <a:p>
            <a:pPr marL="0" marR="0" lvl="0" indent="0" algn="l" defTabSz="914367" rtl="0" eaLnBrk="1" fontAlgn="auto" latinLnBrk="0" hangingPunct="1">
              <a:lnSpc>
                <a:spcPct val="90000"/>
              </a:lnSpc>
              <a:spcBef>
                <a:spcPct val="0"/>
              </a:spcBef>
              <a:spcAft>
                <a:spcPts val="333"/>
              </a:spcAft>
              <a:buClrTx/>
              <a:buSzTx/>
              <a:buFontTx/>
              <a:buNone/>
              <a:defRPr/>
            </a:pPr>
            <a:endParaRPr lang="en-GB" sz="882" b="0" i="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일반 지식 사용</a:t>
            </a:r>
            <a:r>
              <a:rPr lang="ko-KR" sz="882" b="0" i="0" strike="noStrike" cap="none" baseline="0">
                <a:solidFill>
                  <a:srgbClr val="000000"/>
                </a:solidFill>
                <a:effectLst/>
                <a:latin typeface="Segoe UI"/>
                <a:ea typeface="Segoe UI"/>
                <a:cs typeface="Segoe UI"/>
              </a:rPr>
              <a:t> 옵션은 </a:t>
            </a:r>
            <a:r>
              <a:rPr lang="ko-KR" sz="882" b="1" i="0" strike="noStrike" cap="none" baseline="0">
                <a:solidFill>
                  <a:srgbClr val="000000"/>
                </a:solidFill>
                <a:effectLst/>
                <a:latin typeface="Segoe UI"/>
                <a:ea typeface="Segoe UI"/>
                <a:cs typeface="Segoe UI"/>
              </a:rPr>
              <a:t>켜기</a:t>
            </a:r>
            <a:r>
              <a:rPr lang="ko-KR" sz="882" b="0" i="0" strike="noStrike" cap="none" baseline="0">
                <a:solidFill>
                  <a:srgbClr val="000000"/>
                </a:solidFill>
                <a:effectLst/>
                <a:latin typeface="Segoe UI"/>
                <a:ea typeface="Segoe UI"/>
                <a:cs typeface="Segoe UI"/>
              </a:rPr>
              <a:t> 또는 </a:t>
            </a:r>
            <a:r>
              <a:rPr lang="ko-KR" sz="882" b="1" i="0" strike="noStrike" cap="none" baseline="0">
                <a:solidFill>
                  <a:srgbClr val="000000"/>
                </a:solidFill>
                <a:effectLst/>
                <a:latin typeface="Segoe UI"/>
                <a:ea typeface="Segoe UI"/>
                <a:cs typeface="Segoe UI"/>
              </a:rPr>
              <a:t>끄기</a:t>
            </a:r>
            <a:r>
              <a:rPr lang="ko-KR" sz="882" b="0" i="0" strike="noStrike" cap="none" baseline="0">
                <a:solidFill>
                  <a:srgbClr val="000000"/>
                </a:solidFill>
                <a:effectLst/>
                <a:latin typeface="Segoe UI"/>
                <a:ea typeface="Segoe UI"/>
                <a:cs typeface="Segoe UI"/>
              </a:rPr>
              <a:t>로 전환할 수 있습니다.</a:t>
            </a:r>
          </a:p>
          <a:p>
            <a:endParaRPr lang="en-GB" sz="882" b="0" i="0" kern="1200">
              <a:solidFill>
                <a:schemeClr val="tx1"/>
              </a:solidFill>
              <a:effectLst/>
              <a:latin typeface="Segoe UI" panose="020B0502040204020203" pitchFamily="34" charset="0"/>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1" i="0" strike="noStrike" cap="none" baseline="0">
                <a:solidFill>
                  <a:srgbClr val="000000"/>
                </a:solidFill>
                <a:effectLst/>
                <a:latin typeface="Segoe UI"/>
                <a:ea typeface="Segoe UI"/>
                <a:cs typeface="Segoe UI"/>
              </a:rPr>
              <a:t>생성형 AI</a:t>
            </a:r>
            <a:r>
              <a:rPr lang="ko-KR" sz="882" b="0" i="0" strike="noStrike" cap="none" baseline="0">
                <a:solidFill>
                  <a:srgbClr val="000000"/>
                </a:solidFill>
                <a:effectLst/>
                <a:latin typeface="Segoe UI"/>
                <a:ea typeface="Segoe UI"/>
                <a:cs typeface="Segoe UI"/>
              </a:rPr>
              <a:t> 메뉴의 </a:t>
            </a:r>
            <a:r>
              <a:rPr lang="ko-KR" sz="882" b="1" i="0" strike="noStrike" cap="none" baseline="0">
                <a:solidFill>
                  <a:srgbClr val="000000"/>
                </a:solidFill>
                <a:effectLst/>
                <a:latin typeface="Segoe UI"/>
                <a:ea typeface="Segoe UI"/>
                <a:cs typeface="Segoe UI"/>
              </a:rPr>
              <a:t>웹 검색</a:t>
            </a:r>
            <a:r>
              <a:rPr lang="ko-KR" sz="882" b="0" i="0" strike="noStrike" cap="none" baseline="0">
                <a:solidFill>
                  <a:srgbClr val="000000"/>
                </a:solidFill>
                <a:effectLst/>
                <a:latin typeface="Segoe UI"/>
                <a:ea typeface="Segoe UI"/>
                <a:cs typeface="Segoe UI"/>
              </a:rPr>
              <a:t> 설정을 사용하면</a:t>
            </a:r>
            <a:r>
              <a:rPr lang="en-US" altLang="ko-KR" sz="882" b="0" i="0" strike="noStrike" cap="none" baseline="0">
                <a:solidFill>
                  <a:srgbClr val="000000"/>
                </a:solidFill>
                <a:effectLst/>
                <a:latin typeface="Segoe UI"/>
                <a:ea typeface="Segoe UI"/>
                <a:cs typeface="Segoe UI"/>
              </a:rPr>
              <a:t>,</a:t>
            </a:r>
          </a:p>
          <a:p>
            <a:r>
              <a:rPr lang="ko-KR" sz="882" b="0" i="0" strike="noStrike" cap="none" baseline="0">
                <a:solidFill>
                  <a:srgbClr val="000000"/>
                </a:solidFill>
                <a:effectLst/>
                <a:latin typeface="Segoe UI"/>
                <a:ea typeface="Segoe UI"/>
                <a:cs typeface="Segoe UI"/>
              </a:rPr>
              <a:t>에이전트가 사전 정의된 지식 원본이나 기업별 지식 원본에서 제공되는 정보 외에도 광범위한 실시간 최신 정보에 접근할 수 있습니다.</a:t>
            </a:r>
            <a:endParaRPr lang="en-US" altLang="ko-KR" sz="882" b="0" i="0" strike="noStrike" cap="none" baseline="0">
              <a:solidFill>
                <a:srgbClr val="000000"/>
              </a:solidFill>
              <a:effectLst/>
              <a:latin typeface="Segoe UI"/>
              <a:ea typeface="Segoe UI"/>
              <a:cs typeface="Segoe UI"/>
            </a:endParaRPr>
          </a:p>
          <a:p>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 이 설정을 사용하려면 에이전트에서 생성형 오케스트레이션이 활성화되어 있어야 합니다.</a:t>
            </a:r>
          </a:p>
          <a:p>
            <a:endParaRPr lang="en-GB" sz="882" b="0" i="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웹 검색</a:t>
            </a:r>
            <a:r>
              <a:rPr lang="ko-KR" sz="882" b="0" i="0" strike="noStrike" cap="none" baseline="0">
                <a:solidFill>
                  <a:srgbClr val="000000"/>
                </a:solidFill>
                <a:effectLst/>
                <a:latin typeface="Segoe UI"/>
                <a:ea typeface="Segoe UI"/>
                <a:cs typeface="Segoe UI"/>
              </a:rPr>
              <a:t>은 활성화된 경우 사용자의 질문이 웹상의 정보를 활용하면 도움이 될 것으로 판단될 때 실행됩니다.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Bing에 색인된 모든 공개 웹 사이트를 검색합니다. 이 유형의 검색은 지식 원본으로 추가한 공개 웹 사이트 검색과 병렬로 수행됩니다.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웹 검색 결과는 구성된 공개 웹 사이트 지식 원본의 검색 결과와 함께 통합되어 제공됩니다.</a:t>
            </a:r>
          </a:p>
          <a:p>
            <a:endParaRPr lang="en-GB" sz="882" b="0" i="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웹 정보 사용</a:t>
            </a:r>
            <a:r>
              <a:rPr lang="ko-KR" sz="882" b="0" i="0" strike="noStrike" cap="none" baseline="0">
                <a:solidFill>
                  <a:srgbClr val="000000"/>
                </a:solidFill>
                <a:effectLst/>
                <a:latin typeface="Segoe UI"/>
                <a:ea typeface="Segoe UI"/>
                <a:cs typeface="Segoe UI"/>
              </a:rPr>
              <a:t> 옵션을 </a:t>
            </a:r>
            <a:r>
              <a:rPr lang="ko-KR" sz="882" b="1" i="0" strike="noStrike" cap="none" baseline="0">
                <a:solidFill>
                  <a:srgbClr val="000000"/>
                </a:solidFill>
                <a:effectLst/>
                <a:latin typeface="Segoe UI"/>
                <a:ea typeface="Segoe UI"/>
                <a:cs typeface="Segoe UI"/>
              </a:rPr>
              <a:t>켜기</a:t>
            </a:r>
            <a:r>
              <a:rPr lang="ko-KR" sz="882" b="0" i="0" strike="noStrike" cap="none" baseline="0">
                <a:solidFill>
                  <a:srgbClr val="000000"/>
                </a:solidFill>
                <a:effectLst/>
                <a:latin typeface="Segoe UI"/>
                <a:ea typeface="Segoe UI"/>
                <a:cs typeface="Segoe UI"/>
              </a:rPr>
              <a:t> 또는 </a:t>
            </a:r>
            <a:r>
              <a:rPr lang="ko-KR" sz="882" b="1" i="0" strike="noStrike" cap="none" baseline="0">
                <a:solidFill>
                  <a:srgbClr val="000000"/>
                </a:solidFill>
                <a:effectLst/>
                <a:latin typeface="Segoe UI"/>
                <a:ea typeface="Segoe UI"/>
                <a:cs typeface="Segoe UI"/>
              </a:rPr>
              <a:t>끄기</a:t>
            </a:r>
            <a:r>
              <a:rPr lang="ko-KR" sz="882" b="0" i="0" strike="noStrike" cap="none" baseline="0">
                <a:solidFill>
                  <a:srgbClr val="000000"/>
                </a:solidFill>
                <a:effectLst/>
                <a:latin typeface="Segoe UI"/>
                <a:ea typeface="Segoe UI"/>
                <a:cs typeface="Segoe UI"/>
              </a:rPr>
              <a:t>로 전환할 수 있습니다.</a:t>
            </a:r>
          </a:p>
          <a:p>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자연어 설명을 사용하여 에이전트를 만든 경우, 에이전트에 여러 개의 추천 지식 원본이 포함될 수 있습니다. 제안을 </a:t>
            </a:r>
            <a:r>
              <a:rPr lang="ko-KR" sz="882" b="1" i="0" strike="noStrike" cap="none" baseline="0">
                <a:solidFill>
                  <a:srgbClr val="000000"/>
                </a:solidFill>
                <a:effectLst/>
                <a:latin typeface="Segoe UI"/>
                <a:ea typeface="Segoe UI"/>
                <a:cs typeface="Segoe UI"/>
              </a:rPr>
              <a:t>추가</a:t>
            </a:r>
            <a:r>
              <a:rPr lang="ko-KR" sz="882" b="0" i="0" strike="noStrike" cap="none" baseline="0">
                <a:solidFill>
                  <a:srgbClr val="000000"/>
                </a:solidFill>
                <a:effectLst/>
                <a:latin typeface="Segoe UI"/>
                <a:ea typeface="Segoe UI"/>
                <a:cs typeface="Segoe UI"/>
              </a:rPr>
              <a:t>하거나 </a:t>
            </a:r>
            <a:r>
              <a:rPr lang="ko-KR" sz="882" b="1" i="0" strike="noStrike" cap="none" baseline="0">
                <a:solidFill>
                  <a:srgbClr val="000000"/>
                </a:solidFill>
                <a:effectLst/>
                <a:latin typeface="Segoe UI"/>
                <a:ea typeface="Segoe UI"/>
                <a:cs typeface="Segoe UI"/>
              </a:rPr>
              <a:t>해제</a:t>
            </a:r>
            <a:r>
              <a:rPr lang="ko-KR" sz="882" b="0" i="0" strike="noStrike" cap="none" baseline="0">
                <a:solidFill>
                  <a:srgbClr val="000000"/>
                </a:solidFill>
                <a:effectLst/>
                <a:latin typeface="Segoe UI"/>
                <a:ea typeface="Segoe UI"/>
                <a:cs typeface="Segoe UI"/>
              </a:rPr>
              <a:t>할 수 있습니다.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기존 에이전트에 지식 원본을 추가할 때도 추천 지식 원본을 확인할 수 있습니다. 이러한 제안은 현재 환경의 다른 에이전트에 최근 추가된 지식 원본을 기반으로 제공됩니다.</a:t>
            </a:r>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ko-KR" sz="882" b="1" i="0" strike="noStrike" cap="none" baseline="0">
                <a:solidFill>
                  <a:srgbClr val="000000"/>
                </a:solidFill>
                <a:effectLst/>
                <a:latin typeface="Segoe UI"/>
                <a:ea typeface="Segoe UI"/>
                <a:cs typeface="Segoe UI"/>
              </a:rPr>
              <a:t>지식</a:t>
            </a:r>
            <a:r>
              <a:rPr lang="ko-KR" sz="882" b="0" i="0" strike="noStrike" cap="none" baseline="0">
                <a:solidFill>
                  <a:srgbClr val="000000"/>
                </a:solidFill>
                <a:effectLst/>
                <a:latin typeface="Segoe UI"/>
                <a:ea typeface="Segoe UI"/>
                <a:cs typeface="Segoe UI"/>
              </a:rPr>
              <a:t> 탭을 선택한 다음 </a:t>
            </a:r>
            <a:r>
              <a:rPr lang="ko-KR" sz="882" b="1" i="0" strike="noStrike" cap="none" baseline="0">
                <a:solidFill>
                  <a:srgbClr val="000000"/>
                </a:solidFill>
                <a:effectLst/>
                <a:latin typeface="Segoe UI"/>
                <a:ea typeface="Segoe UI"/>
                <a:cs typeface="Segoe UI"/>
              </a:rPr>
              <a:t>+ 지식 추가</a:t>
            </a:r>
            <a:r>
              <a:rPr lang="ko-KR" sz="882" b="0" i="0" strike="noStrike" cap="none" baseline="0">
                <a:solidFill>
                  <a:srgbClr val="000000"/>
                </a:solidFill>
                <a:effectLst/>
                <a:latin typeface="Segoe UI"/>
                <a:ea typeface="Segoe UI"/>
                <a:cs typeface="Segoe UI"/>
              </a:rPr>
              <a:t>를 선택합니다. 그러면 지식 원본 목록이 표시됩니다.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공개 웹 사이트</a:t>
            </a:r>
            <a:r>
              <a:rPr lang="ko-KR" sz="882" b="0" i="0" strike="noStrike" cap="none" baseline="0">
                <a:solidFill>
                  <a:srgbClr val="000000"/>
                </a:solidFill>
                <a:effectLst/>
                <a:latin typeface="Segoe UI"/>
                <a:ea typeface="Segoe UI"/>
                <a:cs typeface="Segoe UI"/>
              </a:rPr>
              <a:t> 타일을 선택합니다.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공개 웹 사이트 링크</a:t>
            </a:r>
            <a:r>
              <a:rPr lang="ko-KR" sz="882" b="0" i="0" strike="noStrike" cap="none" baseline="0">
                <a:solidFill>
                  <a:srgbClr val="000000"/>
                </a:solidFill>
                <a:effectLst/>
                <a:latin typeface="Segoe UI"/>
                <a:ea typeface="Segoe UI"/>
                <a:cs typeface="Segoe UI"/>
              </a:rPr>
              <a:t> 필드에 https://learn.microsoft.com/ko-kr/microsoft-copilot-studio/를 입력합니다.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추가</a:t>
            </a:r>
            <a:r>
              <a:rPr lang="ko-KR" sz="882" b="0" i="0" strike="noStrike" cap="none" baseline="0">
                <a:solidFill>
                  <a:srgbClr val="000000"/>
                </a:solidFill>
                <a:effectLst/>
                <a:latin typeface="Segoe UI"/>
                <a:ea typeface="Segoe UI"/>
                <a:cs typeface="Segoe UI"/>
              </a:rPr>
              <a:t>를 선택합니다.</a:t>
            </a:r>
          </a:p>
          <a:p>
            <a:pPr marL="228600" indent="-228600">
              <a:buFont typeface="+mj-lt"/>
              <a:buAutoNum type="arabicPeriod"/>
            </a:pPr>
            <a:r>
              <a:rPr lang="ko-KR" sz="882" b="0" i="0" strike="noStrike" cap="none" baseline="0">
                <a:solidFill>
                  <a:srgbClr val="000000"/>
                </a:solidFill>
                <a:effectLst/>
                <a:latin typeface="Segoe UI"/>
                <a:ea typeface="Segoe UI"/>
                <a:cs typeface="Segoe UI"/>
              </a:rPr>
              <a:t>고유한 </a:t>
            </a:r>
            <a:r>
              <a:rPr lang="ko-KR" sz="882" b="0" i="1" strike="noStrike" cap="none" baseline="0">
                <a:solidFill>
                  <a:srgbClr val="000000"/>
                </a:solidFill>
                <a:effectLst/>
                <a:latin typeface="Segoe UI"/>
                <a:ea typeface="Segoe UI"/>
                <a:cs typeface="Segoe UI"/>
              </a:rPr>
              <a:t>이름</a:t>
            </a:r>
            <a:r>
              <a:rPr lang="ko-KR" sz="882" b="0" i="0" strike="noStrike" cap="none" baseline="0">
                <a:solidFill>
                  <a:srgbClr val="000000"/>
                </a:solidFill>
                <a:effectLst/>
                <a:latin typeface="Segoe UI"/>
                <a:ea typeface="Segoe UI"/>
                <a:cs typeface="Segoe UI"/>
              </a:rPr>
              <a:t>과 자세한 </a:t>
            </a:r>
            <a:r>
              <a:rPr lang="ko-KR" sz="882" b="0" i="1" strike="noStrike" cap="none" baseline="0">
                <a:solidFill>
                  <a:srgbClr val="000000"/>
                </a:solidFill>
                <a:effectLst/>
                <a:latin typeface="Segoe UI"/>
                <a:ea typeface="Segoe UI"/>
                <a:cs typeface="Segoe UI"/>
              </a:rPr>
              <a:t>설명</a:t>
            </a:r>
            <a:r>
              <a:rPr lang="ko-KR" sz="882" b="0" i="0" strike="noStrike" cap="none" baseline="0">
                <a:solidFill>
                  <a:srgbClr val="000000"/>
                </a:solidFill>
                <a:effectLst/>
                <a:latin typeface="Segoe UI"/>
                <a:ea typeface="Segoe UI"/>
                <a:cs typeface="Segoe UI"/>
              </a:rPr>
              <a:t>을 입력합니다.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에이전트에 추가</a:t>
            </a:r>
            <a:r>
              <a:rPr lang="ko-KR" sz="882" b="0" i="0" strike="noStrike" cap="none" baseline="0">
                <a:solidFill>
                  <a:srgbClr val="000000"/>
                </a:solidFill>
                <a:effectLst/>
                <a:latin typeface="Segoe UI"/>
                <a:ea typeface="Segoe UI"/>
                <a:cs typeface="Segoe UI"/>
              </a:rPr>
              <a:t>를 선택합니다.</a:t>
            </a:r>
          </a:p>
          <a:p>
            <a:endParaRPr lang="en-US"/>
          </a:p>
          <a:p>
            <a:r>
              <a:rPr lang="ko-KR" sz="1800" b="0" i="0" strike="noStrike" cap="none" baseline="0">
                <a:solidFill>
                  <a:srgbClr val="000000"/>
                </a:solidFill>
                <a:effectLst/>
                <a:latin typeface="Segoe UI"/>
                <a:ea typeface="Segoe UI"/>
                <a:cs typeface="Segoe UI"/>
              </a:rPr>
              <a:t>웹 사이트를 지식 원본으로 사용하는 경우 다음과 같은 몇 가지 사항에 유의해야 합니다.</a:t>
            </a:r>
          </a:p>
          <a:p>
            <a:pPr marL="171450" indent="-171450">
              <a:buFont typeface="Segoe UI" panose="020B0604020202020204" pitchFamily="34" charset="0"/>
              <a:buChar char="•"/>
            </a:pPr>
            <a:r>
              <a:rPr lang="ko-KR" sz="1800" b="0" i="0" strike="noStrike" cap="none" baseline="0">
                <a:solidFill>
                  <a:srgbClr val="000000"/>
                </a:solidFill>
                <a:effectLst/>
                <a:latin typeface="Segoe UI"/>
                <a:ea typeface="Segoe UI"/>
                <a:cs typeface="Segoe UI"/>
              </a:rPr>
              <a:t>다른 페이지로 리디렉션되는 URL이 아니라 실제 URL을 사용해야 합니다.</a:t>
            </a:r>
          </a:p>
          <a:p>
            <a:pPr marL="171450" indent="-171450">
              <a:buFont typeface="Segoe UI" panose="020B0604020202020204" pitchFamily="34" charset="0"/>
              <a:buChar char="•"/>
            </a:pPr>
            <a:r>
              <a:rPr lang="ko-KR" sz="1800" b="0" i="0" strike="noStrike" cap="none" baseline="0">
                <a:solidFill>
                  <a:srgbClr val="000000"/>
                </a:solidFill>
                <a:effectLst/>
                <a:latin typeface="Segoe UI"/>
                <a:ea typeface="Segoe UI"/>
                <a:cs typeface="Segoe UI"/>
              </a:rPr>
              <a:t>인증이 필요한 웹 사이트는 가리킬 수 없습니다.</a:t>
            </a:r>
          </a:p>
          <a:p>
            <a:pPr marL="171450" indent="-171450">
              <a:buFont typeface="Segoe UI" panose="020B0604020202020204" pitchFamily="34" charset="0"/>
              <a:buChar char="•"/>
            </a:pPr>
            <a:r>
              <a:rPr lang="ko-KR" sz="1800" b="0" i="0" strike="noStrike" cap="none" baseline="0">
                <a:solidFill>
                  <a:srgbClr val="000000"/>
                </a:solidFill>
                <a:effectLst/>
                <a:latin typeface="Segoe UI"/>
                <a:ea typeface="Segoe UI"/>
                <a:cs typeface="Segoe UI"/>
              </a:rPr>
              <a:t>생성형 답변용 웹 사이트 URL은 최대 두 단계의 깊이까지 지정할 수 있습니다.</a:t>
            </a:r>
          </a:p>
          <a:p>
            <a:pPr marL="171450" indent="-171450">
              <a:buFont typeface="Segoe UI" panose="020B0604020202020204" pitchFamily="34" charset="0"/>
              <a:buChar char="•"/>
            </a:pPr>
            <a:endParaRPr lang="en-US"/>
          </a:p>
          <a:p>
            <a:r>
              <a:rPr lang="ko-KR" sz="882" b="0" i="0" strike="noStrike" cap="none" baseline="0">
                <a:solidFill>
                  <a:srgbClr val="000000"/>
                </a:solidFill>
                <a:effectLst/>
                <a:latin typeface="Segoe UI"/>
                <a:ea typeface="Segoe UI"/>
                <a:cs typeface="Segoe UI"/>
              </a:rPr>
              <a:t>URL에는 최대 두 개의 하위 도메인까지만 지정할 수 있지만, 그렇다고 해서 검색 결과까지 두 개의 하위 도메인으로 제한되는 것은 아닙니다. 지정한 URL에서 공개적으로 접근 가능한 모든 콘텐츠(최상위 도메인 아래의 하위 도메인 포함)는 에이전트의 응답 생성에 활용됩니다. 예를 들어 URL로 </a:t>
            </a:r>
            <a:r>
              <a:rPr lang="ko-KR" sz="882" b="0" i="0" u="sng" strike="noStrike" cap="none" baseline="0">
                <a:solidFill>
                  <a:srgbClr val="000000"/>
                </a:solidFill>
                <a:effectLst/>
                <a:uFill>
                  <a:solidFill>
                    <a:srgbClr val="000000"/>
                  </a:solidFill>
                </a:uFill>
                <a:latin typeface="Segoe UI"/>
                <a:ea typeface="Segoe UI"/>
                <a:cs typeface="Segoe UI"/>
                <a:hlinkClick r:id="rId3" history="0"/>
              </a:rPr>
              <a:t>www.fabrikam.com</a:t>
            </a:r>
            <a:r>
              <a:rPr lang="ko-KR" sz="882" b="0" i="0" strike="noStrike" cap="none" baseline="0">
                <a:solidFill>
                  <a:srgbClr val="000000"/>
                </a:solidFill>
                <a:effectLst/>
                <a:latin typeface="Segoe UI"/>
                <a:ea typeface="Segoe UI"/>
                <a:cs typeface="Segoe UI"/>
              </a:rPr>
              <a:t>을 입력하면, </a:t>
            </a:r>
            <a:r>
              <a:rPr lang="ko-KR" sz="882" b="0" i="0" u="sng" strike="noStrike" cap="none" baseline="0">
                <a:solidFill>
                  <a:srgbClr val="000000"/>
                </a:solidFill>
                <a:effectLst/>
                <a:uFill>
                  <a:solidFill>
                    <a:srgbClr val="000000"/>
                  </a:solidFill>
                </a:uFill>
                <a:latin typeface="Segoe UI"/>
                <a:ea typeface="Segoe UI"/>
                <a:cs typeface="Segoe UI"/>
                <a:hlinkClick r:id="rId4" history="0"/>
              </a:rPr>
              <a:t>www.fabrikam.com/engines/rotary</a:t>
            </a:r>
            <a:r>
              <a:rPr lang="ko-KR" sz="882" b="0" i="0" strike="noStrike" cap="none" baseline="0">
                <a:solidFill>
                  <a:srgbClr val="000000"/>
                </a:solidFill>
                <a:effectLst/>
                <a:latin typeface="Segoe UI"/>
                <a:ea typeface="Segoe UI"/>
                <a:cs typeface="Segoe UI"/>
              </a:rPr>
              <a:t> 및 </a:t>
            </a:r>
            <a:r>
              <a:rPr lang="ko-KR" sz="882" b="0" i="0" u="sng" strike="noStrike" cap="none" baseline="0">
                <a:solidFill>
                  <a:srgbClr val="000000"/>
                </a:solidFill>
                <a:effectLst/>
                <a:uFill>
                  <a:solidFill>
                    <a:srgbClr val="000000"/>
                  </a:solidFill>
                </a:uFill>
                <a:latin typeface="Segoe UI"/>
                <a:ea typeface="Segoe UI"/>
                <a:cs typeface="Segoe UI"/>
                <a:hlinkClick r:id="rId5" history="0"/>
              </a:rPr>
              <a:t>www.fabrikam.com/engines/rotary/dual-shaft</a:t>
            </a:r>
            <a:r>
              <a:rPr lang="ko-KR" sz="882" b="0" i="0" strike="noStrike" cap="none" baseline="0">
                <a:solidFill>
                  <a:srgbClr val="000000"/>
                </a:solidFill>
                <a:effectLst/>
                <a:latin typeface="Segoe UI"/>
                <a:ea typeface="Segoe UI"/>
                <a:cs typeface="Segoe UI"/>
              </a:rPr>
              <a:t>의 데이터도 검색되어 결과로 반환될 수 있습니다.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또 한 가지 고려해야 할 점은 도메인을 어떻게 지정할 것인지입니다. </a:t>
            </a:r>
            <a:r>
              <a:rPr lang="ko-KR" sz="882" b="0" i="0" u="sng" strike="noStrike" cap="none" baseline="0">
                <a:solidFill>
                  <a:srgbClr val="000000"/>
                </a:solidFill>
                <a:effectLst/>
                <a:uFill>
                  <a:solidFill>
                    <a:srgbClr val="000000"/>
                  </a:solidFill>
                </a:uFill>
                <a:latin typeface="Segoe UI"/>
                <a:ea typeface="Segoe UI"/>
                <a:cs typeface="Segoe UI"/>
                <a:hlinkClick r:id="rId3" history="0"/>
              </a:rPr>
              <a:t>www.fabrikam.com</a:t>
            </a:r>
            <a:r>
              <a:rPr lang="ko-KR" sz="882" b="0" i="0" strike="noStrike" cap="none" baseline="0">
                <a:solidFill>
                  <a:srgbClr val="000000"/>
                </a:solidFill>
                <a:effectLst/>
                <a:latin typeface="Segoe UI"/>
                <a:ea typeface="Segoe UI"/>
                <a:cs typeface="Segoe UI"/>
              </a:rPr>
              <a:t>과 같이 입력하면(www가 포함된 경우), www 하위 도메인의 콘텐츠만 반환됩니다. </a:t>
            </a:r>
            <a:r>
              <a:rPr lang="ko-KR" sz="882" b="0" i="0" u="sng" strike="noStrike" cap="none" baseline="0">
                <a:solidFill>
                  <a:srgbClr val="000000"/>
                </a:solidFill>
                <a:effectLst/>
                <a:uFill>
                  <a:solidFill>
                    <a:srgbClr val="000000"/>
                  </a:solidFill>
                </a:uFill>
                <a:latin typeface="Segoe UI"/>
                <a:ea typeface="Segoe UI"/>
                <a:cs typeface="Segoe UI"/>
                <a:hlinkClick r:id="rId6" history="0"/>
              </a:rPr>
              <a:t>news.fabrikam.com</a:t>
            </a:r>
            <a:r>
              <a:rPr lang="ko-KR" sz="882" b="0" i="0" strike="noStrike" cap="none" baseline="0">
                <a:solidFill>
                  <a:srgbClr val="000000"/>
                </a:solidFill>
                <a:effectLst/>
                <a:latin typeface="Segoe UI"/>
                <a:ea typeface="Segoe UI"/>
                <a:cs typeface="Segoe UI"/>
              </a:rPr>
              <a:t>에 있는 콘텐츠는 사용되지 않습니다. news는 최상위 도메인인 </a:t>
            </a:r>
            <a:r>
              <a:rPr lang="ko-KR" sz="882" b="0" i="0" u="sng" strike="noStrike" cap="none" baseline="0">
                <a:solidFill>
                  <a:srgbClr val="000000"/>
                </a:solidFill>
                <a:effectLst/>
                <a:uFill>
                  <a:solidFill>
                    <a:srgbClr val="000000"/>
                  </a:solidFill>
                </a:uFill>
                <a:latin typeface="Segoe UI"/>
                <a:ea typeface="Segoe UI"/>
                <a:cs typeface="Segoe UI"/>
                <a:hlinkClick r:id="rId7" history="0"/>
              </a:rPr>
              <a:t>fabrikam.com</a:t>
            </a:r>
            <a:r>
              <a:rPr lang="ko-KR" sz="882" b="0" i="0" strike="noStrike" cap="none" baseline="0">
                <a:solidFill>
                  <a:srgbClr val="000000"/>
                </a:solidFill>
                <a:effectLst/>
                <a:latin typeface="Segoe UI"/>
                <a:ea typeface="Segoe UI"/>
                <a:cs typeface="Segoe UI"/>
              </a:rPr>
              <a:t> 아래의 하위 도메인이며, www 하위 도메인에는 속하지 않기 때문입니다.</a:t>
            </a:r>
          </a:p>
          <a:p>
            <a:r>
              <a:rPr lang="ko-KR" sz="882" b="0" i="0" strike="noStrike" cap="none" baseline="0">
                <a:solidFill>
                  <a:srgbClr val="000000"/>
                </a:solidFill>
                <a:effectLst/>
                <a:latin typeface="Segoe UI"/>
                <a:ea typeface="Segoe UI"/>
                <a:cs typeface="Segoe UI"/>
              </a:rPr>
              <a:t>반대로 </a:t>
            </a:r>
            <a:r>
              <a:rPr lang="ko-KR" sz="882" b="0" i="0" u="sng" strike="noStrike" cap="none" baseline="0">
                <a:solidFill>
                  <a:srgbClr val="000000"/>
                </a:solidFill>
                <a:effectLst/>
                <a:uFill>
                  <a:solidFill>
                    <a:srgbClr val="000000"/>
                  </a:solidFill>
                </a:uFill>
                <a:latin typeface="Segoe UI"/>
                <a:ea typeface="Segoe UI"/>
                <a:cs typeface="Segoe UI"/>
                <a:hlinkClick r:id="rId7" history="0"/>
              </a:rPr>
              <a:t>fabrikam.com</a:t>
            </a:r>
            <a:r>
              <a:rPr lang="ko-KR" sz="882" b="0" i="0" strike="noStrike" cap="none" baseline="0">
                <a:solidFill>
                  <a:srgbClr val="000000"/>
                </a:solidFill>
                <a:effectLst/>
                <a:latin typeface="Segoe UI"/>
                <a:ea typeface="Segoe UI"/>
                <a:cs typeface="Segoe UI"/>
              </a:rPr>
              <a:t>을 입력하면 </a:t>
            </a:r>
            <a:r>
              <a:rPr lang="ko-KR" sz="882" b="0" i="0" u="sng" strike="noStrike" cap="none" baseline="0">
                <a:solidFill>
                  <a:srgbClr val="000000"/>
                </a:solidFill>
                <a:effectLst/>
                <a:uFill>
                  <a:solidFill>
                    <a:srgbClr val="000000"/>
                  </a:solidFill>
                </a:uFill>
                <a:latin typeface="Segoe UI"/>
                <a:ea typeface="Segoe UI"/>
                <a:cs typeface="Segoe UI"/>
                <a:hlinkClick r:id="rId3" history="0"/>
              </a:rPr>
              <a:t>www.fabrikam.com</a:t>
            </a:r>
            <a:r>
              <a:rPr lang="ko-KR" sz="882" b="0" i="0" strike="noStrike" cap="none" baseline="0">
                <a:solidFill>
                  <a:srgbClr val="000000"/>
                </a:solidFill>
                <a:effectLst/>
                <a:latin typeface="Segoe UI"/>
                <a:ea typeface="Segoe UI"/>
                <a:cs typeface="Segoe UI"/>
              </a:rPr>
              <a:t>의 콘텐츠와 </a:t>
            </a:r>
            <a:r>
              <a:rPr lang="ko-KR" sz="882" b="0" i="0" u="sng" strike="noStrike" cap="none" baseline="0">
                <a:solidFill>
                  <a:srgbClr val="000000"/>
                </a:solidFill>
                <a:effectLst/>
                <a:uFill>
                  <a:solidFill>
                    <a:srgbClr val="000000"/>
                  </a:solidFill>
                </a:uFill>
                <a:latin typeface="Segoe UI"/>
                <a:ea typeface="Segoe UI"/>
                <a:cs typeface="Segoe UI"/>
                <a:hlinkClick r:id="rId6" history="0"/>
              </a:rPr>
              <a:t>news.fabrikam.com</a:t>
            </a:r>
            <a:r>
              <a:rPr lang="ko-KR" sz="882" b="0" i="0" strike="noStrike" cap="none" baseline="0">
                <a:solidFill>
                  <a:srgbClr val="000000"/>
                </a:solidFill>
                <a:effectLst/>
                <a:latin typeface="Segoe UI"/>
                <a:ea typeface="Segoe UI"/>
                <a:cs typeface="Segoe UI"/>
              </a:rPr>
              <a:t>의 콘텐츠가 모두 사용됩니다. 두 사이트 모두 최상위 도메인인 fabrikam.com 아래에 있기 때문입니다.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그 밖에 다음 사항도 고려해야 합니다.</a:t>
            </a:r>
          </a:p>
          <a:p>
            <a:endParaRPr lang="en-GB" sz="882" b="1" i="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소셜 네트워크 및 포럼 URL</a:t>
            </a:r>
            <a:r>
              <a:rPr lang="ko-KR" sz="882" b="0" i="0" strike="noStrike" cap="none" baseline="0">
                <a:solidFill>
                  <a:srgbClr val="000000"/>
                </a:solidFill>
                <a:effectLst/>
                <a:latin typeface="Segoe UI"/>
                <a:ea typeface="Segoe UI"/>
                <a:cs typeface="Segoe UI"/>
              </a:rPr>
              <a:t>: 소셜 네트워크 또는 포럼 사이트를 URL로 사용하는 경우, 에이전트가 의미가 없거나 관련성이 낮거나 부적절한 답변을 생성할 수 있습니다. 따라서 소셜 네트워크의 커뮤니티 콘텐츠는 답변이 거부될 가능성을 높이는 경우가 많습니다.</a:t>
            </a:r>
          </a:p>
          <a:p>
            <a:endParaRPr lang="en-GB" sz="882" b="1" i="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검색 엔진 URL</a:t>
            </a:r>
            <a:r>
              <a:rPr lang="ko-KR" sz="882" b="0" i="0" strike="noStrike" cap="none" baseline="0">
                <a:solidFill>
                  <a:srgbClr val="000000"/>
                </a:solidFill>
                <a:effectLst/>
                <a:latin typeface="Segoe UI"/>
                <a:ea typeface="Segoe UI"/>
                <a:cs typeface="Segoe UI"/>
              </a:rPr>
              <a:t>: bing.com과 같은 검색 엔진 URL은 유용한 응답을 제공하지 않으므로 포함하지 마세요.</a:t>
            </a:r>
          </a:p>
          <a:p>
            <a:endParaRPr lang="en-GB" sz="882" b="1" i="0" kern="1200">
              <a:solidFill>
                <a:schemeClr val="tx1"/>
              </a:solidFill>
              <a:effectLst/>
              <a:latin typeface="Segoe UI" panose="020B0502040204020203" pitchFamily="34" charset="0"/>
              <a:ea typeface="+mn-ea"/>
              <a:cs typeface="+mn-cs"/>
            </a:endParaRPr>
          </a:p>
          <a:p>
            <a:r>
              <a:rPr lang="ko-KR" sz="882" b="1" i="0" strike="noStrike" cap="none" baseline="0">
                <a:solidFill>
                  <a:srgbClr val="000000"/>
                </a:solidFill>
                <a:effectLst/>
                <a:latin typeface="Segoe UI"/>
                <a:ea typeface="Segoe UI"/>
                <a:cs typeface="Segoe UI"/>
              </a:rPr>
              <a:t>SharePoint</a:t>
            </a:r>
            <a:r>
              <a:rPr lang="ko-KR" sz="882" b="0" i="0" strike="noStrike" cap="none" baseline="0">
                <a:solidFill>
                  <a:srgbClr val="000000"/>
                </a:solidFill>
                <a:effectLst/>
                <a:latin typeface="Segoe UI"/>
                <a:ea typeface="Segoe UI"/>
                <a:cs typeface="Segoe UI"/>
              </a:rPr>
              <a:t>: SharePoint URL은 추가할 수 있습니다.</a:t>
            </a:r>
          </a:p>
          <a:p>
            <a:pPr lvl="1"/>
            <a:r>
              <a:rPr lang="ko-KR" sz="882" b="0" i="0" strike="noStrike" cap="none" baseline="0">
                <a:solidFill>
                  <a:srgbClr val="000000"/>
                </a:solidFill>
                <a:effectLst/>
                <a:latin typeface="Segoe UI"/>
                <a:ea typeface="Segoe UI"/>
                <a:cs typeface="Segoe UI"/>
              </a:rPr>
              <a:t>URL에서 https://를 생략하는 것이 권장됩니다. 인식된 SharePoint URL은 sharepoint.com 도메인에서 가져옵니다. SharePoint 사이트 URL은 최대 두 단계 깊이까지만 지정할 수 있습니다. SharePoint의 aspx 파일에 있는 콘텐츠는 답변 생성에 사용되지 않습니다.</a:t>
            </a:r>
          </a:p>
          <a:p>
            <a:pPr marL="0" indent="0">
              <a:buFont typeface="Segoe UI" panose="020B0604020202020204" pitchFamily="34" charset="0"/>
              <a:buNone/>
            </a:pPr>
            <a:endParaRPr lang="en-US"/>
          </a:p>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에이전트의 지식 원본으로 사용할 수 있는 또 다른 방법은 파일과 문서를 업로드하는 것입니다.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지식</a:t>
            </a:r>
            <a:r>
              <a:rPr lang="ko-KR" sz="882" b="0" i="0" strike="noStrike" cap="none" baseline="0">
                <a:solidFill>
                  <a:srgbClr val="000000"/>
                </a:solidFill>
                <a:effectLst/>
                <a:latin typeface="Segoe UI"/>
                <a:ea typeface="Segoe UI"/>
                <a:cs typeface="Segoe UI"/>
              </a:rPr>
              <a:t> 탭을 선택한 다음 </a:t>
            </a:r>
            <a:r>
              <a:rPr lang="ko-KR" sz="882" b="1" i="0" strike="noStrike" cap="none" baseline="0">
                <a:solidFill>
                  <a:srgbClr val="000000"/>
                </a:solidFill>
                <a:effectLst/>
                <a:latin typeface="Segoe UI"/>
                <a:ea typeface="Segoe UI"/>
                <a:cs typeface="Segoe UI"/>
              </a:rPr>
              <a:t>+ 지식 추가</a:t>
            </a:r>
            <a:r>
              <a:rPr lang="ko-KR" sz="882" b="0" i="0" strike="noStrike" cap="none" baseline="0">
                <a:solidFill>
                  <a:srgbClr val="000000"/>
                </a:solidFill>
                <a:effectLst/>
                <a:latin typeface="Segoe UI"/>
                <a:ea typeface="Segoe UI"/>
                <a:cs typeface="Segoe UI"/>
              </a:rPr>
              <a:t>를 선택합니다.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파일 업로드</a:t>
            </a:r>
            <a:r>
              <a:rPr lang="ko-KR" sz="882" b="0" i="0" strike="noStrike" cap="none" baseline="0">
                <a:solidFill>
                  <a:srgbClr val="000000"/>
                </a:solidFill>
                <a:effectLst/>
                <a:latin typeface="Segoe UI"/>
                <a:ea typeface="Segoe UI"/>
                <a:cs typeface="Segoe UI"/>
              </a:rPr>
              <a:t> 섹션에서 </a:t>
            </a:r>
            <a:r>
              <a:rPr lang="ko-KR" sz="882" b="1" i="0" strike="noStrike" cap="none" baseline="0">
                <a:solidFill>
                  <a:srgbClr val="000000"/>
                </a:solidFill>
                <a:effectLst/>
                <a:latin typeface="Segoe UI"/>
                <a:ea typeface="Segoe UI"/>
                <a:cs typeface="Segoe UI"/>
              </a:rPr>
              <a:t>찾아보기 선택</a:t>
            </a:r>
            <a:r>
              <a:rPr lang="ko-KR" sz="882" b="0" i="0" strike="noStrike" cap="none" baseline="0">
                <a:solidFill>
                  <a:srgbClr val="000000"/>
                </a:solidFill>
                <a:effectLst/>
                <a:latin typeface="Segoe UI"/>
                <a:ea typeface="Segoe UI"/>
                <a:cs typeface="Segoe UI"/>
              </a:rPr>
              <a:t> 링크를 선택합니다.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에이전트에 추가</a:t>
            </a:r>
            <a:r>
              <a:rPr lang="ko-KR" sz="882" b="0" i="0" strike="noStrike" cap="none" baseline="0">
                <a:solidFill>
                  <a:srgbClr val="000000"/>
                </a:solidFill>
                <a:effectLst/>
                <a:latin typeface="Segoe UI"/>
                <a:ea typeface="Segoe UI"/>
                <a:cs typeface="Segoe UI"/>
              </a:rPr>
              <a:t>를 선택합니다.</a:t>
            </a:r>
          </a:p>
          <a:p>
            <a:pPr marL="0" marR="0" lvl="0" indent="0" algn="l" defTabSz="914367" rtl="0" eaLnBrk="1" fontAlgn="auto" latinLnBrk="0" hangingPunct="1">
              <a:lnSpc>
                <a:spcPct val="90000"/>
              </a:lnSpc>
              <a:spcBef>
                <a:spcPct val="0"/>
              </a:spcBef>
              <a:spcAft>
                <a:spcPts val="333"/>
              </a:spcAft>
              <a:buClrTx/>
              <a:buSzTx/>
              <a:buFont typeface="Segoe UI" panose="020B0604020202020204" pitchFamily="34" charset="0"/>
              <a:buNone/>
              <a:defRPr/>
            </a:pPr>
            <a:endParaRPr lang="en-US" sz="880">
              <a:solidFill>
                <a:srgbClr val="323130"/>
              </a:solidFill>
              <a:latin typeface="Segoe UI" panose="020B0502040204020203" pitchFamily="34" charset="0"/>
              <a:cs typeface="Segoe UI" panose="020B0502040204020203" pitchFamily="34" charset="0"/>
            </a:endParaRPr>
          </a:p>
          <a:p>
            <a:pPr marL="171450" marR="0" lvl="0" indent="-171450" algn="l" defTabSz="914367" rtl="0" eaLnBrk="1" fontAlgn="auto" latinLnBrk="0" hangingPunct="1">
              <a:lnSpc>
                <a:spcPct val="90000"/>
              </a:lnSpc>
              <a:spcBef>
                <a:spcPct val="0"/>
              </a:spcBef>
              <a:spcAft>
                <a:spcPts val="333"/>
              </a:spcAft>
              <a:buClrTx/>
              <a:buSzTx/>
              <a:buFont typeface="Segoe UI" panose="020B0604020202020204" pitchFamily="34" charset="0"/>
              <a:buChar char="•"/>
              <a:defRPr/>
            </a:pPr>
            <a:r>
              <a:rPr lang="ko-KR" sz="880" b="0" i="0" strike="noStrike" cap="none" baseline="0">
                <a:solidFill>
                  <a:srgbClr val="323130"/>
                </a:solidFill>
                <a:effectLst/>
                <a:latin typeface="Segoe UI"/>
                <a:ea typeface="Segoe UI"/>
                <a:cs typeface="Segoe UI"/>
              </a:rPr>
              <a:t>지식이 포함된 파일을 업로드할 수 있습니다. 이러한 파일은 비정형 텍스트가 포함된 문서이거나 CSV와 같이 분리된 형식의 정형 데이터일 수 있습니다.</a:t>
            </a:r>
          </a:p>
          <a:p>
            <a:pPr marL="171450" marR="0" lvl="0" indent="-171450" algn="l" defTabSz="914367" rtl="0" eaLnBrk="1" fontAlgn="auto" latinLnBrk="0" hangingPunct="1">
              <a:lnSpc>
                <a:spcPct val="90000"/>
              </a:lnSpc>
              <a:spcBef>
                <a:spcPct val="0"/>
              </a:spcBef>
              <a:spcAft>
                <a:spcPts val="333"/>
              </a:spcAft>
              <a:buClrTx/>
              <a:buSzTx/>
              <a:buFont typeface="Segoe UI" panose="020B0604020202020204" pitchFamily="34" charset="0"/>
              <a:buChar char="•"/>
              <a:defRPr/>
            </a:pPr>
            <a:r>
              <a:rPr lang="ko-KR" sz="880" b="0" i="0" strike="noStrike" cap="none" baseline="0">
                <a:solidFill>
                  <a:srgbClr val="323130"/>
                </a:solidFill>
                <a:effectLst/>
                <a:latin typeface="Segoe UI"/>
                <a:ea typeface="Segoe UI"/>
                <a:cs typeface="Segoe UI"/>
              </a:rPr>
              <a:t>파일을 업로드하면 Dataverse에 저장되고 인덱싱되므로 파일의 지식을 사용할 수 있게 되기까지 다소 시간이 걸릴 수 있습니다.</a:t>
            </a:r>
          </a:p>
          <a:p>
            <a:pPr marL="171450" marR="0" lvl="0" indent="-171450" algn="l" defTabSz="914367" rtl="0" eaLnBrk="1" fontAlgn="auto" latinLnBrk="0" hangingPunct="1">
              <a:lnSpc>
                <a:spcPct val="90000"/>
              </a:lnSpc>
              <a:spcBef>
                <a:spcPct val="0"/>
              </a:spcBef>
              <a:spcAft>
                <a:spcPts val="333"/>
              </a:spcAft>
              <a:buClrTx/>
              <a:buSzTx/>
              <a:buFont typeface="Segoe UI" panose="020B0604020202020204" pitchFamily="34" charset="0"/>
              <a:buChar char="•"/>
              <a:defRPr/>
            </a:pPr>
            <a:r>
              <a:rPr lang="ko-KR" sz="880" b="0" i="0" strike="noStrike" cap="none" baseline="0">
                <a:solidFill>
                  <a:srgbClr val="323130"/>
                </a:solidFill>
                <a:effectLst/>
                <a:latin typeface="Segoe UI"/>
                <a:ea typeface="Segoe UI"/>
                <a:cs typeface="Segoe UI"/>
              </a:rPr>
              <a:t>파일은 Dataverse에서 직접 액세스할 수 없도록 안전하게 저장되지만, 에이전트의 모든 사용자가 콘텐츠를 볼 수 있습니다(일부 에이전트 사용자는 지식에 액세스하도록 하면서 다른 사용자의 액세스는 차단하는 사용 권한 설정 방법은 없습니다).</a:t>
            </a:r>
          </a:p>
          <a:p>
            <a:pPr marL="0" marR="0" lvl="0" indent="0" algn="l" defTabSz="914367" rtl="0" eaLnBrk="1" fontAlgn="auto" latinLnBrk="0" hangingPunct="1">
              <a:lnSpc>
                <a:spcPct val="90000"/>
              </a:lnSpc>
              <a:spcBef>
                <a:spcPct val="0"/>
              </a:spcBef>
              <a:spcAft>
                <a:spcPts val="333"/>
              </a:spcAft>
              <a:buClrTx/>
              <a:buSzTx/>
              <a:buFontTx/>
              <a:buNone/>
              <a:defRPr/>
            </a:pPr>
            <a:endParaRPr lang="en-US" sz="880" b="0" i="0">
              <a:solidFill>
                <a:srgbClr val="323130"/>
              </a:solidFill>
              <a:effectLst/>
              <a:latin typeface="Segoe UI" panose="020B0502040204020203" pitchFamily="34" charset="0"/>
              <a:cs typeface="Segoe UI" panose="020B0502040204020203" pitchFamily="34" charset="0"/>
            </a:endParaRPr>
          </a:p>
          <a:p>
            <a:endParaRPr lang="en-US" sz="880">
              <a:latin typeface="Segoe UI" panose="020B0502040204020203" pitchFamily="34" charset="0"/>
              <a:cs typeface="Segoe UI" panose="020B0502040204020203" pitchFamily="34" charset="0"/>
            </a:endParaRPr>
          </a:p>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6862B346-CAB5-BC46-2791-E99962CC926B}"/>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 typeface="Segoe UI" panose="020B0604020202020204" pitchFamily="34" charset="0"/>
              <a:buNone/>
              <a:defRPr/>
            </a:pPr>
            <a:r>
              <a:rPr lang="ko-KR" sz="882" b="0" i="0" strike="noStrike" cap="none" baseline="0">
                <a:solidFill>
                  <a:srgbClr val="000000"/>
                </a:solidFill>
                <a:effectLst/>
                <a:latin typeface="Segoe UI"/>
                <a:ea typeface="Segoe UI"/>
                <a:cs typeface="Segoe UI"/>
              </a:rPr>
              <a:t>업로드된 파일은 자동으로 인덱싱됩니다. 인덱싱은 몇 분이 걸릴 수 있으며, 상태가 </a:t>
            </a:r>
            <a:r>
              <a:rPr lang="ko-KR" sz="882" b="0" i="1" strike="noStrike" cap="none" baseline="0">
                <a:solidFill>
                  <a:srgbClr val="000000"/>
                </a:solidFill>
                <a:effectLst/>
                <a:latin typeface="Segoe UI"/>
                <a:ea typeface="Segoe UI"/>
                <a:cs typeface="Segoe UI"/>
              </a:rPr>
              <a:t>준비 완료</a:t>
            </a:r>
            <a:r>
              <a:rPr lang="ko-KR" sz="882" b="0" i="0" strike="noStrike" cap="none" baseline="0">
                <a:solidFill>
                  <a:srgbClr val="000000"/>
                </a:solidFill>
                <a:effectLst/>
                <a:latin typeface="Segoe UI"/>
                <a:ea typeface="Segoe UI"/>
                <a:cs typeface="Segoe UI"/>
              </a:rPr>
              <a:t>로 설정될 때까지 문서가 사용되지 않습니다.</a:t>
            </a:r>
            <a:endParaRPr lang="en-US" sz="880" b="0" i="0">
              <a:solidFill>
                <a:srgbClr val="323130"/>
              </a:solidFill>
              <a:effectLst/>
              <a:latin typeface="Segoe UI" panose="020B0502040204020203" pitchFamily="34" charset="0"/>
              <a:cs typeface="Segoe UI" panose="020B0502040204020203" pitchFamily="34" charset="0"/>
            </a:endParaRPr>
          </a:p>
          <a:p>
            <a:pPr marL="0" marR="0" lvl="0" indent="0" algn="l" defTabSz="914367" rtl="0" eaLnBrk="1" fontAlgn="auto" latinLnBrk="0" hangingPunct="1">
              <a:lnSpc>
                <a:spcPct val="90000"/>
              </a:lnSpc>
              <a:spcBef>
                <a:spcPct val="0"/>
              </a:spcBef>
              <a:spcAft>
                <a:spcPts val="333"/>
              </a:spcAft>
              <a:buClrTx/>
              <a:buSzTx/>
              <a:buFontTx/>
              <a:buNone/>
              <a:defRPr/>
            </a:pPr>
            <a:endParaRPr lang="en-US" sz="880" b="0" i="0">
              <a:solidFill>
                <a:srgbClr val="323130"/>
              </a:solidFill>
              <a:effectLst/>
              <a:latin typeface="Segoe UI" panose="020B0502040204020203" pitchFamily="34" charset="0"/>
              <a:cs typeface="Segoe UI" panose="020B0502040204020203" pitchFamily="34" charset="0"/>
            </a:endParaRPr>
          </a:p>
          <a:p>
            <a:endParaRPr lang="en-US" sz="880">
              <a:latin typeface="Segoe UI" panose="020B0502040204020203" pitchFamily="34" charset="0"/>
              <a:cs typeface="Segoe UI" panose="020B0502040204020203" pitchFamily="34" charset="0"/>
            </a:endParaRPr>
          </a:p>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1800" b="0" i="0" strike="noStrike" cap="none" baseline="0">
                <a:solidFill>
                  <a:srgbClr val="000000"/>
                </a:solidFill>
                <a:effectLst/>
                <a:latin typeface="Segoe UI"/>
                <a:ea typeface="Segoe UI"/>
                <a:cs typeface="Segoe UI"/>
              </a:rPr>
              <a:t>지식 원본으로서의 SharePoint는 에이전트를 SharePoint URL 또는 SharePoint 목록과 연결하는 방식으로 작동합니다.</a:t>
            </a:r>
          </a:p>
          <a:p>
            <a:endParaRPr lang="en-GB"/>
          </a:p>
          <a:p>
            <a:r>
              <a:rPr lang="ko-KR" sz="1800" b="0" i="0" strike="noStrike" cap="none" baseline="0">
                <a:solidFill>
                  <a:srgbClr val="000000"/>
                </a:solidFill>
                <a:effectLst/>
                <a:latin typeface="Segoe UI"/>
                <a:ea typeface="Segoe UI"/>
                <a:cs typeface="Segoe UI"/>
              </a:rPr>
              <a:t>지식 추가 대화 상자에는 두 가지 SharePoint 옵션이 있습니다. 파일 업로드 섹션의 SharePoint 옵션은 개별 SharePoint 파일 또는 폴더를 업로드하는 데 사용되며, 파일 동기화 기능을 제공합니다. SharePoint 타일 옵션은 Copilot Studio에서 SharePoint 기능을 완전하게 지원합니다.</a:t>
            </a:r>
          </a:p>
          <a:p>
            <a:endParaRPr lang="en-GB"/>
          </a:p>
          <a:p>
            <a:pPr marL="228600" indent="-228600">
              <a:buFont typeface="+mj-lt"/>
              <a:buAutoNum type="arabicPeriod"/>
            </a:pPr>
            <a:r>
              <a:rPr lang="ko-KR" sz="882" b="1" i="0" strike="noStrike" cap="none" baseline="0">
                <a:solidFill>
                  <a:srgbClr val="000000"/>
                </a:solidFill>
                <a:effectLst/>
                <a:latin typeface="Segoe UI"/>
                <a:ea typeface="Segoe UI"/>
                <a:cs typeface="Segoe UI"/>
              </a:rPr>
              <a:t>지식</a:t>
            </a:r>
            <a:r>
              <a:rPr lang="ko-KR" sz="882" b="0" i="0" strike="noStrike" cap="none" baseline="0">
                <a:solidFill>
                  <a:srgbClr val="000000"/>
                </a:solidFill>
                <a:effectLst/>
                <a:latin typeface="Segoe UI"/>
                <a:ea typeface="Segoe UI"/>
                <a:cs typeface="Segoe UI"/>
              </a:rPr>
              <a:t> 탭을 선택한 다음 </a:t>
            </a:r>
            <a:r>
              <a:rPr lang="ko-KR" sz="882" b="1" i="0" strike="noStrike" cap="none" baseline="0">
                <a:solidFill>
                  <a:srgbClr val="000000"/>
                </a:solidFill>
                <a:effectLst/>
                <a:latin typeface="Segoe UI"/>
                <a:ea typeface="Segoe UI"/>
                <a:cs typeface="Segoe UI"/>
              </a:rPr>
              <a:t>+ 지식 추가</a:t>
            </a:r>
            <a:r>
              <a:rPr lang="ko-KR" sz="882" b="0" i="0" strike="noStrike" cap="none" baseline="0">
                <a:solidFill>
                  <a:srgbClr val="000000"/>
                </a:solidFill>
                <a:effectLst/>
                <a:latin typeface="Segoe UI"/>
                <a:ea typeface="Segoe UI"/>
                <a:cs typeface="Segoe UI"/>
              </a:rPr>
              <a:t>를 선택합니다.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SharePoint</a:t>
            </a:r>
            <a:r>
              <a:rPr lang="ko-KR" sz="882" b="0" i="0" strike="noStrike" cap="none" baseline="0">
                <a:solidFill>
                  <a:srgbClr val="000000"/>
                </a:solidFill>
                <a:effectLst/>
                <a:latin typeface="Segoe UI"/>
                <a:ea typeface="Segoe UI"/>
                <a:cs typeface="Segoe UI"/>
              </a:rPr>
              <a:t> 타일을 선택합니다.</a:t>
            </a:r>
          </a:p>
          <a:p>
            <a:pPr marL="228600" indent="-228600">
              <a:buFont typeface="+mj-lt"/>
              <a:buAutoNum type="arabicPeriod"/>
            </a:pPr>
            <a:r>
              <a:rPr lang="ko-KR" sz="882" b="0" i="0" strike="noStrike" cap="none" baseline="0">
                <a:solidFill>
                  <a:srgbClr val="000000"/>
                </a:solidFill>
                <a:effectLst/>
                <a:latin typeface="Segoe UI"/>
                <a:ea typeface="Segoe UI"/>
                <a:cs typeface="Segoe UI"/>
              </a:rPr>
              <a:t>SharePoint 사이트 URL을 입력하거나 </a:t>
            </a:r>
            <a:r>
              <a:rPr lang="ko-KR" sz="882" b="1" i="0" strike="noStrike" cap="none" baseline="0">
                <a:solidFill>
                  <a:srgbClr val="000000"/>
                </a:solidFill>
                <a:effectLst/>
                <a:latin typeface="Segoe UI"/>
                <a:ea typeface="Segoe UI"/>
                <a:cs typeface="Segoe UI"/>
              </a:rPr>
              <a:t>항목 찾아보기</a:t>
            </a:r>
            <a:r>
              <a:rPr lang="ko-KR" sz="882" b="0" i="0" strike="noStrike" cap="none" baseline="0">
                <a:solidFill>
                  <a:srgbClr val="000000"/>
                </a:solidFill>
                <a:effectLst/>
                <a:latin typeface="Segoe UI"/>
                <a:ea typeface="Segoe UI"/>
                <a:cs typeface="Segoe UI"/>
              </a:rPr>
              <a:t>를 사용하여 사이트를 선택할 수 있습니다.</a:t>
            </a:r>
          </a:p>
          <a:p>
            <a:pPr marL="228600" indent="-228600">
              <a:buFont typeface="+mj-lt"/>
              <a:buAutoNum type="arabicPeriod"/>
            </a:pPr>
            <a:r>
              <a:rPr lang="ko-KR" sz="882" b="0" i="0" strike="noStrike" cap="none" baseline="0">
                <a:solidFill>
                  <a:srgbClr val="000000"/>
                </a:solidFill>
                <a:effectLst/>
                <a:latin typeface="Segoe UI"/>
                <a:ea typeface="Segoe UI"/>
                <a:cs typeface="Segoe UI"/>
              </a:rPr>
              <a:t>고유한 </a:t>
            </a:r>
            <a:r>
              <a:rPr lang="ko-KR" sz="882" b="0" i="1" strike="noStrike" cap="none" baseline="0">
                <a:solidFill>
                  <a:srgbClr val="000000"/>
                </a:solidFill>
                <a:effectLst/>
                <a:latin typeface="Segoe UI"/>
                <a:ea typeface="Segoe UI"/>
                <a:cs typeface="Segoe UI"/>
              </a:rPr>
              <a:t>이름</a:t>
            </a:r>
            <a:r>
              <a:rPr lang="ko-KR" sz="882" b="0" i="0" strike="noStrike" cap="none" baseline="0">
                <a:solidFill>
                  <a:srgbClr val="000000"/>
                </a:solidFill>
                <a:effectLst/>
                <a:latin typeface="Segoe UI"/>
                <a:ea typeface="Segoe UI"/>
                <a:cs typeface="Segoe UI"/>
              </a:rPr>
              <a:t>과 자세한 </a:t>
            </a:r>
            <a:r>
              <a:rPr lang="ko-KR" sz="882" b="0" i="1" strike="noStrike" cap="none" baseline="0">
                <a:solidFill>
                  <a:srgbClr val="000000"/>
                </a:solidFill>
                <a:effectLst/>
                <a:latin typeface="Segoe UI"/>
                <a:ea typeface="Segoe UI"/>
                <a:cs typeface="Segoe UI"/>
              </a:rPr>
              <a:t>설명</a:t>
            </a:r>
            <a:r>
              <a:rPr lang="ko-KR" sz="882" b="0" i="0" strike="noStrike" cap="none" baseline="0">
                <a:solidFill>
                  <a:srgbClr val="000000"/>
                </a:solidFill>
                <a:effectLst/>
                <a:latin typeface="Segoe UI"/>
                <a:ea typeface="Segoe UI"/>
                <a:cs typeface="Segoe UI"/>
              </a:rPr>
              <a:t>을 입력합니다.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에이전트에 추가</a:t>
            </a:r>
            <a:r>
              <a:rPr lang="ko-KR" sz="882" b="0" i="0" strike="noStrike" cap="none" baseline="0">
                <a:solidFill>
                  <a:srgbClr val="000000"/>
                </a:solidFill>
                <a:effectLst/>
                <a:latin typeface="Segoe UI"/>
                <a:ea typeface="Segoe UI"/>
                <a:cs typeface="Segoe UI"/>
              </a:rPr>
              <a:t>를 선택합니다.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Dataverse 테이블을 지식 원본으로 통합하면 에이전트가 테이블에 포함된 데이터를 기반으로 응답하도록 할 수 있습니다.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지식</a:t>
            </a:r>
            <a:r>
              <a:rPr lang="ko-KR" sz="882" b="0" i="0" strike="noStrike" cap="none" baseline="0">
                <a:solidFill>
                  <a:srgbClr val="000000"/>
                </a:solidFill>
                <a:effectLst/>
                <a:latin typeface="Segoe UI"/>
                <a:ea typeface="Segoe UI"/>
                <a:cs typeface="Segoe UI"/>
              </a:rPr>
              <a:t> 탭을 선택한 다음 </a:t>
            </a:r>
            <a:r>
              <a:rPr lang="ko-KR" sz="882" b="1" i="0" strike="noStrike" cap="none" baseline="0">
                <a:solidFill>
                  <a:srgbClr val="000000"/>
                </a:solidFill>
                <a:effectLst/>
                <a:latin typeface="Segoe UI"/>
                <a:ea typeface="Segoe UI"/>
                <a:cs typeface="Segoe UI"/>
              </a:rPr>
              <a:t>+ 지식 추가</a:t>
            </a:r>
            <a:r>
              <a:rPr lang="ko-KR" sz="882" b="0" i="0" strike="noStrike" cap="none" baseline="0">
                <a:solidFill>
                  <a:srgbClr val="000000"/>
                </a:solidFill>
                <a:effectLst/>
                <a:latin typeface="Segoe UI"/>
                <a:ea typeface="Segoe UI"/>
                <a:cs typeface="Segoe UI"/>
              </a:rPr>
              <a:t>를 선택합니다.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Dataverse</a:t>
            </a:r>
            <a:r>
              <a:rPr lang="ko-KR" sz="882" b="0" i="0" strike="noStrike" cap="none" baseline="0">
                <a:solidFill>
                  <a:srgbClr val="000000"/>
                </a:solidFill>
                <a:effectLst/>
                <a:latin typeface="Segoe UI"/>
                <a:ea typeface="Segoe UI"/>
                <a:cs typeface="Segoe UI"/>
              </a:rPr>
              <a:t> 타일을 선택합니다.</a:t>
            </a:r>
          </a:p>
          <a:p>
            <a:pPr marL="228600" indent="-228600">
              <a:buFont typeface="+mj-lt"/>
              <a:buAutoNum type="arabicPeriod"/>
            </a:pPr>
            <a:r>
              <a:rPr lang="ko-KR" sz="882" b="0" i="0" strike="noStrike" cap="none" baseline="0">
                <a:solidFill>
                  <a:srgbClr val="000000"/>
                </a:solidFill>
                <a:effectLst/>
                <a:latin typeface="Segoe UI"/>
                <a:ea typeface="Segoe UI"/>
                <a:cs typeface="Segoe UI"/>
              </a:rPr>
              <a:t>하나 이상의 테이블을 검색하여 선택합니다. 최대 15개의 테이블을 선택할 수 있습니다.</a:t>
            </a:r>
          </a:p>
          <a:p>
            <a:pPr marL="228600" indent="-228600">
              <a:buFont typeface="+mj-lt"/>
              <a:buAutoNum type="arabicPeriod"/>
            </a:pPr>
            <a:r>
              <a:rPr lang="ko-KR" sz="882" b="1" i="0" strike="noStrike" cap="none" baseline="0">
                <a:solidFill>
                  <a:srgbClr val="000000"/>
                </a:solidFill>
                <a:effectLst/>
                <a:latin typeface="Segoe UI"/>
                <a:ea typeface="Segoe UI"/>
                <a:cs typeface="Segoe UI"/>
              </a:rPr>
              <a:t>에이전트에 추가</a:t>
            </a:r>
            <a:r>
              <a:rPr lang="ko-KR" sz="882" b="0" i="0" strike="noStrike" cap="none" baseline="0">
                <a:solidFill>
                  <a:srgbClr val="000000"/>
                </a:solidFill>
                <a:effectLst/>
                <a:latin typeface="Segoe UI"/>
                <a:ea typeface="Segoe UI"/>
                <a:cs typeface="Segoe UI"/>
              </a:rPr>
              <a:t>를 선택합니다.</a:t>
            </a:r>
          </a:p>
          <a:p>
            <a:pPr marL="228600" indent="-228600">
              <a:buFont typeface="+mj-lt"/>
              <a:buAutoNum type="arabicPeriod"/>
            </a:pPr>
            <a:r>
              <a:rPr lang="ko-KR" sz="882" b="0" i="0" strike="noStrike" cap="none" baseline="0">
                <a:solidFill>
                  <a:srgbClr val="000000"/>
                </a:solidFill>
                <a:effectLst/>
                <a:latin typeface="Segoe UI"/>
                <a:ea typeface="Segoe UI"/>
                <a:cs typeface="Segoe UI"/>
              </a:rPr>
              <a:t>지식 원본을 편집하여 이름을 수정하고 자세한 설명을 추가합니다.</a:t>
            </a:r>
          </a:p>
          <a:p>
            <a:endParaRPr lang="en-GB"/>
          </a:p>
          <a:p>
            <a:r>
              <a:rPr lang="ko-KR" sz="882" b="0" i="0" strike="noStrike" cap="none" baseline="0">
                <a:solidFill>
                  <a:srgbClr val="000000"/>
                </a:solidFill>
                <a:effectLst/>
                <a:latin typeface="Segoe UI"/>
                <a:ea typeface="Segoe UI"/>
                <a:cs typeface="Segoe UI"/>
              </a:rPr>
              <a:t>지식 원본을 추가한 후에는 이를 편집하고 </a:t>
            </a:r>
            <a:r>
              <a:rPr lang="ko-KR" sz="882" b="1" i="0" strike="noStrike" cap="none" baseline="0">
                <a:solidFill>
                  <a:srgbClr val="000000"/>
                </a:solidFill>
                <a:effectLst/>
                <a:latin typeface="Segoe UI"/>
                <a:ea typeface="Segoe UI"/>
                <a:cs typeface="Segoe UI"/>
              </a:rPr>
              <a:t>포함/제외</a:t>
            </a:r>
            <a:r>
              <a:rPr lang="ko-KR" sz="882" b="0" i="0" strike="noStrike" cap="none" baseline="0">
                <a:solidFill>
                  <a:srgbClr val="000000"/>
                </a:solidFill>
                <a:effectLst/>
                <a:latin typeface="Segoe UI"/>
                <a:ea typeface="Segoe UI"/>
                <a:cs typeface="Segoe UI"/>
              </a:rPr>
              <a:t> 옵션을 확장할 수 있습니다.</a:t>
            </a:r>
          </a:p>
          <a:p>
            <a:r>
              <a:rPr lang="ko-KR" sz="882" b="0" i="0" strike="noStrike" cap="none" baseline="0">
                <a:solidFill>
                  <a:srgbClr val="000000"/>
                </a:solidFill>
                <a:effectLst/>
                <a:latin typeface="Segoe UI"/>
                <a:ea typeface="Segoe UI"/>
                <a:cs typeface="Segoe UI"/>
              </a:rPr>
              <a:t>두 가지 옵션은 다음과 같습니다: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항상</a:t>
            </a:r>
            <a:r>
              <a:rPr lang="ko-KR" sz="882" b="0" i="0" strike="noStrike" cap="none" baseline="0">
                <a:solidFill>
                  <a:srgbClr val="000000"/>
                </a:solidFill>
                <a:effectLst/>
                <a:latin typeface="Segoe UI"/>
                <a:ea typeface="Segoe UI"/>
                <a:cs typeface="Segoe UI"/>
              </a:rPr>
              <a:t> - 지식 원본이 에이전트의 사용자 요청 응답에 사용됩니다.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토픽에서 참조되는 경우에만</a:t>
            </a:r>
            <a:r>
              <a:rPr lang="ko-KR" sz="882" b="0" i="0" strike="noStrike" cap="none" baseline="0">
                <a:solidFill>
                  <a:srgbClr val="000000"/>
                </a:solidFill>
                <a:effectLst/>
                <a:latin typeface="Segoe UI"/>
                <a:ea typeface="Segoe UI"/>
                <a:cs typeface="Segoe UI"/>
              </a:rPr>
              <a:t> - 지식 원본은 토픽의 생성형 답변 노드에서만 사용됩니다.</a:t>
            </a:r>
          </a:p>
          <a:p>
            <a:endParaRPr lang="en-GB"/>
          </a:p>
          <a:p>
            <a:r>
              <a:rPr lang="ko-KR" sz="1800" b="0" i="0" strike="noStrike" cap="none" baseline="0">
                <a:solidFill>
                  <a:srgbClr val="000000"/>
                </a:solidFill>
                <a:effectLst/>
                <a:latin typeface="Segoe UI"/>
                <a:ea typeface="Segoe UI"/>
                <a:cs typeface="Segoe UI"/>
              </a:rPr>
              <a:t>Dataverse 테이블을 사용하려면 에이전트 인증이 'Microsoft 인증'으로 설정되어 있어야 합니다. 이는 필수 전제 조건입니다.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4E341494-EAFC-2248-8BCC-6E6AB7AE094E}"/>
              </a:ext>
            </a:extLst>
          </p:cNvPr>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동의어, 용어집 용어, 그리고 동의어 및 용어집 항목에 대한 정의는 생성형 오케스트레이션에 도움이 됩니다.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이들은 생성된 응답의 품질을 향상시키기 위한 근거 데이터로 활용됩니다. 에이전트가 테이블의 정보를 이해하고 해석할 수 있도록 추가 정보를 제공하면, 에이전트가 사용자 요청을 더 정확하게 인식하고 제공된 정보를 기반으로 응답할 가능성이 높아집니다.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동의어를 추가하려면 지식 원본을 편집한 다음 </a:t>
            </a:r>
            <a:r>
              <a:rPr lang="ko-KR" sz="882" b="1" i="0" strike="noStrike" cap="none" baseline="0">
                <a:solidFill>
                  <a:srgbClr val="000000"/>
                </a:solidFill>
                <a:effectLst/>
                <a:latin typeface="Segoe UI"/>
                <a:ea typeface="Segoe UI"/>
                <a:cs typeface="Segoe UI"/>
              </a:rPr>
              <a:t>동의어</a:t>
            </a:r>
            <a:r>
              <a:rPr lang="ko-KR" sz="882" b="0" i="0" strike="noStrike" cap="none" baseline="0">
                <a:solidFill>
                  <a:srgbClr val="000000"/>
                </a:solidFill>
                <a:effectLst/>
                <a:latin typeface="Segoe UI"/>
                <a:ea typeface="Segoe UI"/>
                <a:cs typeface="Segoe UI"/>
              </a:rPr>
              <a:t> 탭을 선택합니다. 각 열마다 하나 이상의 동의어를 추가할 수 있습니다.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용어집 정의는 Dataverse 테이블의 용어를 바꾸어 설명하는 데 사용되며, 이를 통해 에이전트가 사용자 질문을 더 잘 이해하고 보다 적절하게 응답할 수 있습니다.</a:t>
            </a:r>
            <a:endParaRPr lang="en-US" altLang="ko-KR" sz="882" b="0" i="0" strike="noStrike" cap="none" baseline="0">
              <a:solidFill>
                <a:srgbClr val="000000"/>
              </a:solidFill>
              <a:effectLst/>
              <a:latin typeface="Segoe UI"/>
              <a:ea typeface="Segoe UI"/>
              <a:cs typeface="Segoe UI"/>
            </a:endParaRPr>
          </a:p>
          <a:p>
            <a:endParaRPr 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용어집 용어를 추가하려면 지식 원본을 편집한 다음 </a:t>
            </a:r>
            <a:r>
              <a:rPr lang="ko-KR" sz="882" b="1" i="0" strike="noStrike" cap="none" baseline="0">
                <a:solidFill>
                  <a:srgbClr val="000000"/>
                </a:solidFill>
                <a:effectLst/>
                <a:latin typeface="Segoe UI"/>
                <a:ea typeface="Segoe UI"/>
                <a:cs typeface="Segoe UI"/>
              </a:rPr>
              <a:t>용어집</a:t>
            </a:r>
            <a:r>
              <a:rPr lang="ko-KR" sz="882" b="0" i="0" strike="noStrike" cap="none" baseline="0">
                <a:solidFill>
                  <a:srgbClr val="000000"/>
                </a:solidFill>
                <a:effectLst/>
                <a:latin typeface="Segoe UI"/>
                <a:ea typeface="Segoe UI"/>
                <a:cs typeface="Segoe UI"/>
              </a:rPr>
              <a:t> 탭을 선택합니다.</a:t>
            </a:r>
          </a:p>
          <a:p>
            <a:endParaRPr lang="en-GB" sz="882" b="0" i="0" kern="1200">
              <a:solidFill>
                <a:schemeClr val="tx1"/>
              </a:solidFill>
              <a:effectLst/>
              <a:latin typeface="Segoe UI" panose="020B0502040204020203" pitchFamily="34" charset="0"/>
              <a:ea typeface="+mn-ea"/>
              <a:cs typeface="+mn-cs"/>
            </a:endParaRPr>
          </a:p>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에이전트에 지식 원본을 추가할 때는 정보가 시간이 지나면서 어떻게 변경될지 항상 통제할 수 있는 것은 아니며, 이 정보를 완전히 신뢰하지 못하는 경우도 있을 수 있습니다.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사용자에게 답변을 신중하게 받아들여야 하며, 필요한 경우 해당 내용을 직접 확인해야 한다는 점을 알리는 것이 중요합니다.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반면 특정 지식 원본의 정보가 엄격한 검증 절차를 거치며 신뢰성이 매우 높다는 것을 알고 있다면, 이 지식 원본을 검증 없이 직접 사용할 수 있는 공식 원본으로 지정할 수 있습니다.</a:t>
            </a:r>
          </a:p>
          <a:p>
            <a:endParaRPr lang="en-GB"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지식 원본을 공식 원본으로 지정하려면 지식 페이지에서 해당 지식 원본의 </a:t>
            </a:r>
            <a:r>
              <a:rPr lang="ko-KR" sz="882" b="1" i="0" strike="noStrike" cap="none" baseline="0">
                <a:solidFill>
                  <a:srgbClr val="000000"/>
                </a:solidFill>
                <a:effectLst/>
                <a:latin typeface="Segoe UI"/>
                <a:ea typeface="Segoe UI"/>
                <a:cs typeface="Segoe UI"/>
              </a:rPr>
              <a:t>줄임표(⋮)</a:t>
            </a:r>
            <a:r>
              <a:rPr lang="ko-KR" sz="882" b="0" i="0" strike="noStrike" cap="none" baseline="0">
                <a:solidFill>
                  <a:srgbClr val="000000"/>
                </a:solidFill>
                <a:effectLst/>
                <a:latin typeface="Segoe UI"/>
                <a:ea typeface="Segoe UI"/>
                <a:cs typeface="Segoe UI"/>
              </a:rPr>
              <a:t>를 선택한 다음, </a:t>
            </a:r>
            <a:r>
              <a:rPr lang="ko-KR" sz="882" b="1" i="0" strike="noStrike" cap="none" baseline="0">
                <a:solidFill>
                  <a:srgbClr val="000000"/>
                </a:solidFill>
                <a:effectLst/>
                <a:latin typeface="Segoe UI"/>
                <a:ea typeface="Segoe UI"/>
                <a:cs typeface="Segoe UI"/>
              </a:rPr>
              <a:t>공식 원본</a:t>
            </a:r>
            <a:r>
              <a:rPr lang="ko-KR" sz="882" b="0" i="0" strike="noStrike" cap="none" baseline="0">
                <a:solidFill>
                  <a:srgbClr val="000000"/>
                </a:solidFill>
                <a:effectLst/>
                <a:latin typeface="Segoe UI"/>
                <a:ea typeface="Segoe UI"/>
                <a:cs typeface="Segoe UI"/>
              </a:rPr>
              <a:t>을 선택하고 </a:t>
            </a:r>
            <a:r>
              <a:rPr lang="ko-KR" sz="882" b="1" i="0" strike="noStrike" cap="none" baseline="0">
                <a:solidFill>
                  <a:srgbClr val="000000"/>
                </a:solidFill>
                <a:effectLst/>
                <a:latin typeface="Segoe UI"/>
                <a:ea typeface="Segoe UI"/>
                <a:cs typeface="Segoe UI"/>
              </a:rPr>
              <a:t>예</a:t>
            </a:r>
            <a:r>
              <a:rPr lang="ko-KR" sz="882" b="0" i="0" strike="noStrike" cap="none" baseline="0">
                <a:solidFill>
                  <a:srgbClr val="000000"/>
                </a:solidFill>
                <a:effectLst/>
                <a:latin typeface="Segoe UI"/>
                <a:ea typeface="Segoe UI"/>
                <a:cs typeface="Segoe UI"/>
              </a:rPr>
              <a:t>를 선택합니다.</a:t>
            </a:r>
          </a:p>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8ED7399E-8B65-266A-990C-05C590026049}"/>
              </a:ext>
            </a:extLst>
          </p:cNvPr>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생성형 답변이 지식 원본을 사용하는 방법 알아보기</a:t>
            </a:r>
          </a:p>
          <a:p>
            <a:endParaRPr lang="en-GB" sz="882" b="0" kern="120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ct val="0"/>
              </a:spcBef>
              <a:spcAft>
                <a:spcPts val="333"/>
              </a:spcAft>
              <a:buClrTx/>
              <a:buSzTx/>
              <a:buFontTx/>
              <a:buNone/>
              <a:defRPr/>
            </a:pPr>
            <a:r>
              <a:rPr lang="ko-KR" sz="882" b="0" i="0" strike="noStrike" cap="none" baseline="0">
                <a:solidFill>
                  <a:srgbClr val="000000"/>
                </a:solidFill>
                <a:effectLst/>
                <a:latin typeface="Segoe UI"/>
                <a:ea typeface="Segoe UI"/>
                <a:cs typeface="Segoe UI"/>
              </a:rPr>
              <a:t>과거에는 챗봇이 사용자의 의도를 파악하지 못하면 질문을 다시 표현해 달라고 요청했습니다. 챗봇과 에이전트의 주요 차이점 중 하나는 알 수 없는 의도를 처리하는 방식입니다.</a:t>
            </a:r>
          </a:p>
          <a:p>
            <a:endParaRPr lang="en-GB" sz="882" b="0" kern="1200">
              <a:solidFill>
                <a:schemeClr val="tx1"/>
              </a:solidFill>
              <a:effectLst/>
              <a:latin typeface="Segoe UI" panose="020B0502040204020203" pitchFamily="34" charset="0"/>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생성형 답변 기능을 사용하면 Microsoft Copilot Studio의 에이전트는 토픽을 작성하지 않고도 내부 또는 외부의 여러 소스에서 정보를 찾아 사용자에게 제공할 수 있습니다.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이를 통해 생성형 답변을 주요 정보 원본으로 사용하거나, 작성된 토픽이 사용자의 질문에 답변할 수 없는 경우 대체 정보 원본으로 사용할 수 있습니다.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그 결과, 기능을 갖춘 에이전트를 만들고 배포하는 데 필요한 시간을 크게 줄일 수 있으며, 모든 고객 질문을 다루지 못할 수 있는 여러 토픽을 일일이 작성할 필요도 없어집니다.</a:t>
            </a:r>
          </a:p>
          <a:p>
            <a:endParaRPr lang="en-US"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생성형 답변은 지식 원본을 </a:t>
            </a:r>
            <a:r>
              <a:rPr lang="ko-KR" sz="882" b="1" i="0" strike="noStrike" cap="none" baseline="0">
                <a:solidFill>
                  <a:srgbClr val="000000"/>
                </a:solidFill>
                <a:effectLst/>
                <a:latin typeface="Segoe UI"/>
                <a:ea typeface="Segoe UI"/>
                <a:cs typeface="Segoe UI"/>
              </a:rPr>
              <a:t>근거 데이터</a:t>
            </a:r>
            <a:r>
              <a:rPr lang="ko-KR" sz="882" b="0" i="0" strike="noStrike" cap="none" baseline="0">
                <a:solidFill>
                  <a:srgbClr val="000000"/>
                </a:solidFill>
                <a:effectLst/>
                <a:latin typeface="Segoe UI"/>
                <a:ea typeface="Segoe UI"/>
                <a:cs typeface="Segoe UI"/>
              </a:rPr>
              <a:t>로 사용합니다.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근거 데이터는 더 풍부한 맥락을 제공하는 데 도움이 됩니다. </a:t>
            </a:r>
            <a:endParaRPr lang="en-US" altLang="ko-KR" sz="882" b="0" i="0" strike="noStrike" cap="none" baseline="0">
              <a:solidFill>
                <a:srgbClr val="000000"/>
              </a:solidFill>
              <a:effectLst/>
              <a:latin typeface="Segoe UI"/>
              <a:ea typeface="Segoe UI"/>
              <a:cs typeface="Segoe UI"/>
            </a:endParaRPr>
          </a:p>
          <a:p>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예를 들어, 내부 데이터 원본을 지식 원본으로 사용하는 경우, 해당 지식 원본은 조직의 데이터를 기반으로 하므로 사용자에게 제공되는 정보는 공개 웹 사이트의 일반적인 정보보다 더 관련성이 높고 적합한 내용이 됩니다.</a:t>
            </a:r>
          </a:p>
          <a:p>
            <a:endParaRPr lang="en-US"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참고: </a:t>
            </a:r>
            <a:r>
              <a:rPr lang="ko-KR" sz="882" b="1" i="0" strike="noStrike" cap="none" baseline="0">
                <a:solidFill>
                  <a:srgbClr val="000000"/>
                </a:solidFill>
                <a:effectLst/>
                <a:latin typeface="Segoe UI"/>
                <a:ea typeface="Segoe UI"/>
                <a:cs typeface="Segoe UI"/>
              </a:rPr>
              <a:t>클래식 오케스트레이션</a:t>
            </a:r>
            <a:r>
              <a:rPr lang="ko-KR" sz="882" b="0" i="0" strike="noStrike" cap="none" baseline="0">
                <a:solidFill>
                  <a:srgbClr val="000000"/>
                </a:solidFill>
                <a:effectLst/>
                <a:latin typeface="Segoe UI"/>
                <a:ea typeface="Segoe UI"/>
                <a:cs typeface="Segoe UI"/>
              </a:rPr>
              <a:t>과 </a:t>
            </a:r>
            <a:r>
              <a:rPr lang="ko-KR" sz="882" b="1" i="0" strike="noStrike" cap="none" baseline="0">
                <a:solidFill>
                  <a:srgbClr val="000000"/>
                </a:solidFill>
                <a:effectLst/>
                <a:latin typeface="Segoe UI"/>
                <a:ea typeface="Segoe UI"/>
                <a:cs typeface="Segoe UI"/>
              </a:rPr>
              <a:t>생성형 오케스트레이션</a:t>
            </a:r>
            <a:r>
              <a:rPr lang="ko-KR" sz="882" b="0" i="0" strike="noStrike" cap="none" baseline="0">
                <a:solidFill>
                  <a:srgbClr val="000000"/>
                </a:solidFill>
                <a:effectLst/>
                <a:latin typeface="Segoe UI"/>
                <a:ea typeface="Segoe UI"/>
                <a:cs typeface="Segoe UI"/>
              </a:rPr>
              <a:t>은</a:t>
            </a:r>
            <a:r>
              <a:rPr lang="ko-KR" sz="882" b="1" i="0" strike="noStrike" cap="none" baseline="0">
                <a:solidFill>
                  <a:srgbClr val="000000"/>
                </a:solidFill>
                <a:effectLst/>
                <a:latin typeface="Segoe UI"/>
                <a:ea typeface="Segoe UI"/>
                <a:cs typeface="Segoe UI"/>
              </a:rPr>
              <a:t> 지식 검색 방식과 지원되는 데이터 원본 등에서 중요한 차이</a:t>
            </a:r>
            <a:r>
              <a:rPr lang="ko-KR" sz="882" b="0" i="0" strike="noStrike" cap="none" baseline="0">
                <a:solidFill>
                  <a:srgbClr val="000000"/>
                </a:solidFill>
                <a:effectLst/>
                <a:latin typeface="Segoe UI"/>
                <a:ea typeface="Segoe UI"/>
                <a:cs typeface="Segoe UI"/>
              </a:rPr>
              <a:t>가 있습니다.</a:t>
            </a:r>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a:extLst>
              <a:ext uri="{FF2B5EF4-FFF2-40B4-BE49-F238E27FC236}">
                <a16:creationId xmlns:a16="http://schemas.microsoft.com/office/drawing/2014/main" id="{4709D7F3-106F-9744-0399-A489B8A67EC1}"/>
              </a:ext>
            </a:extLst>
          </p:cNvPr>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Copilot Studio의 </a:t>
            </a:r>
            <a:r>
              <a:rPr lang="ko-KR" sz="882" b="1" i="0" strike="noStrike" cap="none" baseline="0">
                <a:solidFill>
                  <a:srgbClr val="000000"/>
                </a:solidFill>
                <a:effectLst/>
                <a:latin typeface="Segoe UI"/>
                <a:ea typeface="Segoe UI"/>
                <a:cs typeface="Segoe UI"/>
              </a:rPr>
              <a:t>생성형 답변</a:t>
            </a:r>
            <a:r>
              <a:rPr lang="ko-KR" sz="882" b="0" i="0" strike="noStrike" cap="none" baseline="0">
                <a:solidFill>
                  <a:srgbClr val="000000"/>
                </a:solidFill>
                <a:effectLst/>
                <a:latin typeface="Segoe UI"/>
                <a:ea typeface="Segoe UI"/>
                <a:cs typeface="Segoe UI"/>
              </a:rPr>
              <a:t> 노드를 사용하면 토픽 내에서 에이전트의 생성형 기능을 세부적으로 조정할 수 있습니다. </a:t>
            </a:r>
            <a:endParaRPr lang="en-US" altLang="ko-KR" sz="882" b="0" i="0" strike="noStrike" cap="none" baseline="0">
              <a:solidFill>
                <a:srgbClr val="000000"/>
              </a:solidFill>
              <a:effectLst/>
              <a:latin typeface="Segoe UI"/>
              <a:ea typeface="Segoe UI"/>
              <a:cs typeface="Segoe UI"/>
            </a:endParaRPr>
          </a:p>
          <a:p>
            <a:r>
              <a:rPr lang="ko-KR" sz="882" b="0" i="0" strike="noStrike" cap="none" baseline="0">
                <a:solidFill>
                  <a:srgbClr val="000000"/>
                </a:solidFill>
                <a:effectLst/>
                <a:latin typeface="Segoe UI"/>
                <a:ea typeface="Segoe UI"/>
                <a:cs typeface="Segoe UI"/>
              </a:rPr>
              <a:t>생성형 AI를 다양한 방식으로 활용할 수 있도록 지원합니다.</a:t>
            </a:r>
          </a:p>
          <a:p>
            <a:endParaRPr lang="en-GB" sz="882" b="0" i="0" kern="120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ct val="0"/>
              </a:spcBef>
              <a:spcAft>
                <a:spcPts val="333"/>
              </a:spcAft>
              <a:buClrTx/>
              <a:buSzTx/>
              <a:buFontTx/>
              <a:buNone/>
              <a:defRPr/>
            </a:pPr>
            <a:r>
              <a:rPr lang="ko-KR" sz="900" b="1" i="0" strike="noStrike" cap="none" baseline="0">
                <a:solidFill>
                  <a:srgbClr val="000000"/>
                </a:solidFill>
                <a:effectLst/>
                <a:latin typeface="Segoe UI"/>
                <a:ea typeface="Segoe UI"/>
                <a:cs typeface="Segoe UI"/>
              </a:rPr>
              <a:t>대화형 부스팅</a:t>
            </a:r>
            <a:r>
              <a:rPr lang="ko-KR" sz="900" b="0" i="0" strike="noStrike" cap="none" baseline="0">
                <a:solidFill>
                  <a:srgbClr val="000000"/>
                </a:solidFill>
                <a:effectLst/>
                <a:latin typeface="Segoe UI"/>
                <a:ea typeface="Segoe UI"/>
                <a:cs typeface="Segoe UI"/>
              </a:rPr>
              <a:t> 토픽에는 기본적으로 생성형 답변 노드가 포함되어 있습니다.</a:t>
            </a:r>
          </a:p>
          <a:p>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Copilot Studio의 </a:t>
            </a:r>
            <a:r>
              <a:rPr lang="ko-KR" sz="882" b="1" i="0" strike="noStrike" cap="none" baseline="0">
                <a:solidFill>
                  <a:srgbClr val="000000"/>
                </a:solidFill>
                <a:effectLst/>
                <a:latin typeface="Segoe UI"/>
                <a:ea typeface="Segoe UI"/>
                <a:cs typeface="Segoe UI"/>
              </a:rPr>
              <a:t>생성형 답변</a:t>
            </a:r>
            <a:r>
              <a:rPr lang="ko-KR" sz="882" b="0" i="0" strike="noStrike" cap="none" baseline="0">
                <a:solidFill>
                  <a:srgbClr val="000000"/>
                </a:solidFill>
                <a:effectLst/>
                <a:latin typeface="Segoe UI"/>
                <a:ea typeface="Segoe UI"/>
                <a:cs typeface="Segoe UI"/>
              </a:rPr>
              <a:t> 노드를 사용하면 토픽 내에서 에이전트의 생성형 기능을 세부적으로 조정할 수 있습니다. 생성형 AI를 활용할 수 있는 다양한 방법을 제공합니다.</a:t>
            </a:r>
          </a:p>
          <a:p>
            <a:endParaRPr lang="en-US" sz="882" b="0" i="0" kern="1200">
              <a:solidFill>
                <a:schemeClr val="tx1"/>
              </a:solidFill>
              <a:effectLst/>
              <a:latin typeface="Segoe UI" panose="020B0502040204020203" pitchFamily="34" charset="0"/>
              <a:ea typeface="+mn-ea"/>
              <a:cs typeface="+mn-cs"/>
            </a:endParaRPr>
          </a:p>
          <a:p>
            <a:r>
              <a:rPr lang="ko-KR" sz="882" b="0" i="0" strike="noStrike" cap="none" baseline="0">
                <a:solidFill>
                  <a:srgbClr val="000000"/>
                </a:solidFill>
                <a:effectLst/>
                <a:latin typeface="Segoe UI"/>
                <a:ea typeface="Segoe UI"/>
                <a:cs typeface="Segoe UI"/>
              </a:rPr>
              <a:t>다음과 같은 여러 옵션을 활용할 수 있습니다.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지식 추가</a:t>
            </a:r>
            <a:r>
              <a:rPr lang="ko-KR" sz="882" b="0" i="0" strike="noStrike" cap="none" baseline="0">
                <a:solidFill>
                  <a:srgbClr val="000000"/>
                </a:solidFill>
                <a:effectLst/>
                <a:latin typeface="Segoe UI"/>
                <a:ea typeface="Segoe UI"/>
                <a:cs typeface="Segoe UI"/>
              </a:rPr>
              <a:t> - 문서를 업로드하고 기타 지식 원본을 추가하여 사용자에게 실시간 응답을 제공하는 데 활용할 수 있습니다.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지식 제한</a:t>
            </a:r>
            <a:r>
              <a:rPr lang="ko-KR" sz="882" b="0" i="0" strike="noStrike" cap="none" baseline="0">
                <a:solidFill>
                  <a:srgbClr val="000000"/>
                </a:solidFill>
                <a:effectLst/>
                <a:latin typeface="Segoe UI"/>
                <a:ea typeface="Segoe UI"/>
                <a:cs typeface="Segoe UI"/>
              </a:rPr>
              <a:t> - 에이전트에 추가된 지식 소스 중 어떤 지식 소스를 사용자 응답에 사용할지 지정할 수 있습니다.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웹 검색</a:t>
            </a:r>
            <a:r>
              <a:rPr lang="ko-KR" sz="882" b="0" i="0" strike="noStrike" cap="none" baseline="0">
                <a:solidFill>
                  <a:srgbClr val="000000"/>
                </a:solidFill>
                <a:effectLst/>
                <a:latin typeface="Segoe UI"/>
                <a:ea typeface="Segoe UI"/>
                <a:cs typeface="Segoe UI"/>
              </a:rPr>
              <a:t> - 모든 공개 웹 사이트를 검색하여 사용자에게 응답을 제공합니다.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AI가 자체 일반 지식을 사용할 수 있도록 허용</a:t>
            </a:r>
            <a:r>
              <a:rPr lang="ko-KR" sz="882" b="0" i="0" strike="noStrike" cap="none" baseline="0">
                <a:solidFill>
                  <a:srgbClr val="000000"/>
                </a:solidFill>
                <a:effectLst/>
                <a:latin typeface="Segoe UI"/>
                <a:ea typeface="Segoe UI"/>
                <a:cs typeface="Segoe UI"/>
              </a:rPr>
              <a:t> - 설정된 지식 소스에 답변이 없을 경우 에이전트가 모델 자체의 일반 지식을 통해 답변하도록 허용합니다. 이 기능을 끄면 답변을 지정한 지식 소스에서만 가져옵니다.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콘텐츠 조정 수준</a:t>
            </a:r>
            <a:r>
              <a:rPr lang="ko-KR" sz="882" b="0" i="0" strike="noStrike" cap="none" baseline="0">
                <a:solidFill>
                  <a:srgbClr val="000000"/>
                </a:solidFill>
                <a:effectLst/>
                <a:latin typeface="Segoe UI"/>
                <a:ea typeface="Segoe UI"/>
                <a:cs typeface="Segoe UI"/>
              </a:rPr>
              <a:t> - 생성된 답변이 기반 데이터와 얼마나 엄격하게 일치해야 하는지 결정합니다. 더 높게 조정할수록 더 적지만 더 근접한 답변을 반환합니다.</a:t>
            </a:r>
          </a:p>
          <a:p>
            <a:pPr marL="171450" indent="-171450">
              <a:buFont typeface="Segoe UI" panose="020B0604020202020204" pitchFamily="34" charset="0"/>
              <a:buChar char="•"/>
            </a:pPr>
            <a:r>
              <a:rPr lang="ko-KR" sz="882" b="1" i="0" strike="noStrike" cap="none" baseline="0">
                <a:solidFill>
                  <a:srgbClr val="000000"/>
                </a:solidFill>
                <a:effectLst/>
                <a:latin typeface="Segoe UI"/>
                <a:ea typeface="Segoe UI"/>
                <a:cs typeface="Segoe UI"/>
              </a:rPr>
              <a:t>LLM 응답 저장</a:t>
            </a:r>
            <a:r>
              <a:rPr lang="ko-KR" sz="882" b="0" i="0" strike="noStrike" cap="none" baseline="0">
                <a:solidFill>
                  <a:srgbClr val="000000"/>
                </a:solidFill>
                <a:effectLst/>
                <a:latin typeface="Segoe UI"/>
                <a:ea typeface="Segoe UI"/>
                <a:cs typeface="Segoe UI"/>
              </a:rPr>
              <a:t> - </a:t>
            </a:r>
            <a:r>
              <a:rPr lang="ko-KR" sz="882" b="1" i="0" strike="noStrike" cap="none" baseline="0">
                <a:solidFill>
                  <a:srgbClr val="000000"/>
                </a:solidFill>
                <a:effectLst/>
                <a:latin typeface="Segoe UI"/>
                <a:ea typeface="Segoe UI"/>
                <a:cs typeface="Segoe UI"/>
              </a:rPr>
              <a:t>전체 응답</a:t>
            </a:r>
            <a:r>
              <a:rPr lang="ko-KR" sz="882" b="0" i="0" strike="noStrike" cap="none" baseline="0">
                <a:solidFill>
                  <a:srgbClr val="000000"/>
                </a:solidFill>
                <a:effectLst/>
                <a:latin typeface="Segoe UI"/>
                <a:ea typeface="Segoe UI"/>
                <a:cs typeface="Segoe UI"/>
              </a:rPr>
              <a:t>을 선택하여 답변, 인용 정보 및 원본 메타데이터를 저장할 수 있습니다. </a:t>
            </a:r>
            <a:r>
              <a:rPr lang="ko-KR" sz="882" b="1" i="0" strike="noStrike" cap="none" baseline="0">
                <a:solidFill>
                  <a:srgbClr val="000000"/>
                </a:solidFill>
                <a:effectLst/>
                <a:latin typeface="Segoe UI"/>
                <a:ea typeface="Segoe UI"/>
                <a:cs typeface="Segoe UI"/>
              </a:rPr>
              <a:t>텍스트만</a:t>
            </a:r>
            <a:r>
              <a:rPr lang="ko-KR" sz="882" b="0" i="0" strike="noStrike" cap="none" baseline="0">
                <a:solidFill>
                  <a:srgbClr val="000000"/>
                </a:solidFill>
                <a:effectLst/>
                <a:latin typeface="Segoe UI"/>
                <a:ea typeface="Segoe UI"/>
                <a:cs typeface="Segoe UI"/>
              </a:rPr>
              <a:t>을 선택하면 답변과 인용 정보만 저장합니다.</a:t>
            </a:r>
          </a:p>
          <a:p>
            <a:pPr marL="171450" indent="-171450">
              <a:buFont typeface="Segoe UI" panose="020B0604020202020204" pitchFamily="34" charset="0"/>
              <a:buChar char="•"/>
            </a:pPr>
            <a:endParaRPr lang="en-US" sz="882" b="0" i="0" kern="1200">
              <a:solidFill>
                <a:schemeClr val="tx1"/>
              </a:solidFill>
              <a:effectLst/>
              <a:latin typeface="Segoe UI" panose="020B0502040204020203" pitchFamily="34" charset="0"/>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ko-KR" sz="1800" b="0" i="0" strike="noStrike" cap="none" baseline="0">
                <a:solidFill>
                  <a:srgbClr val="CCCCCC"/>
                </a:solidFill>
                <a:effectLst/>
                <a:highlight>
                  <a:srgbClr val="1F1F1F"/>
                </a:highlight>
                <a:latin typeface="+mn-lt"/>
                <a:ea typeface="Segoe UI"/>
                <a:cs typeface="+mn-cs"/>
              </a:rPr>
              <a:t>이 랩에서는 생성형 AI 구성 및 지식 원본 추가 방법을 다룹니다.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1800" b="0" i="0" strike="noStrike" cap="none" baseline="0">
                <a:solidFill>
                  <a:srgbClr val="000000"/>
                </a:solidFill>
                <a:effectLst/>
                <a:latin typeface="Segoe UI"/>
                <a:ea typeface="Segoe UI"/>
                <a:cs typeface="Segoe UI"/>
              </a:rPr>
              <a:t>WWL은 7~10개 슬라이드마다, 가급적 각 섹션이 끝날 때 설문 조사를 실시할 것을 권장합니다. 이렇게 하면 수업을 나누고 특히 원격 수업에서 더 많은 대화형 작업을 추가하는 데 도움이 됩니다.</a:t>
            </a:r>
          </a:p>
          <a:p>
            <a:endParaRPr lang="en-US">
              <a:latin typeface="Segoe UI" panose="020B0502040204020203" pitchFamily="34" charset="0"/>
              <a:cs typeface="Segoe UI" panose="020B0502040204020203" pitchFamily="34" charset="0"/>
            </a:endParaRPr>
          </a:p>
          <a:p>
            <a:pPr marL="0" marR="0" lvl="0" indent="0" algn="l" defTabSz="932742" rtl="0" eaLnBrk="1" fontAlgn="auto" latinLnBrk="0" hangingPunct="1">
              <a:lnSpc>
                <a:spcPct val="90000"/>
              </a:lnSpc>
              <a:spcBef>
                <a:spcPct val="0"/>
              </a:spcBef>
              <a:spcAft>
                <a:spcPts val="340"/>
              </a:spcAft>
              <a:buClrTx/>
              <a:buSzTx/>
              <a:buFontTx/>
              <a:buNone/>
              <a:defRPr/>
            </a:pPr>
            <a:r>
              <a:rPr lang="ko-KR" sz="1800" b="0" i="0" strike="noStrike" cap="none" baseline="0">
                <a:solidFill>
                  <a:srgbClr val="000000"/>
                </a:solidFill>
                <a:effectLst/>
                <a:latin typeface="Segoe UI"/>
                <a:ea typeface="Segoe UI"/>
                <a:cs typeface="Segoe UI"/>
              </a:rPr>
              <a:t>대화형 작업을 촉진하기 위해 WWL은 Mentimeter, Kahoot 또는 이와 유사한 설문 조사 기술을 사용할 것을 제안합니다. 필요에 따라 이 슬라이드를 자유롭게 조정하고 선택한 설문 조사 도구에 따라 지침을 채워 넣으세요.</a:t>
            </a:r>
          </a:p>
          <a:p>
            <a:pPr marL="0" marR="0" lvl="0" indent="0" algn="l" defTabSz="932742" rtl="0" eaLnBrk="1" fontAlgn="auto" latinLnBrk="0" hangingPunct="1">
              <a:lnSpc>
                <a:spcPct val="90000"/>
              </a:lnSpc>
              <a:spcBef>
                <a:spcPct val="0"/>
              </a:spcBef>
              <a:spcAft>
                <a:spcPts val="340"/>
              </a:spcAft>
              <a:buClrTx/>
              <a:buSzTx/>
              <a:buFontTx/>
              <a:buNone/>
              <a:defRPr/>
            </a:pPr>
            <a:endParaRPr lang="en-US" sz="1800">
              <a:effectLst/>
              <a:latin typeface="Segoe UI" panose="020B0502040204020203" pitchFamily="34" charset="0"/>
              <a:ea typeface="Segoe UI" panose="020F0502020204030204" pitchFamily="34" charset="0"/>
              <a:cs typeface="Segoe UI" panose="020B0502040204020203" pitchFamily="34" charset="0"/>
            </a:endParaRPr>
          </a:p>
          <a:p>
            <a:pPr defTabSz="932742">
              <a:spcAft>
                <a:spcPts val="340"/>
              </a:spcAft>
              <a:defRPr/>
            </a:pPr>
            <a:r>
              <a:rPr lang="ko-KR" sz="1800" b="1" i="0" strike="noStrike" cap="none" baseline="0">
                <a:solidFill>
                  <a:srgbClr val="000000"/>
                </a:solidFill>
                <a:effectLst/>
                <a:latin typeface="Segoe UI"/>
                <a:ea typeface="Segoe UI"/>
                <a:cs typeface="Segoe UI"/>
              </a:rPr>
              <a:t>Learn 참고:</a:t>
            </a:r>
          </a:p>
          <a:p>
            <a:pPr marL="0" marR="0" lvl="0" indent="0" algn="l" defTabSz="932742" rtl="0" eaLnBrk="1" fontAlgn="auto" latinLnBrk="0" hangingPunct="1">
              <a:lnSpc>
                <a:spcPct val="90000"/>
              </a:lnSpc>
              <a:spcBef>
                <a:spcPct val="0"/>
              </a:spcBef>
              <a:spcAft>
                <a:spcPts val="340"/>
              </a:spcAft>
              <a:buClrTx/>
              <a:buSzTx/>
              <a:buFontTx/>
              <a:buNone/>
              <a:defRPr/>
            </a:pPr>
            <a:r>
              <a:rPr lang="ko-KR" sz="1800" b="0" i="0" strike="noStrike" cap="none" baseline="0">
                <a:solidFill>
                  <a:srgbClr val="000000"/>
                </a:solidFill>
                <a:effectLst/>
                <a:latin typeface="Segoe UI"/>
                <a:ea typeface="Segoe UI"/>
                <a:cs typeface="Segoe UI"/>
              </a:rPr>
              <a:t>Learn에는 Learn 모듈을 통해 개별적으로 수행되는 지식 검사가 있습니다.</a:t>
            </a:r>
          </a:p>
          <a:p>
            <a:pPr marL="0" marR="0" lvl="0" indent="0" algn="l" defTabSz="932742" rtl="0" eaLnBrk="1" fontAlgn="auto" latinLnBrk="0" hangingPunct="1">
              <a:lnSpc>
                <a:spcPct val="90000"/>
              </a:lnSpc>
              <a:spcBef>
                <a:spcPct val="0"/>
              </a:spcBef>
              <a:spcAft>
                <a:spcPts val="340"/>
              </a:spcAft>
              <a:buClrTx/>
              <a:buSzTx/>
              <a:buFontTx/>
              <a:buNone/>
              <a:defRPr/>
            </a:pPr>
            <a:r>
              <a:rPr lang="ko-KR" sz="1800" b="0" i="0" strike="noStrike" cap="none" baseline="0">
                <a:solidFill>
                  <a:srgbClr val="000000"/>
                </a:solidFill>
                <a:effectLst/>
                <a:latin typeface="Segoe UI"/>
                <a:ea typeface="Segoe UI"/>
                <a:cs typeface="Segoe UI"/>
              </a:rPr>
              <a:t>이 질문들 중 일부는 Learn 모듈에서 가져온 것입니다.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ko-KR" sz="1800" b="0" i="0" strike="noStrike" cap="none" baseline="0">
                <a:solidFill>
                  <a:srgbClr val="CE9178"/>
                </a:solidFill>
                <a:effectLst/>
                <a:highlight>
                  <a:srgbClr val="1F1F1F"/>
                </a:highlight>
                <a:latin typeface="Segoe UI"/>
                <a:ea typeface="Segoe UI"/>
                <a:cs typeface="Segoe UI"/>
              </a:rPr>
              <a:t>공용 웹 사이트는 Microsoft Copilot Studio 인터페이스 내에서 생성형 답변 기능을 직접 연결할 수 있는 데이터 원본입니다.</a:t>
            </a:r>
            <a:endParaRPr lang="en-GB" b="0">
              <a:solidFill>
                <a:srgbClr val="CCCCCC"/>
              </a:solidFill>
              <a:effectLst/>
              <a:highlight>
                <a:srgbClr val="1F1F1F"/>
              </a:highlight>
              <a:latin typeface="Segoe UI" panose="020B0502040204020203" pitchFamily="34" charset="0"/>
              <a:cs typeface="Segoe UI" panose="020B0502040204020203" pitchFamily="34" charset="0"/>
            </a:endParaRPr>
          </a:p>
          <a:p>
            <a:pPr marL="0" marR="0" lvl="0" indent="0" algn="l" defTabSz="914367" rtl="0" eaLnBrk="1" fontAlgn="auto" latinLnBrk="0" hangingPunct="1">
              <a:lnSpc>
                <a:spcPct val="90000"/>
              </a:lnSpc>
              <a:spcBef>
                <a:spcPct val="0"/>
              </a:spcBef>
              <a:spcAft>
                <a:spcPts val="333"/>
              </a:spcAft>
              <a:buClrTx/>
              <a:buSzTx/>
              <a:buFontTx/>
              <a:buNone/>
              <a:defRPr/>
            </a:pPr>
            <a:endParaRPr lang="en-GB">
              <a:latin typeface="Segoe UI" panose="020B0502040204020203" pitchFamily="34" charset="0"/>
              <a:cs typeface="Segoe UI" panose="020B0502040204020203"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ko-KR" sz="1800" b="0" i="0" strike="noStrike" cap="none" baseline="0">
                <a:solidFill>
                  <a:srgbClr val="CE9178"/>
                </a:solidFill>
                <a:effectLst/>
                <a:highlight>
                  <a:srgbClr val="1F1F1F"/>
                </a:highlight>
                <a:latin typeface="Segoe UI"/>
                <a:ea typeface="Segoe UI"/>
                <a:cs typeface="Segoe UI"/>
              </a:rPr>
              <a:t>대체 토픽은 에이전트에서 사용자의 질문이나 메시지를 토픽과 일치시킬 수 없을 때 트리거됩니다. 대체 토픽은 채팅을 담당자에게 전달하기 위해 에스컬레이션 토픽을 호출합니다. 더 많은 질문을 하도록 이 토픽을 구성</a:t>
            </a:r>
            <a:endParaRPr lang="en-GB" b="0">
              <a:solidFill>
                <a:srgbClr val="CCCCCC"/>
              </a:solidFill>
              <a:effectLst/>
              <a:highlight>
                <a:srgbClr val="1F1F1F"/>
              </a:highlight>
              <a:latin typeface="Segoe UI" panose="020B0502040204020203" pitchFamily="34" charset="0"/>
              <a:cs typeface="Segoe UI" panose="020B0502040204020203"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highlight>
                  <a:srgbClr val="FFFFFF"/>
                </a:highlight>
                <a:latin typeface="Segoe UI"/>
                <a:ea typeface="Segoe UI"/>
                <a:cs typeface="Segoe UI"/>
              </a:rPr>
              <a:t>512MB는 생성형 AI 데이터 원본용 문서를 업로드할 때 허용되는 최대 파일 크기입니다.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highlight>
                  <a:srgbClr val="FFFFFF"/>
                </a:highlight>
                <a:latin typeface="Segoe UI"/>
                <a:ea typeface="Segoe UI"/>
                <a:cs typeface="Segoe UI"/>
              </a:rPr>
              <a:t>대화형 부스팅 토픽은 생성형 답변 노드를 사용하여 토픽을 작성하지 않고도 에이전트가 여러 원본의 정보를 제공할 수 있도록 합니다.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sz="882" b="0" i="0" strike="noStrike" cap="none" baseline="0">
                <a:solidFill>
                  <a:srgbClr val="000000"/>
                </a:solidFill>
                <a:effectLst/>
                <a:latin typeface="Segoe UI"/>
                <a:ea typeface="Segoe UI"/>
                <a:cs typeface="Segoe UI"/>
              </a:rPr>
              <a:t>이 모듈에서는 생성형 답변이 지식 원본을 활용하여 Microsoft Copilot Studio의 에이전트를 향상시키는 방법을 알아보았습니다.</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78B8DE6-816E-6547-318A-717B1FE20D3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F496AD4C-6639-6E98-0650-89597825E6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FFB33D9-3C1A-4BED-2CFB-6BD9DBB198D4}"/>
              </a:ext>
            </a:extLst>
          </p:cNvPr>
          <p:cNvSpPr>
            <a:spLocks noGrp="1"/>
          </p:cNvSpPr>
          <p:nvPr>
            <p:ph type="dt" sz="half" idx="10"/>
          </p:nvPr>
        </p:nvSpPr>
        <p:spPr/>
        <p:txBody>
          <a:bodyPr/>
          <a:lstStyle/>
          <a:p>
            <a:fld id="{F5D7BC79-E7E9-4DF1-9D5F-4CD5A3CD55DD}" type="datetimeFigureOut">
              <a:rPr lang="ko-KR" altLang="en-US" smtClean="0"/>
              <a:t>2026-08-23</a:t>
            </a:fld>
            <a:endParaRPr lang="ko-KR" altLang="en-US"/>
          </a:p>
        </p:txBody>
      </p:sp>
      <p:sp>
        <p:nvSpPr>
          <p:cNvPr id="5" name="바닥글 개체 틀 4">
            <a:extLst>
              <a:ext uri="{FF2B5EF4-FFF2-40B4-BE49-F238E27FC236}">
                <a16:creationId xmlns:a16="http://schemas.microsoft.com/office/drawing/2014/main" id="{AA160EDA-FE2B-F1CC-4F10-3BC8FB72802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72B08D3-B3FA-CC69-C529-BB3512AF73C0}"/>
              </a:ext>
            </a:extLst>
          </p:cNvPr>
          <p:cNvSpPr>
            <a:spLocks noGrp="1"/>
          </p:cNvSpPr>
          <p:nvPr>
            <p:ph type="sldNum" sz="quarter" idx="12"/>
          </p:nvPr>
        </p:nvSpPr>
        <p:spPr/>
        <p:txBody>
          <a:bodyPr/>
          <a:lstStyle/>
          <a:p>
            <a:fld id="{C770A1D5-30DA-4985-81F5-F226B3B6A86A}" type="slidenum">
              <a:rPr lang="ko-KR" altLang="en-US" smtClean="0"/>
              <a:t>‹#›</a:t>
            </a:fld>
            <a:endParaRPr lang="ko-KR" altLang="en-US"/>
          </a:p>
        </p:txBody>
      </p:sp>
      <p:pic>
        <p:nvPicPr>
          <p:cNvPr id="8" name="그림 7">
            <a:extLst>
              <a:ext uri="{FF2B5EF4-FFF2-40B4-BE49-F238E27FC236}">
                <a16:creationId xmlns:a16="http://schemas.microsoft.com/office/drawing/2014/main" id="{7FE005D7-FEDF-0A7D-26A6-3AE15745C2AE}"/>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2654884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_Gradient_Light">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671D777-B835-0A62-E34D-B42F23B47F32}"/>
              </a:ext>
            </a:extLst>
          </p:cNvPr>
          <p:cNvPicPr>
            <a:picLocks noChangeAspect="1"/>
          </p:cNvPicPr>
          <p:nvPr userDrawn="1"/>
        </p:nvPicPr>
        <p:blipFill>
          <a:blip r:embed="rId2"/>
          <a:srcRect l="644" t="1099" r="412"/>
          <a:stretch>
            <a:fillRect/>
          </a:stretch>
        </p:blipFill>
        <p:spPr>
          <a:xfrm>
            <a:off x="5081" y="0"/>
            <a:ext cx="12186920" cy="6858000"/>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FEDF3DE4-8628-A0E3-0518-AA5354E77E18}"/>
              </a:ext>
            </a:extLst>
          </p:cNvPr>
          <p:cNvSpPr>
            <a:spLocks noGrp="1"/>
          </p:cNvSpPr>
          <p:nvPr>
            <p:ph type="title" hasCustomPrompt="1"/>
          </p:nvPr>
        </p:nvSpPr>
        <p:spPr>
          <a:xfrm>
            <a:off x="569912" y="2892424"/>
            <a:ext cx="8193024" cy="1107739"/>
          </a:xfrm>
          <a:noFill/>
        </p:spPr>
        <p:txBody>
          <a:bodyPr wrap="square" lIns="0" tIns="0" rIns="0" bIns="0" anchor="b" anchorCtr="0">
            <a:spAutoFit/>
          </a:bodyPr>
          <a:lstStyle>
            <a:lvl1pPr>
              <a:defRPr sz="3999"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7"/>
            <a:ext cx="8193024" cy="221599"/>
          </a:xfrm>
          <a:prstGeom prst="rect">
            <a:avLst/>
          </a:prstGeom>
          <a:noFill/>
        </p:spPr>
        <p:txBody>
          <a:bodyPr wrap="square" lIns="0" tIns="0" rIns="0" bIns="0">
            <a:spAutoFit/>
          </a:bodyPr>
          <a:lstStyle>
            <a:lvl1pPr marL="0" indent="0">
              <a:spcBef>
                <a:spcPct val="0"/>
              </a:spcBef>
              <a:buNone/>
              <a:defRPr sz="1600" spc="0" baseline="0">
                <a:solidFill>
                  <a:schemeClr val="tx1"/>
                </a:solidFill>
                <a:latin typeface="+mn-lt"/>
                <a:cs typeface="Segoe UI"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9F62B460-7838-D919-2107-2AE2DB807FF1}"/>
              </a:ext>
            </a:extLst>
          </p:cNvPr>
          <p:cNvSpPr>
            <a:spLocks noGrp="1"/>
          </p:cNvSpPr>
          <p:nvPr>
            <p:ph type="body" sz="quarter" idx="13" hasCustomPrompt="1"/>
          </p:nvPr>
        </p:nvSpPr>
        <p:spPr>
          <a:xfrm>
            <a:off x="582043" y="6446520"/>
            <a:ext cx="1645920" cy="138499"/>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5" name="Text Placeholder 4">
            <a:extLst>
              <a:ext uri="{FF2B5EF4-FFF2-40B4-BE49-F238E27FC236}">
                <a16:creationId xmlns:a16="http://schemas.microsoft.com/office/drawing/2014/main" id="{AE54E53D-428B-872F-679F-3347A7E78D46}"/>
              </a:ext>
            </a:extLst>
          </p:cNvPr>
          <p:cNvSpPr>
            <a:spLocks noGrp="1"/>
          </p:cNvSpPr>
          <p:nvPr>
            <p:ph type="body" sz="quarter" idx="14" hasCustomPrompt="1"/>
          </p:nvPr>
        </p:nvSpPr>
        <p:spPr>
          <a:xfrm>
            <a:off x="2471054" y="6446520"/>
            <a:ext cx="6336792" cy="138499"/>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Microsoft confidential</a:t>
            </a:r>
          </a:p>
        </p:txBody>
      </p:sp>
    </p:spTree>
    <p:extLst>
      <p:ext uri="{BB962C8B-B14F-4D97-AF65-F5344CB8AC3E}">
        <p14:creationId xmlns:p14="http://schemas.microsoft.com/office/powerpoint/2010/main" val="1875407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AB0B9500-E97F-D24A-FF7A-6C303A1F59AC}"/>
              </a:ext>
            </a:extLst>
          </p:cNvPr>
          <p:cNvPicPr>
            <a:picLocks noChangeAspect="1"/>
          </p:cNvPicPr>
          <p:nvPr userDrawn="1"/>
        </p:nvPicPr>
        <p:blipFill>
          <a:blip r:embed="rId2"/>
          <a:stretch>
            <a:fillRect/>
          </a:stretch>
        </p:blipFill>
        <p:spPr>
          <a:xfrm>
            <a:off x="0" y="2016"/>
            <a:ext cx="12192000" cy="6853968"/>
          </a:xfrm>
          <a:prstGeom prst="rect">
            <a:avLst/>
          </a:prstGeom>
        </p:spPr>
      </p:pic>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8"/>
            <a:ext cx="8193024" cy="307777"/>
          </a:xfrm>
        </p:spPr>
        <p:txBody>
          <a:bodyPr/>
          <a:lstStyle>
            <a:lvl1pPr>
              <a:defRPr sz="1999" b="0" i="0">
                <a:solidFill>
                  <a:schemeClr val="tx1"/>
                </a:solidFill>
                <a:latin typeface="+mj-lt"/>
                <a:cs typeface="Segoe UI"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pPr defTabSz="91409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0138616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Resour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8"/>
            <a:ext cx="8193024" cy="307777"/>
          </a:xfrm>
        </p:spPr>
        <p:txBody>
          <a:bodyPr/>
          <a:lstStyle>
            <a:lvl1pPr>
              <a:defRPr sz="1999" b="0" i="0">
                <a:solidFill>
                  <a:schemeClr val="tx1"/>
                </a:solidFill>
                <a:latin typeface="+mj-lt"/>
                <a:cs typeface="Segoe UI"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8"/>
            <a:ext cx="8193024" cy="480131"/>
          </a:xfrm>
          <a:prstGeom prst="rect">
            <a:avLst/>
          </a:prstGeom>
        </p:spPr>
        <p:txBody>
          <a:bodyPr wrap="square">
            <a:spAutoFit/>
          </a:bodyPr>
          <a:lstStyle>
            <a:lvl1pPr marL="0" indent="0">
              <a:buFont typeface="Segoe UI" panose="020B0604020202020204" pitchFamily="34" charset="0"/>
              <a:buNone/>
              <a:defRPr>
                <a:solidFill>
                  <a:schemeClr val="tx1"/>
                </a:solidFill>
                <a:latin typeface="+mj-lt"/>
              </a:defRPr>
            </a:lvl1pPr>
            <a:lvl2pPr marL="265096" indent="-127978">
              <a:buFont typeface="Segoe UI" panose="020B0604020202020204" pitchFamily="34" charset="0"/>
              <a:buChar char="•"/>
              <a:defRPr>
                <a:solidFill>
                  <a:schemeClr val="tx1"/>
                </a:solidFill>
              </a:defRPr>
            </a:lvl2pPr>
            <a:lvl3pPr marL="383933" indent="-118836">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1"/>
            <a:ext cx="8193024" cy="1531188"/>
          </a:xfrm>
          <a:prstGeom prst="rect">
            <a:avLst/>
          </a:prstGeom>
        </p:spPr>
        <p:txBody>
          <a:bodyPr wrap="square">
            <a:spAutoFit/>
          </a:bodyPr>
          <a:lstStyle>
            <a:lvl1pPr marL="137119" indent="-137119">
              <a:buFont typeface="Segoe UI" panose="020B0604020202020204" pitchFamily="34" charset="0"/>
              <a:buChar char="•"/>
              <a:defRPr>
                <a:solidFill>
                  <a:schemeClr val="tx1"/>
                </a:solidFill>
              </a:defRPr>
            </a:lvl1pPr>
            <a:lvl2pPr marL="265096" indent="-127978">
              <a:buFont typeface="Segoe UI" panose="020B0604020202020204" pitchFamily="34" charset="0"/>
              <a:buChar char="•"/>
              <a:defRPr>
                <a:solidFill>
                  <a:schemeClr val="tx1"/>
                </a:solidFill>
              </a:defRPr>
            </a:lvl2pPr>
            <a:lvl3pPr marL="383933" indent="-118836">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6"/>
            <a:ext cx="8193024" cy="480131"/>
          </a:xfrm>
          <a:prstGeom prst="rect">
            <a:avLst/>
          </a:prstGeom>
        </p:spPr>
        <p:txBody>
          <a:bodyPr wrap="square">
            <a:spAutoFit/>
          </a:bodyPr>
          <a:lstStyle>
            <a:lvl1pPr marL="0" indent="0">
              <a:buFont typeface="Segoe UI" panose="020B0604020202020204" pitchFamily="34" charset="0"/>
              <a:buNone/>
              <a:defRPr>
                <a:solidFill>
                  <a:schemeClr val="tx1"/>
                </a:solidFill>
                <a:latin typeface="+mj-lt"/>
              </a:defRPr>
            </a:lvl1pPr>
            <a:lvl2pPr marL="265096" indent="-127978">
              <a:buFont typeface="Segoe UI" panose="020B0604020202020204" pitchFamily="34" charset="0"/>
              <a:buChar char="•"/>
              <a:defRPr>
                <a:solidFill>
                  <a:schemeClr val="tx1"/>
                </a:solidFill>
              </a:defRPr>
            </a:lvl2pPr>
            <a:lvl3pPr marL="383933" indent="-118836">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9"/>
            <a:ext cx="8193024" cy="1531188"/>
          </a:xfrm>
          <a:prstGeom prst="rect">
            <a:avLst/>
          </a:prstGeom>
        </p:spPr>
        <p:txBody>
          <a:bodyPr wrap="square">
            <a:spAutoFit/>
          </a:bodyPr>
          <a:lstStyle>
            <a:lvl1pPr marL="137119" indent="-137119">
              <a:buFont typeface="Segoe UI" panose="020B0604020202020204" pitchFamily="34" charset="0"/>
              <a:buChar char="•"/>
              <a:defRPr>
                <a:solidFill>
                  <a:schemeClr val="tx1"/>
                </a:solidFill>
              </a:defRPr>
            </a:lvl1pPr>
            <a:lvl2pPr marL="265096" indent="-127978">
              <a:buFont typeface="Segoe UI" panose="020B0604020202020204" pitchFamily="34" charset="0"/>
              <a:buChar char="•"/>
              <a:defRPr>
                <a:solidFill>
                  <a:schemeClr val="tx1"/>
                </a:solidFill>
              </a:defRPr>
            </a:lvl2pPr>
            <a:lvl3pPr marL="383933" indent="-118836">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pPr defTabSz="914093">
              <a:defRPr/>
            </a:pPr>
            <a:r>
              <a:rPr lang="en-US">
                <a:solidFill>
                  <a:srgbClr val="000000"/>
                </a:solidFill>
              </a:rPr>
              <a:t>© Copyright Microsoft Corporation. All rights reserved.</a:t>
            </a:r>
          </a:p>
        </p:txBody>
      </p:sp>
      <p:pic>
        <p:nvPicPr>
          <p:cNvPr id="5" name="그림 4">
            <a:extLst>
              <a:ext uri="{FF2B5EF4-FFF2-40B4-BE49-F238E27FC236}">
                <a16:creationId xmlns:a16="http://schemas.microsoft.com/office/drawing/2014/main" id="{F3790994-60AC-20AF-DD26-D618B128D9B4}"/>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2750339638"/>
      </p:ext>
    </p:extLst>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3E920D-D690-EAFC-6A45-5076BB2F063B}"/>
              </a:ext>
            </a:extLst>
          </p:cNvPr>
          <p:cNvPicPr>
            <a:picLocks noChangeAspect="1"/>
          </p:cNvPicPr>
          <p:nvPr userDrawn="1"/>
        </p:nvPicPr>
        <p:blipFill>
          <a:blip r:embed="rId2">
            <a:alphaModFix/>
          </a:blip>
          <a:stretch>
            <a:fillRect/>
          </a:stretch>
        </p:blipFill>
        <p:spPr>
          <a:xfrm>
            <a:off x="1" y="0"/>
            <a:ext cx="1219200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446295"/>
            <a:ext cx="8193024" cy="553870"/>
          </a:xfrm>
          <a:noFill/>
        </p:spPr>
        <p:txBody>
          <a:bodyPr wrap="square" lIns="0" tIns="0" rIns="0" bIns="0" anchor="b" anchorCtr="0">
            <a:spAutoFit/>
          </a:bodyPr>
          <a:lstStyle>
            <a:lvl1pPr>
              <a:defRPr sz="3999" b="0" i="0" spc="-50" baseline="0">
                <a:solidFill>
                  <a:schemeClr val="tx1"/>
                </a:solidFill>
                <a:latin typeface="+mn-lt"/>
                <a:cs typeface="Segoe UI"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30"/>
            <a:ext cx="8193024" cy="221599"/>
          </a:xfrm>
          <a:prstGeom prst="rect">
            <a:avLst/>
          </a:prstGeom>
          <a:noFill/>
        </p:spPr>
        <p:txBody>
          <a:bodyPr wrap="square" lIns="0" tIns="0" rIns="0" bIns="0">
            <a:spAutoFit/>
          </a:bodyPr>
          <a:lstStyle>
            <a:lvl1pPr marL="0" indent="0">
              <a:spcBef>
                <a:spcPct val="0"/>
              </a:spcBef>
              <a:buNone/>
              <a:defRPr sz="1600" spc="0" baseline="0">
                <a:solidFill>
                  <a:schemeClr val="tx1"/>
                </a:solidFill>
                <a:latin typeface="+mn-lt"/>
                <a:cs typeface="Segoe UI" pitchFamily="34" charset="0"/>
              </a:defRPr>
            </a:lvl1pPr>
          </a:lstStyle>
          <a:p>
            <a:pPr lvl="0"/>
            <a:r>
              <a:rPr lang="en-US"/>
              <a:t>Subtitle</a:t>
            </a:r>
          </a:p>
        </p:txBody>
      </p:sp>
    </p:spTree>
    <p:extLst>
      <p:ext uri="{BB962C8B-B14F-4D97-AF65-F5344CB8AC3E}">
        <p14:creationId xmlns:p14="http://schemas.microsoft.com/office/powerpoint/2010/main" val="25187450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8"/>
            <a:ext cx="4710689" cy="307777"/>
          </a:xfrm>
        </p:spPr>
        <p:txBody>
          <a:bodyPr/>
          <a:lstStyle>
            <a:lvl1pPr>
              <a:defRPr sz="1999" b="0" i="0">
                <a:solidFill>
                  <a:schemeClr val="tx1"/>
                </a:solidFill>
                <a:latin typeface="+mj-lt"/>
                <a:cs typeface="Segoe UI"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1" y="1594156"/>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90" y="2085766"/>
            <a:ext cx="4712685" cy="1605568"/>
          </a:xfrm>
          <a:prstGeom prst="rect">
            <a:avLst/>
          </a:prstGeom>
        </p:spPr>
        <p:txBody>
          <a:bodyPr wrap="square">
            <a:spAutoFit/>
          </a:bodyPr>
          <a:lstStyle>
            <a:lvl1pPr marL="137119" indent="-137119">
              <a:spcAft>
                <a:spcPct val="0"/>
              </a:spcAft>
              <a:buFont typeface="Segoe UI" panose="020B0604020202020204" pitchFamily="34" charset="0"/>
              <a:buChar char="•"/>
              <a:defRPr>
                <a:solidFill>
                  <a:schemeClr val="tx1"/>
                </a:solidFill>
              </a:defRPr>
            </a:lvl1pPr>
            <a:lvl2pPr marL="265096" indent="-127978">
              <a:spcAft>
                <a:spcPct val="0"/>
              </a:spcAft>
              <a:buFont typeface="Segoe UI" panose="020B0604020202020204" pitchFamily="34" charset="0"/>
              <a:buChar char="•"/>
              <a:defRPr>
                <a:solidFill>
                  <a:schemeClr val="tx1"/>
                </a:solidFill>
              </a:defRPr>
            </a:lvl2pPr>
            <a:lvl3pPr marL="383933" indent="-118836">
              <a:spcAft>
                <a:spcPct val="0"/>
              </a:spcAft>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1"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pPr defTabSz="914093">
              <a:defRPr/>
            </a:pPr>
            <a:r>
              <a:rPr lang="en-US">
                <a:solidFill>
                  <a:srgbClr val="000000"/>
                </a:solidFill>
              </a:rPr>
              <a:t>© Copyright Microsoft Corporation. All rights reserved.</a:t>
            </a:r>
          </a:p>
        </p:txBody>
      </p:sp>
      <p:pic>
        <p:nvPicPr>
          <p:cNvPr id="5" name="그림 4">
            <a:extLst>
              <a:ext uri="{FF2B5EF4-FFF2-40B4-BE49-F238E27FC236}">
                <a16:creationId xmlns:a16="http://schemas.microsoft.com/office/drawing/2014/main" id="{663156C6-7736-CB05-6154-041586B31CE0}"/>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300428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Subtitle / 28 p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3" y="585218"/>
            <a:ext cx="11011601" cy="430887"/>
          </a:xfrm>
        </p:spPr>
        <p:txBody>
          <a:bodyPr/>
          <a:lstStyle>
            <a:lvl1pPr>
              <a:defRPr sz="2799" b="0" i="0">
                <a:solidFill>
                  <a:schemeClr val="tx1"/>
                </a:solidFill>
                <a:latin typeface="+mj-lt"/>
                <a:cs typeface="Segoe UI"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69FCAF4-862E-4BC3-B27D-7A7B9021EFB4}"/>
              </a:ext>
            </a:extLst>
          </p:cNvPr>
          <p:cNvSpPr>
            <a:spLocks noGrp="1"/>
          </p:cNvSpPr>
          <p:nvPr>
            <p:ph type="body" sz="quarter" idx="14" hasCustomPrompt="1"/>
          </p:nvPr>
        </p:nvSpPr>
        <p:spPr>
          <a:xfrm>
            <a:off x="579439" y="1169626"/>
            <a:ext cx="11011601" cy="238848"/>
          </a:xfrm>
          <a:prstGeom prst="rect">
            <a:avLst/>
          </a:prstGeom>
        </p:spPr>
        <p:txBody>
          <a:bodyPr wrap="square" lIns="0" tIns="0" rIns="0" bIns="0">
            <a:spAutoFit/>
          </a:bodyPr>
          <a:lstStyle>
            <a:lvl1pPr marL="0" marR="0" indent="0" algn="l" defTabSz="914093" rtl="0" eaLnBrk="1" fontAlgn="auto" latinLnBrk="0" hangingPunct="1">
              <a:lnSpc>
                <a:spcPts val="1999"/>
              </a:lnSpc>
              <a:spcBef>
                <a:spcPct val="0"/>
              </a:spcBef>
              <a:spcAft>
                <a:spcPct val="0"/>
              </a:spcAft>
              <a:buClrTx/>
              <a:buSzPct val="90000"/>
              <a:buFont typeface="Wingdings" panose="05000000000000000000" pitchFamily="2" charset="2"/>
              <a:buNone/>
              <a:defRPr lang="en-US" sz="1600" kern="1200" spc="0" baseline="0">
                <a:solidFill>
                  <a:srgbClr val="000000"/>
                </a:solidFill>
                <a:latin typeface="+mn-lt"/>
                <a:ea typeface="+mn-ea"/>
                <a:cs typeface="+mn-cs"/>
              </a:defRPr>
            </a:lvl1pPr>
            <a:lvl2pPr marL="224030" indent="0">
              <a:buNone/>
              <a:defRPr/>
            </a:lvl2pPr>
            <a:lvl3pPr marL="448059" indent="0">
              <a:buNone/>
              <a:defRPr/>
            </a:lvl3pPr>
            <a:lvl4pPr marL="672088" indent="0">
              <a:buNone/>
              <a:defRPr/>
            </a:lvl4pPr>
            <a:lvl5pPr marL="896117" indent="0">
              <a:buNone/>
              <a:defRPr/>
            </a:lvl5pPr>
          </a:lstStyle>
          <a:p>
            <a:pPr marL="0" marR="0" lvl="0" indent="0" algn="l" defTabSz="914093" rtl="0" eaLnBrk="1" fontAlgn="auto" latinLnBrk="0" hangingPunct="1">
              <a:lnSpc>
                <a:spcPts val="1999"/>
              </a:lnSpc>
              <a:spcBef>
                <a:spcPct val="0"/>
              </a:spcBef>
              <a:spcAft>
                <a:spcPct val="0"/>
              </a:spcAft>
              <a:buClrTx/>
              <a:buSzPct val="90000"/>
              <a:buFont typeface="Wingdings" panose="05000000000000000000" pitchFamily="2" charset="2"/>
              <a:buNone/>
              <a:defRPr/>
            </a:pPr>
            <a:r>
              <a:rPr lang="en-US"/>
              <a:t>Subhead Segoe UI Regular 16pt</a:t>
            </a:r>
          </a:p>
        </p:txBody>
      </p:sp>
      <p:sp>
        <p:nvSpPr>
          <p:cNvPr id="5" name="Footer Placeholder 4">
            <a:extLst>
              <a:ext uri="{FF2B5EF4-FFF2-40B4-BE49-F238E27FC236}">
                <a16:creationId xmlns:a16="http://schemas.microsoft.com/office/drawing/2014/main" id="{5B5F67C4-26AA-C936-CB40-E5608BEB22FF}"/>
              </a:ext>
            </a:extLst>
          </p:cNvPr>
          <p:cNvSpPr>
            <a:spLocks noGrp="1"/>
          </p:cNvSpPr>
          <p:nvPr>
            <p:ph type="ftr" sz="quarter" idx="15"/>
          </p:nvPr>
        </p:nvSpPr>
        <p:spPr/>
        <p:txBody>
          <a:bodyPr/>
          <a:lstStyle/>
          <a:p>
            <a:pPr defTabSz="914093">
              <a:defRPr/>
            </a:pPr>
            <a:r>
              <a:rPr lang="en-US">
                <a:solidFill>
                  <a:srgbClr val="000000"/>
                </a:solidFill>
              </a:rPr>
              <a:t>© Copyright Microsoft Corporation. All rights reserved.</a:t>
            </a:r>
          </a:p>
        </p:txBody>
      </p:sp>
      <p:pic>
        <p:nvPicPr>
          <p:cNvPr id="6" name="그림 5">
            <a:extLst>
              <a:ext uri="{FF2B5EF4-FFF2-40B4-BE49-F238E27FC236}">
                <a16:creationId xmlns:a16="http://schemas.microsoft.com/office/drawing/2014/main" id="{D26C91DC-B4EA-1F4E-F01C-09AA66E916B3}"/>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41053618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1" y="6421083"/>
            <a:ext cx="4151312"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pPr defTabSz="914093">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8"/>
            <a:ext cx="8193024" cy="307777"/>
          </a:xfrm>
        </p:spPr>
        <p:txBody>
          <a:bodyPr/>
          <a:lstStyle>
            <a:lvl1pPr>
              <a:defRPr sz="1999" b="0" i="0">
                <a:solidFill>
                  <a:schemeClr val="tx1"/>
                </a:solidFill>
                <a:latin typeface="+mj-lt"/>
                <a:cs typeface="Segoe UI"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1" y="1594156"/>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90" y="2085766"/>
            <a:ext cx="3172811" cy="1605568"/>
          </a:xfrm>
          <a:prstGeom prst="rect">
            <a:avLst/>
          </a:prstGeom>
        </p:spPr>
        <p:txBody>
          <a:bodyPr wrap="square">
            <a:spAutoFit/>
          </a:bodyPr>
          <a:lstStyle>
            <a:lvl1pPr marL="137119" indent="-137119">
              <a:spcAft>
                <a:spcPct val="0"/>
              </a:spcAft>
              <a:buFont typeface="Segoe UI" panose="020B0604020202020204" pitchFamily="34" charset="0"/>
              <a:buChar char="•"/>
              <a:defRPr>
                <a:solidFill>
                  <a:schemeClr val="tx1"/>
                </a:solidFill>
              </a:defRPr>
            </a:lvl1pPr>
            <a:lvl2pPr marL="265096" indent="-127978">
              <a:spcAft>
                <a:spcPct val="0"/>
              </a:spcAft>
              <a:buFont typeface="Segoe UI" panose="020B0604020202020204" pitchFamily="34" charset="0"/>
              <a:buChar char="•"/>
              <a:defRPr>
                <a:solidFill>
                  <a:schemeClr val="tx1"/>
                </a:solidFill>
              </a:defRPr>
            </a:lvl2pPr>
            <a:lvl3pPr marL="383933" indent="-118836">
              <a:spcAft>
                <a:spcPct val="0"/>
              </a:spcAft>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p:txBody>
      </p:sp>
      <p:pic>
        <p:nvPicPr>
          <p:cNvPr id="5" name="그림 4">
            <a:extLst>
              <a:ext uri="{FF2B5EF4-FFF2-40B4-BE49-F238E27FC236}">
                <a16:creationId xmlns:a16="http://schemas.microsoft.com/office/drawing/2014/main" id="{7561E36A-D7ED-A6DD-A421-6FB535238624}"/>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166599508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230832"/>
          </a:xfrm>
          <a:prstGeom prst="rect">
            <a:avLst/>
          </a:prstGeom>
        </p:spPr>
        <p:txBody>
          <a:bodyPr wrap="square">
            <a:spAutoFit/>
          </a:bodyPr>
          <a:lstStyle>
            <a:lvl1pPr marL="0" indent="0">
              <a:buFont typeface="Segoe UI" panose="020B0604020202020204" pitchFamily="34" charset="0"/>
              <a:buNone/>
              <a:defRPr sz="1000">
                <a:solidFill>
                  <a:schemeClr val="tx1"/>
                </a:solidFill>
              </a:defRPr>
            </a:lvl1pPr>
            <a:lvl2pPr marL="137119" indent="0">
              <a:buFont typeface="Segoe UI" panose="020B0604020202020204" pitchFamily="34" charset="0"/>
              <a:buNone/>
              <a:defRPr>
                <a:solidFill>
                  <a:schemeClr val="tx1"/>
                </a:solidFill>
              </a:defRPr>
            </a:lvl2pPr>
            <a:lvl3pPr marL="411357" indent="-137119">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6" y="5357442"/>
            <a:ext cx="5357598" cy="230832"/>
          </a:xfrm>
          <a:prstGeom prst="rect">
            <a:avLst/>
          </a:prstGeom>
        </p:spPr>
        <p:txBody>
          <a:bodyPr wrap="square">
            <a:spAutoFit/>
          </a:bodyPr>
          <a:lstStyle>
            <a:lvl1pPr marL="0" indent="0">
              <a:buFont typeface="Segoe UI" panose="020B0604020202020204" pitchFamily="34" charset="0"/>
              <a:buNone/>
              <a:defRPr sz="1000">
                <a:solidFill>
                  <a:schemeClr val="tx1"/>
                </a:solidFill>
              </a:defRPr>
            </a:lvl1pPr>
            <a:lvl2pPr marL="137119" indent="0">
              <a:buFont typeface="Segoe UI" panose="020B0604020202020204" pitchFamily="34" charset="0"/>
              <a:buNone/>
              <a:defRPr>
                <a:solidFill>
                  <a:schemeClr val="tx1"/>
                </a:solidFill>
              </a:defRPr>
            </a:lvl2pPr>
            <a:lvl3pPr marL="411357" indent="-137119">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8"/>
            <a:ext cx="8193024" cy="307777"/>
          </a:xfrm>
        </p:spPr>
        <p:txBody>
          <a:bodyPr/>
          <a:lstStyle>
            <a:lvl1pPr>
              <a:defRPr sz="1999" b="0" i="0">
                <a:solidFill>
                  <a:schemeClr val="tx1"/>
                </a:solidFill>
                <a:latin typeface="+mj-lt"/>
                <a:cs typeface="Segoe UI"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1"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pPr defTabSz="914093">
              <a:defRPr/>
            </a:pPr>
            <a:r>
              <a:rPr lang="en-US">
                <a:solidFill>
                  <a:srgbClr val="000000"/>
                </a:solidFill>
              </a:rPr>
              <a:t>© Copyright Microsoft Corporation. All rights reserved.</a:t>
            </a:r>
          </a:p>
        </p:txBody>
      </p:sp>
      <p:pic>
        <p:nvPicPr>
          <p:cNvPr id="9" name="그림 8">
            <a:extLst>
              <a:ext uri="{FF2B5EF4-FFF2-40B4-BE49-F238E27FC236}">
                <a16:creationId xmlns:a16="http://schemas.microsoft.com/office/drawing/2014/main" id="{178682A2-DCD5-5AD2-961F-838370BC8DF9}"/>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103407533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Title only 100% gradi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82507C-7C92-784A-4516-0AE5AE479072}"/>
              </a:ext>
            </a:extLst>
          </p:cNvPr>
          <p:cNvPicPr>
            <a:picLocks noChangeAspect="1"/>
          </p:cNvPicPr>
          <p:nvPr userDrawn="1"/>
        </p:nvPicPr>
        <p:blipFill>
          <a:blip r:embed="rId2">
            <a:alphaModFix/>
          </a:blip>
          <a:stretch>
            <a:fillRect/>
          </a:stretch>
        </p:blipFill>
        <p:spPr>
          <a:xfrm>
            <a:off x="0" y="815"/>
            <a:ext cx="12195176" cy="6856371"/>
          </a:xfrm>
          <a:prstGeom prst="rect">
            <a:avLst/>
          </a:prstGeom>
        </p:spPr>
      </p:pic>
      <p:sp>
        <p:nvSpPr>
          <p:cNvPr id="2" name="Title 1">
            <a:extLst>
              <a:ext uri="{FF2B5EF4-FFF2-40B4-BE49-F238E27FC236}">
                <a16:creationId xmlns:a16="http://schemas.microsoft.com/office/drawing/2014/main" id="{13D1AAEE-9EB3-C80D-B65F-969BA73D4958}"/>
              </a:ext>
            </a:extLst>
          </p:cNvPr>
          <p:cNvSpPr>
            <a:spLocks noGrp="1"/>
          </p:cNvSpPr>
          <p:nvPr>
            <p:ph type="title"/>
          </p:nvPr>
        </p:nvSpPr>
        <p:spPr>
          <a:xfrm>
            <a:off x="588264" y="457200"/>
            <a:ext cx="11018520" cy="307648"/>
          </a:xfrm>
          <a:prstGeom prst="rect">
            <a:avLst/>
          </a:prstGeom>
        </p:spPr>
        <p:txBody>
          <a:bodyPr/>
          <a:lstStyle/>
          <a:p>
            <a:r>
              <a:rPr lang="en-US"/>
              <a:t>Click to edit Master title style</a:t>
            </a:r>
          </a:p>
        </p:txBody>
      </p:sp>
      <p:sp>
        <p:nvSpPr>
          <p:cNvPr id="4" name="Footer Placeholder 3">
            <a:extLst>
              <a:ext uri="{FF2B5EF4-FFF2-40B4-BE49-F238E27FC236}">
                <a16:creationId xmlns:a16="http://schemas.microsoft.com/office/drawing/2014/main" id="{391CABD0-3A95-37FF-AD08-8D95EADCCFF2}"/>
              </a:ext>
            </a:extLst>
          </p:cNvPr>
          <p:cNvSpPr>
            <a:spLocks noGrp="1"/>
          </p:cNvSpPr>
          <p:nvPr>
            <p:ph type="ftr" sz="quarter" idx="10"/>
          </p:nvPr>
        </p:nvSpPr>
        <p:spPr/>
        <p:txBody>
          <a:bodyPr/>
          <a:lstStyle/>
          <a:p>
            <a:pPr defTabSz="914093">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96361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4" y="457200"/>
            <a:ext cx="11018520" cy="307648"/>
          </a:xfrm>
          <a:prstGeom prst="rect">
            <a:avLst/>
          </a:prstGeo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1"/>
            <a:ext cx="11018838" cy="1058751"/>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F10A85-84C5-9AC5-8D24-210CA5E8D66D}"/>
              </a:ext>
            </a:extLst>
          </p:cNvPr>
          <p:cNvSpPr>
            <a:spLocks noGrp="1"/>
          </p:cNvSpPr>
          <p:nvPr>
            <p:ph type="ftr" sz="quarter" idx="11"/>
          </p:nvPr>
        </p:nvSpPr>
        <p:spPr/>
        <p:txBody>
          <a:bodyPr/>
          <a:lstStyle/>
          <a:p>
            <a:pPr defTabSz="914093">
              <a:defRPr/>
            </a:pPr>
            <a:r>
              <a:rPr lang="en-US">
                <a:solidFill>
                  <a:srgbClr val="000000"/>
                </a:solidFill>
              </a:rPr>
              <a:t>© Copyright Microsoft Corporation. All rights reserved.</a:t>
            </a:r>
          </a:p>
        </p:txBody>
      </p:sp>
      <p:pic>
        <p:nvPicPr>
          <p:cNvPr id="6" name="그림 5">
            <a:extLst>
              <a:ext uri="{FF2B5EF4-FFF2-40B4-BE49-F238E27FC236}">
                <a16:creationId xmlns:a16="http://schemas.microsoft.com/office/drawing/2014/main" id="{EE3494F7-02D0-51AD-099B-0D58A2595AD6}"/>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370874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a:xfrm>
            <a:off x="588264" y="457200"/>
            <a:ext cx="11018520" cy="307648"/>
          </a:xfrm>
          <a:prstGeom prst="rect">
            <a:avLst/>
          </a:prstGeom>
        </p:spPr>
        <p:txBody>
          <a:bodyPr/>
          <a:lstStyle/>
          <a:p>
            <a:r>
              <a:rPr lang="en-US"/>
              <a:t>Click to edit Master title style</a:t>
            </a:r>
          </a:p>
        </p:txBody>
      </p:sp>
      <p:sp>
        <p:nvSpPr>
          <p:cNvPr id="4" name="Text Placeholder 3"/>
          <p:cNvSpPr>
            <a:spLocks noGrp="1"/>
          </p:cNvSpPr>
          <p:nvPr>
            <p:ph type="body" sz="quarter" idx="10"/>
          </p:nvPr>
        </p:nvSpPr>
        <p:spPr>
          <a:xfrm>
            <a:off x="586390" y="1434371"/>
            <a:ext cx="11018520" cy="1844608"/>
          </a:xfrm>
          <a:prstGeom prst="rect">
            <a:avLst/>
          </a:prstGeom>
        </p:spPr>
        <p:txBody>
          <a:bodyPr wrap="square">
            <a:spAutoFit/>
          </a:bodyPr>
          <a:lstStyle>
            <a:lvl1pPr marL="0" indent="0">
              <a:buNone/>
              <a:defRPr/>
            </a:lvl1pPr>
            <a:lvl2pPr marL="228531" indent="0">
              <a:buNone/>
              <a:defRPr/>
            </a:lvl2pPr>
            <a:lvl3pPr marL="457063" indent="0">
              <a:buNone/>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177DB73-54A9-D599-C1BE-07010DB3E4C0}"/>
              </a:ext>
            </a:extLst>
          </p:cNvPr>
          <p:cNvSpPr>
            <a:spLocks noGrp="1"/>
          </p:cNvSpPr>
          <p:nvPr>
            <p:ph type="ftr" sz="quarter" idx="11"/>
          </p:nvPr>
        </p:nvSpPr>
        <p:spPr/>
        <p:txBody>
          <a:bodyPr/>
          <a:lstStyle/>
          <a:p>
            <a:pPr defTabSz="914093">
              <a:defRPr/>
            </a:pPr>
            <a:r>
              <a:rPr lang="en-US">
                <a:solidFill>
                  <a:srgbClr val="000000"/>
                </a:solidFill>
              </a:rPr>
              <a:t>© Copyright Microsoft Corporation. All rights reserved.</a:t>
            </a:r>
          </a:p>
        </p:txBody>
      </p:sp>
      <p:pic>
        <p:nvPicPr>
          <p:cNvPr id="5" name="그림 4">
            <a:extLst>
              <a:ext uri="{FF2B5EF4-FFF2-40B4-BE49-F238E27FC236}">
                <a16:creationId xmlns:a16="http://schemas.microsoft.com/office/drawing/2014/main" id="{303190E2-317B-98B0-95D4-12D444F3DE42}"/>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3700965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2" y="1292745"/>
            <a:ext cx="10074975" cy="4749970"/>
          </a:xfrm>
          <a:prstGeom prst="roundRect">
            <a:avLst>
              <a:gd name="adj" fmla="val 3877"/>
            </a:avLst>
          </a:prstGeom>
          <a:solidFill>
            <a:schemeClr val="bg1"/>
          </a:solidFill>
          <a:ln w="15875">
            <a:solidFill>
              <a:srgbClr val="E8E6DF"/>
            </a:solidFill>
          </a:ln>
          <a:effectLst/>
        </p:spPr>
        <p:style>
          <a:lnRef idx="2">
            <a:schemeClr val="accent1">
              <a:shade val="50000"/>
            </a:schemeClr>
          </a:lnRef>
          <a:fillRef idx="1">
            <a:schemeClr val="accent1"/>
          </a:fillRef>
          <a:effectRef idx="0">
            <a:schemeClr val="accent1"/>
          </a:effectRef>
          <a:fontRef idx="minor">
            <a:schemeClr val="lt1"/>
          </a:fontRef>
        </p:style>
        <p:txBody>
          <a:bodyPr lIns="182832" tIns="274249" rIns="274249" bIns="182832" rtlCol="0" anchor="t"/>
          <a:lstStyle/>
          <a:p>
            <a:pPr marL="0" marR="0" lvl="0" indent="0" algn="l" defTabSz="932462" rtl="0" eaLnBrk="1" fontAlgn="auto" latinLnBrk="0" hangingPunct="1">
              <a:lnSpc>
                <a:spcPct val="100000"/>
              </a:lnSpc>
              <a:spcBef>
                <a:spcPct val="20000"/>
              </a:spcBef>
              <a:spcAft>
                <a:spcPct val="0"/>
              </a:spcAft>
              <a:buClrTx/>
              <a:buSzPct val="90000"/>
              <a:buFontTx/>
              <a:buNone/>
              <a:defRPr/>
            </a:pPr>
            <a:endParaRPr kumimoji="0" lang="en-US" sz="1799"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8193024" cy="430887"/>
          </a:xfrm>
        </p:spPr>
        <p:txBody>
          <a:bodyPr/>
          <a:lstStyle>
            <a:lvl1pPr>
              <a:defRPr sz="2800" b="0" i="0">
                <a:solidFill>
                  <a:schemeClr val="tx1"/>
                </a:solidFill>
                <a:latin typeface="+mj-lt"/>
                <a:cs typeface="Segoe UI"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pPr defTabSz="914093">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2"/>
            <a:ext cx="8778782" cy="215444"/>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6" y="1994124"/>
            <a:ext cx="8775098" cy="286232"/>
          </a:xfrm>
          <a:prstGeom prst="rect">
            <a:avLst/>
          </a:prstGeom>
        </p:spPr>
        <p:txBody>
          <a:bodyPr wrap="square" lIns="91440">
            <a:spAutoFit/>
          </a:bodyPr>
          <a:lstStyle>
            <a:lvl1pPr marL="137119" indent="-137119">
              <a:buFont typeface="Segoe UI" panose="020B0502040204020203" pitchFamily="34" charset="0"/>
              <a:buChar char="⃣"/>
              <a:defRPr sz="1400">
                <a:solidFill>
                  <a:schemeClr val="tx1"/>
                </a:solidFill>
              </a:defRPr>
            </a:lvl1pPr>
            <a:lvl2pPr marL="265096" indent="-127978">
              <a:buFont typeface="Segoe UI" panose="020B0502040204020203" pitchFamily="34" charset="0"/>
              <a:buChar char="⃣"/>
              <a:defRPr>
                <a:solidFill>
                  <a:schemeClr val="tx1"/>
                </a:solidFill>
              </a:defRPr>
            </a:lvl2pPr>
            <a:lvl3pPr marL="383933" indent="-118836">
              <a:buFont typeface="Segoe UI" panose="020B0502040204020203"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215444"/>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6" y="4898755"/>
            <a:ext cx="8775098" cy="286232"/>
          </a:xfrm>
          <a:prstGeom prst="rect">
            <a:avLst/>
          </a:prstGeom>
        </p:spPr>
        <p:txBody>
          <a:bodyPr wrap="square" lIns="91440">
            <a:spAutoFit/>
          </a:bodyPr>
          <a:lstStyle>
            <a:lvl1pPr marL="137119" indent="-137119">
              <a:buFont typeface="Segoe UI" panose="020B0502040204020203" pitchFamily="34" charset="0"/>
              <a:buChar char="⃣"/>
              <a:defRPr sz="1400">
                <a:solidFill>
                  <a:schemeClr val="tx1"/>
                </a:solidFill>
              </a:defRPr>
            </a:lvl1pPr>
            <a:lvl2pPr marL="265096" indent="-127978">
              <a:buFont typeface="Segoe UI" panose="020B0502040204020203" pitchFamily="34" charset="0"/>
              <a:buChar char="⃣"/>
              <a:defRPr>
                <a:solidFill>
                  <a:schemeClr val="tx1"/>
                </a:solidFill>
              </a:defRPr>
            </a:lvl2pPr>
            <a:lvl3pPr marL="383933" indent="-118836">
              <a:buFont typeface="Segoe UI" panose="020B0502040204020203"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1"/>
            <a:ext cx="8778782" cy="215444"/>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6" y="3449013"/>
            <a:ext cx="8775098" cy="286232"/>
          </a:xfrm>
          <a:prstGeom prst="rect">
            <a:avLst/>
          </a:prstGeom>
        </p:spPr>
        <p:txBody>
          <a:bodyPr wrap="square" lIns="91440">
            <a:spAutoFit/>
          </a:bodyPr>
          <a:lstStyle>
            <a:lvl1pPr marL="137119" indent="-137119">
              <a:buFont typeface="Segoe UI" panose="020B0502040204020203" pitchFamily="34" charset="0"/>
              <a:buChar char="⃣"/>
              <a:defRPr sz="1400">
                <a:solidFill>
                  <a:schemeClr val="tx1"/>
                </a:solidFill>
              </a:defRPr>
            </a:lvl1pPr>
            <a:lvl2pPr marL="265096" indent="-127978">
              <a:buFont typeface="Segoe UI" panose="020B0502040204020203" pitchFamily="34" charset="0"/>
              <a:buChar char="⃣"/>
              <a:defRPr>
                <a:solidFill>
                  <a:schemeClr val="tx1"/>
                </a:solidFill>
              </a:defRPr>
            </a:lvl2pPr>
            <a:lvl3pPr marL="383933" indent="-118836">
              <a:buFont typeface="Segoe UI" panose="020B0502040204020203"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p:txBody>
      </p:sp>
      <p:pic>
        <p:nvPicPr>
          <p:cNvPr id="8" name="그림 7">
            <a:extLst>
              <a:ext uri="{FF2B5EF4-FFF2-40B4-BE49-F238E27FC236}">
                <a16:creationId xmlns:a16="http://schemas.microsoft.com/office/drawing/2014/main" id="{1042C214-273B-85E5-D11E-3A3CD56923AC}"/>
              </a:ext>
            </a:extLst>
          </p:cNvPr>
          <p:cNvPicPr>
            <a:picLocks noChangeAspect="1"/>
          </p:cNvPicPr>
          <p:nvPr userDrawn="1"/>
        </p:nvPicPr>
        <p:blipFill>
          <a:blip r:embed="rId2"/>
          <a:stretch>
            <a:fillRect/>
          </a:stretch>
        </p:blipFill>
        <p:spPr>
          <a:xfrm>
            <a:off x="0" y="2016"/>
            <a:ext cx="12192000" cy="6853968"/>
          </a:xfrm>
          <a:prstGeom prst="rect">
            <a:avLst/>
          </a:prstGeom>
        </p:spPr>
      </p:pic>
    </p:spTree>
    <p:extLst>
      <p:ext uri="{BB962C8B-B14F-4D97-AF65-F5344CB8AC3E}">
        <p14:creationId xmlns:p14="http://schemas.microsoft.com/office/powerpoint/2010/main" val="283187739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5479ACCC-A294-8826-8812-F2A6AEE2545C}"/>
              </a:ext>
            </a:extLst>
          </p:cNvPr>
          <p:cNvPicPr>
            <a:picLocks noChangeAspect="1"/>
          </p:cNvPicPr>
          <p:nvPr userDrawn="1"/>
        </p:nvPicPr>
        <p:blipFill>
          <a:blip r:embed="rId2"/>
          <a:stretch>
            <a:fillRect/>
          </a:stretch>
        </p:blipFill>
        <p:spPr>
          <a:xfrm>
            <a:off x="0" y="2016"/>
            <a:ext cx="12192000" cy="6853968"/>
          </a:xfrm>
          <a:prstGeom prst="rect">
            <a:avLst/>
          </a:prstGeom>
        </p:spPr>
      </p:pic>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8"/>
            <a:ext cx="8193024" cy="307777"/>
          </a:xfrm>
        </p:spPr>
        <p:txBody>
          <a:bodyPr/>
          <a:lstStyle>
            <a:lvl1pPr>
              <a:defRPr sz="1999" b="0" i="0">
                <a:solidFill>
                  <a:schemeClr val="tx1"/>
                </a:solidFill>
                <a:latin typeface="+mj-lt"/>
                <a:cs typeface="Segoe UI"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1" y="6421083"/>
            <a:ext cx="4151312"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pPr defTabSz="914093">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8"/>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l" defTabSz="932192" fontAlgn="base">
              <a:spcBef>
                <a:spcPct val="0"/>
              </a:spcBef>
              <a:spcAft>
                <a:spcPct val="0"/>
              </a:spcAft>
            </a:pPr>
            <a:endParaRPr lang="en-US" sz="2399"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40" y="1926473"/>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578102"/>
            <a:ext cx="5361973" cy="1217769"/>
          </a:xfrm>
          <a:prstGeom prst="rect">
            <a:avLst/>
          </a:prstGeom>
        </p:spPr>
        <p:txBody>
          <a:bodyPr wrap="square">
            <a:spAutoFit/>
          </a:bodyPr>
          <a:lstStyle>
            <a:lvl1pPr marL="137119" indent="-137119">
              <a:buFont typeface="Segoe UI" panose="020B0604020202020204" pitchFamily="34" charset="0"/>
              <a:buChar char="•"/>
              <a:defRPr>
                <a:solidFill>
                  <a:schemeClr val="tx1"/>
                </a:solidFill>
              </a:defRPr>
            </a:lvl1pPr>
            <a:lvl2pPr marL="265096" indent="-127978">
              <a:buFont typeface="Segoe UI" panose="020B0604020202020204" pitchFamily="34" charset="0"/>
              <a:buChar char="•"/>
              <a:defRPr>
                <a:solidFill>
                  <a:schemeClr val="tx1"/>
                </a:solidFill>
              </a:defRPr>
            </a:lvl2pPr>
            <a:lvl3pPr marL="383933" indent="-118836">
              <a:buFont typeface="Segoe UI" panose="020B0604020202020204" pitchFamily="34" charset="0"/>
              <a:buChar char="•"/>
              <a:defRPr>
                <a:solidFill>
                  <a:schemeClr val="tx1"/>
                </a:solidFill>
              </a:defRPr>
            </a:lvl3pPr>
            <a:lvl4pPr marL="685594" indent="0">
              <a:buNone/>
              <a:defRPr/>
            </a:lvl4pPr>
            <a:lvl5pPr marL="914126"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9"/>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68779816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Closing logo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880344-BFAF-8FB1-EEA9-96C5DCAC4A3F}"/>
              </a:ext>
            </a:extLst>
          </p:cNvPr>
          <p:cNvPicPr>
            <a:picLocks noChangeAspect="1"/>
          </p:cNvPicPr>
          <p:nvPr userDrawn="1"/>
        </p:nvPicPr>
        <p:blipFill>
          <a:blip r:embed="rId2">
            <a:alphaModFix/>
          </a:blip>
          <a:stretch>
            <a:fillRect/>
          </a:stretch>
        </p:blipFill>
        <p:spPr>
          <a:xfrm>
            <a:off x="0" y="815"/>
            <a:ext cx="12195176" cy="6856371"/>
          </a:xfrm>
          <a:prstGeom prst="rect">
            <a:avLst/>
          </a:prstGeom>
        </p:spPr>
      </p:pic>
      <p:sp>
        <p:nvSpPr>
          <p:cNvPr id="3" name="Text Box 3">
            <a:extLst>
              <a:ext uri="{FF2B5EF4-FFF2-40B4-BE49-F238E27FC236}">
                <a16:creationId xmlns:a16="http://schemas.microsoft.com/office/drawing/2014/main" id="{42DFEDAB-397E-31AB-2574-8EE00665076A}"/>
              </a:ext>
            </a:extLst>
          </p:cNvPr>
          <p:cNvSpPr txBox="1">
            <a:spLocks noChangeArrowheads="1"/>
          </p:cNvSpPr>
          <p:nvPr userDrawn="1"/>
        </p:nvSpPr>
        <p:spPr bwMode="blackWhite">
          <a:xfrm>
            <a:off x="584200" y="6448008"/>
            <a:ext cx="8193024" cy="152400"/>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010" eaLnBrk="0" hangingPunct="0"/>
            <a:r>
              <a:rPr lang="en-US" altLang="ko-KR" sz="1000" b="0" i="0" strike="noStrike" cap="none" baseline="0">
                <a:solidFill>
                  <a:srgbClr val="000000"/>
                </a:solidFill>
                <a:effectLst/>
                <a:latin typeface="Segoe UI"/>
                <a:ea typeface="Segoe UI"/>
                <a:cs typeface="Segoe UI"/>
              </a:rPr>
              <a:t>© Copyright Microsoft Corporation. All Rights Reserved.</a:t>
            </a:r>
          </a:p>
        </p:txBody>
      </p:sp>
      <p:pic>
        <p:nvPicPr>
          <p:cNvPr id="2" name="Logo" descr="preencoded.png">
            <a:extLst>
              <a:ext uri="{FF2B5EF4-FFF2-40B4-BE49-F238E27FC236}">
                <a16:creationId xmlns:a16="http://schemas.microsoft.com/office/drawing/2014/main" id="{3424B465-806A-5CD0-733B-73A59D9E826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9359" y="588591"/>
            <a:ext cx="1371954" cy="295275"/>
          </a:xfrm>
          <a:prstGeom prst="rect">
            <a:avLst/>
          </a:prstGeom>
        </p:spPr>
      </p:pic>
    </p:spTree>
    <p:extLst>
      <p:ext uri="{BB962C8B-B14F-4D97-AF65-F5344CB8AC3E}">
        <p14:creationId xmlns:p14="http://schemas.microsoft.com/office/powerpoint/2010/main" val="398530109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EEE0C80-ADC0-EE15-CD5B-F8192D61D5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B088AFB0-D0D7-CE28-5694-2D6EF3E2C5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B98892F-E09E-FBEC-75EC-FDB12DC9BA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D7BC79-E7E9-4DF1-9D5F-4CD5A3CD55DD}" type="datetimeFigureOut">
              <a:rPr lang="ko-KR" altLang="en-US" smtClean="0"/>
              <a:t>2026-08-23</a:t>
            </a:fld>
            <a:endParaRPr lang="ko-KR" altLang="en-US"/>
          </a:p>
        </p:txBody>
      </p:sp>
      <p:sp>
        <p:nvSpPr>
          <p:cNvPr id="5" name="바닥글 개체 틀 4">
            <a:extLst>
              <a:ext uri="{FF2B5EF4-FFF2-40B4-BE49-F238E27FC236}">
                <a16:creationId xmlns:a16="http://schemas.microsoft.com/office/drawing/2014/main" id="{64A46E5B-2C99-CEDD-73EA-EDC7D092A1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BB0FD7C-539F-5A90-0CBF-D281EB9D5D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70A1D5-30DA-4985-81F5-F226B3B6A86A}" type="slidenum">
              <a:rPr lang="ko-KR" altLang="en-US" smtClean="0"/>
              <a:t>‹#›</a:t>
            </a:fld>
            <a:endParaRPr lang="ko-KR" altLang="en-US"/>
          </a:p>
        </p:txBody>
      </p:sp>
    </p:spTree>
    <p:extLst>
      <p:ext uri="{BB962C8B-B14F-4D97-AF65-F5344CB8AC3E}">
        <p14:creationId xmlns:p14="http://schemas.microsoft.com/office/powerpoint/2010/main" val="17823464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Segoe UI"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Segoe UI"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Segoe UI"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Segoe UI"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Segoe UI"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Segoe UI"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Segoe UI"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Segoe UI"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Segoe UI"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training/modules/copilot-studio-knowledge"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tags" Target="../tags/tag4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4" Type="http://schemas.openxmlformats.org/officeDocument/2006/relationships/notesSlide" Target="../notesSlides/notesSlide24.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slideLayout" Target="../slideLayouts/slideLayout13.xml"/><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s>
</file>

<file path=ppt/slides/_rels/slide27.xml.rels><?xml version="1.0" encoding="UTF-8" standalone="yes"?>
<Relationships xmlns="http://schemas.openxmlformats.org/package/2006/relationships"><Relationship Id="rId13" Type="http://schemas.openxmlformats.org/officeDocument/2006/relationships/tags" Target="../tags/tag55.xml"/><Relationship Id="rId18" Type="http://schemas.openxmlformats.org/officeDocument/2006/relationships/tags" Target="../tags/tag60.xml"/><Relationship Id="rId26" Type="http://schemas.openxmlformats.org/officeDocument/2006/relationships/tags" Target="../tags/tag68.xml"/><Relationship Id="rId39" Type="http://schemas.openxmlformats.org/officeDocument/2006/relationships/tags" Target="../tags/tag81.xml"/><Relationship Id="rId21" Type="http://schemas.openxmlformats.org/officeDocument/2006/relationships/tags" Target="../tags/tag63.xml"/><Relationship Id="rId34" Type="http://schemas.openxmlformats.org/officeDocument/2006/relationships/tags" Target="../tags/tag76.xml"/><Relationship Id="rId42" Type="http://schemas.openxmlformats.org/officeDocument/2006/relationships/tags" Target="../tags/tag84.xml"/><Relationship Id="rId7" Type="http://schemas.openxmlformats.org/officeDocument/2006/relationships/tags" Target="../tags/tag49.xml"/><Relationship Id="rId2" Type="http://schemas.openxmlformats.org/officeDocument/2006/relationships/tags" Target="../tags/tag44.xml"/><Relationship Id="rId16" Type="http://schemas.openxmlformats.org/officeDocument/2006/relationships/tags" Target="../tags/tag58.xml"/><Relationship Id="rId20" Type="http://schemas.openxmlformats.org/officeDocument/2006/relationships/tags" Target="../tags/tag62.xml"/><Relationship Id="rId29" Type="http://schemas.openxmlformats.org/officeDocument/2006/relationships/tags" Target="../tags/tag71.xml"/><Relationship Id="rId41" Type="http://schemas.openxmlformats.org/officeDocument/2006/relationships/tags" Target="../tags/tag83.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tags" Target="../tags/tag66.xml"/><Relationship Id="rId32" Type="http://schemas.openxmlformats.org/officeDocument/2006/relationships/tags" Target="../tags/tag74.xml"/><Relationship Id="rId37" Type="http://schemas.openxmlformats.org/officeDocument/2006/relationships/tags" Target="../tags/tag79.xml"/><Relationship Id="rId40" Type="http://schemas.openxmlformats.org/officeDocument/2006/relationships/tags" Target="../tags/tag82.xml"/><Relationship Id="rId5" Type="http://schemas.openxmlformats.org/officeDocument/2006/relationships/tags" Target="../tags/tag47.xml"/><Relationship Id="rId15" Type="http://schemas.openxmlformats.org/officeDocument/2006/relationships/tags" Target="../tags/tag57.xml"/><Relationship Id="rId23" Type="http://schemas.openxmlformats.org/officeDocument/2006/relationships/tags" Target="../tags/tag65.xml"/><Relationship Id="rId28" Type="http://schemas.openxmlformats.org/officeDocument/2006/relationships/tags" Target="../tags/tag70.xml"/><Relationship Id="rId36" Type="http://schemas.openxmlformats.org/officeDocument/2006/relationships/tags" Target="../tags/tag78.xml"/><Relationship Id="rId10" Type="http://schemas.openxmlformats.org/officeDocument/2006/relationships/tags" Target="../tags/tag52.xml"/><Relationship Id="rId19" Type="http://schemas.openxmlformats.org/officeDocument/2006/relationships/tags" Target="../tags/tag61.xml"/><Relationship Id="rId31" Type="http://schemas.openxmlformats.org/officeDocument/2006/relationships/tags" Target="../tags/tag73.xml"/><Relationship Id="rId44" Type="http://schemas.openxmlformats.org/officeDocument/2006/relationships/notesSlide" Target="../notesSlides/notesSlide25.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tags" Target="../tags/tag64.xml"/><Relationship Id="rId27" Type="http://schemas.openxmlformats.org/officeDocument/2006/relationships/tags" Target="../tags/tag69.xml"/><Relationship Id="rId30" Type="http://schemas.openxmlformats.org/officeDocument/2006/relationships/tags" Target="../tags/tag72.xml"/><Relationship Id="rId35" Type="http://schemas.openxmlformats.org/officeDocument/2006/relationships/tags" Target="../tags/tag77.xml"/><Relationship Id="rId43" Type="http://schemas.openxmlformats.org/officeDocument/2006/relationships/slideLayout" Target="../slideLayouts/slideLayout13.xml"/><Relationship Id="rId8" Type="http://schemas.openxmlformats.org/officeDocument/2006/relationships/tags" Target="../tags/tag50.xml"/><Relationship Id="rId3" Type="http://schemas.openxmlformats.org/officeDocument/2006/relationships/tags" Target="../tags/tag45.xml"/><Relationship Id="rId12" Type="http://schemas.openxmlformats.org/officeDocument/2006/relationships/tags" Target="../tags/tag54.xml"/><Relationship Id="rId17" Type="http://schemas.openxmlformats.org/officeDocument/2006/relationships/tags" Target="../tags/tag59.xml"/><Relationship Id="rId25" Type="http://schemas.openxmlformats.org/officeDocument/2006/relationships/tags" Target="../tags/tag67.xml"/><Relationship Id="rId33" Type="http://schemas.openxmlformats.org/officeDocument/2006/relationships/tags" Target="../tags/tag75.xml"/><Relationship Id="rId38" Type="http://schemas.openxmlformats.org/officeDocument/2006/relationships/tags" Target="../tags/tag80.xml"/></Relationships>
</file>

<file path=ppt/slides/_rels/slide28.xml.rels><?xml version="1.0" encoding="UTF-8" standalone="yes"?>
<Relationships xmlns="http://schemas.openxmlformats.org/package/2006/relationships"><Relationship Id="rId13" Type="http://schemas.openxmlformats.org/officeDocument/2006/relationships/tags" Target="../tags/tag97.xml"/><Relationship Id="rId18" Type="http://schemas.openxmlformats.org/officeDocument/2006/relationships/tags" Target="../tags/tag102.xml"/><Relationship Id="rId26" Type="http://schemas.openxmlformats.org/officeDocument/2006/relationships/tags" Target="../tags/tag110.xml"/><Relationship Id="rId39" Type="http://schemas.openxmlformats.org/officeDocument/2006/relationships/tags" Target="../tags/tag123.xml"/><Relationship Id="rId21" Type="http://schemas.openxmlformats.org/officeDocument/2006/relationships/tags" Target="../tags/tag105.xml"/><Relationship Id="rId34" Type="http://schemas.openxmlformats.org/officeDocument/2006/relationships/tags" Target="../tags/tag118.xml"/><Relationship Id="rId42" Type="http://schemas.openxmlformats.org/officeDocument/2006/relationships/tags" Target="../tags/tag126.xml"/><Relationship Id="rId7" Type="http://schemas.openxmlformats.org/officeDocument/2006/relationships/tags" Target="../tags/tag91.xml"/><Relationship Id="rId2" Type="http://schemas.openxmlformats.org/officeDocument/2006/relationships/tags" Target="../tags/tag86.xml"/><Relationship Id="rId16" Type="http://schemas.openxmlformats.org/officeDocument/2006/relationships/tags" Target="../tags/tag100.xml"/><Relationship Id="rId20" Type="http://schemas.openxmlformats.org/officeDocument/2006/relationships/tags" Target="../tags/tag104.xml"/><Relationship Id="rId29" Type="http://schemas.openxmlformats.org/officeDocument/2006/relationships/tags" Target="../tags/tag113.xml"/><Relationship Id="rId41" Type="http://schemas.openxmlformats.org/officeDocument/2006/relationships/tags" Target="../tags/tag125.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24" Type="http://schemas.openxmlformats.org/officeDocument/2006/relationships/tags" Target="../tags/tag108.xml"/><Relationship Id="rId32" Type="http://schemas.openxmlformats.org/officeDocument/2006/relationships/tags" Target="../tags/tag116.xml"/><Relationship Id="rId37" Type="http://schemas.openxmlformats.org/officeDocument/2006/relationships/tags" Target="../tags/tag121.xml"/><Relationship Id="rId40" Type="http://schemas.openxmlformats.org/officeDocument/2006/relationships/tags" Target="../tags/tag124.xml"/><Relationship Id="rId5" Type="http://schemas.openxmlformats.org/officeDocument/2006/relationships/tags" Target="../tags/tag89.xml"/><Relationship Id="rId15" Type="http://schemas.openxmlformats.org/officeDocument/2006/relationships/tags" Target="../tags/tag99.xml"/><Relationship Id="rId23" Type="http://schemas.openxmlformats.org/officeDocument/2006/relationships/tags" Target="../tags/tag107.xml"/><Relationship Id="rId28" Type="http://schemas.openxmlformats.org/officeDocument/2006/relationships/tags" Target="../tags/tag112.xml"/><Relationship Id="rId36" Type="http://schemas.openxmlformats.org/officeDocument/2006/relationships/tags" Target="../tags/tag120.xml"/><Relationship Id="rId10" Type="http://schemas.openxmlformats.org/officeDocument/2006/relationships/tags" Target="../tags/tag94.xml"/><Relationship Id="rId19" Type="http://schemas.openxmlformats.org/officeDocument/2006/relationships/tags" Target="../tags/tag103.xml"/><Relationship Id="rId31" Type="http://schemas.openxmlformats.org/officeDocument/2006/relationships/tags" Target="../tags/tag115.xml"/><Relationship Id="rId44" Type="http://schemas.openxmlformats.org/officeDocument/2006/relationships/notesSlide" Target="../notesSlides/notesSlide26.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tags" Target="../tags/tag98.xml"/><Relationship Id="rId22" Type="http://schemas.openxmlformats.org/officeDocument/2006/relationships/tags" Target="../tags/tag106.xml"/><Relationship Id="rId27" Type="http://schemas.openxmlformats.org/officeDocument/2006/relationships/tags" Target="../tags/tag111.xml"/><Relationship Id="rId30" Type="http://schemas.openxmlformats.org/officeDocument/2006/relationships/tags" Target="../tags/tag114.xml"/><Relationship Id="rId35" Type="http://schemas.openxmlformats.org/officeDocument/2006/relationships/tags" Target="../tags/tag119.xml"/><Relationship Id="rId43" Type="http://schemas.openxmlformats.org/officeDocument/2006/relationships/slideLayout" Target="../slideLayouts/slideLayout13.xml"/><Relationship Id="rId8" Type="http://schemas.openxmlformats.org/officeDocument/2006/relationships/tags" Target="../tags/tag92.xml"/><Relationship Id="rId3" Type="http://schemas.openxmlformats.org/officeDocument/2006/relationships/tags" Target="../tags/tag87.xml"/><Relationship Id="rId12" Type="http://schemas.openxmlformats.org/officeDocument/2006/relationships/tags" Target="../tags/tag96.xml"/><Relationship Id="rId17" Type="http://schemas.openxmlformats.org/officeDocument/2006/relationships/tags" Target="../tags/tag101.xml"/><Relationship Id="rId25" Type="http://schemas.openxmlformats.org/officeDocument/2006/relationships/tags" Target="../tags/tag109.xml"/><Relationship Id="rId33" Type="http://schemas.openxmlformats.org/officeDocument/2006/relationships/tags" Target="../tags/tag117.xml"/><Relationship Id="rId38" Type="http://schemas.openxmlformats.org/officeDocument/2006/relationships/tags" Target="../tags/tag122.xml"/></Relationships>
</file>

<file path=ppt/slides/_rels/slide29.xml.rels><?xml version="1.0" encoding="UTF-8" standalone="yes"?>
<Relationships xmlns="http://schemas.openxmlformats.org/package/2006/relationships"><Relationship Id="rId13" Type="http://schemas.openxmlformats.org/officeDocument/2006/relationships/tags" Target="../tags/tag139.xml"/><Relationship Id="rId18" Type="http://schemas.openxmlformats.org/officeDocument/2006/relationships/tags" Target="../tags/tag144.xml"/><Relationship Id="rId26" Type="http://schemas.openxmlformats.org/officeDocument/2006/relationships/tags" Target="../tags/tag152.xml"/><Relationship Id="rId39" Type="http://schemas.openxmlformats.org/officeDocument/2006/relationships/tags" Target="../tags/tag165.xml"/><Relationship Id="rId21" Type="http://schemas.openxmlformats.org/officeDocument/2006/relationships/tags" Target="../tags/tag147.xml"/><Relationship Id="rId34" Type="http://schemas.openxmlformats.org/officeDocument/2006/relationships/tags" Target="../tags/tag160.xml"/><Relationship Id="rId42" Type="http://schemas.openxmlformats.org/officeDocument/2006/relationships/tags" Target="../tags/tag168.xml"/><Relationship Id="rId7" Type="http://schemas.openxmlformats.org/officeDocument/2006/relationships/tags" Target="../tags/tag133.xml"/><Relationship Id="rId2" Type="http://schemas.openxmlformats.org/officeDocument/2006/relationships/tags" Target="../tags/tag128.xml"/><Relationship Id="rId16" Type="http://schemas.openxmlformats.org/officeDocument/2006/relationships/tags" Target="../tags/tag142.xml"/><Relationship Id="rId20" Type="http://schemas.openxmlformats.org/officeDocument/2006/relationships/tags" Target="../tags/tag146.xml"/><Relationship Id="rId29" Type="http://schemas.openxmlformats.org/officeDocument/2006/relationships/tags" Target="../tags/tag155.xml"/><Relationship Id="rId41" Type="http://schemas.openxmlformats.org/officeDocument/2006/relationships/tags" Target="../tags/tag167.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24" Type="http://schemas.openxmlformats.org/officeDocument/2006/relationships/tags" Target="../tags/tag150.xml"/><Relationship Id="rId32" Type="http://schemas.openxmlformats.org/officeDocument/2006/relationships/tags" Target="../tags/tag158.xml"/><Relationship Id="rId37" Type="http://schemas.openxmlformats.org/officeDocument/2006/relationships/tags" Target="../tags/tag163.xml"/><Relationship Id="rId40" Type="http://schemas.openxmlformats.org/officeDocument/2006/relationships/tags" Target="../tags/tag166.xml"/><Relationship Id="rId5" Type="http://schemas.openxmlformats.org/officeDocument/2006/relationships/tags" Target="../tags/tag131.xml"/><Relationship Id="rId15" Type="http://schemas.openxmlformats.org/officeDocument/2006/relationships/tags" Target="../tags/tag141.xml"/><Relationship Id="rId23" Type="http://schemas.openxmlformats.org/officeDocument/2006/relationships/tags" Target="../tags/tag149.xml"/><Relationship Id="rId28" Type="http://schemas.openxmlformats.org/officeDocument/2006/relationships/tags" Target="../tags/tag154.xml"/><Relationship Id="rId36" Type="http://schemas.openxmlformats.org/officeDocument/2006/relationships/tags" Target="../tags/tag162.xml"/><Relationship Id="rId10" Type="http://schemas.openxmlformats.org/officeDocument/2006/relationships/tags" Target="../tags/tag136.xml"/><Relationship Id="rId19" Type="http://schemas.openxmlformats.org/officeDocument/2006/relationships/tags" Target="../tags/tag145.xml"/><Relationship Id="rId31" Type="http://schemas.openxmlformats.org/officeDocument/2006/relationships/tags" Target="../tags/tag157.xml"/><Relationship Id="rId44" Type="http://schemas.openxmlformats.org/officeDocument/2006/relationships/notesSlide" Target="../notesSlides/notesSlide27.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 Id="rId22" Type="http://schemas.openxmlformats.org/officeDocument/2006/relationships/tags" Target="../tags/tag148.xml"/><Relationship Id="rId27" Type="http://schemas.openxmlformats.org/officeDocument/2006/relationships/tags" Target="../tags/tag153.xml"/><Relationship Id="rId30" Type="http://schemas.openxmlformats.org/officeDocument/2006/relationships/tags" Target="../tags/tag156.xml"/><Relationship Id="rId35" Type="http://schemas.openxmlformats.org/officeDocument/2006/relationships/tags" Target="../tags/tag161.xml"/><Relationship Id="rId43" Type="http://schemas.openxmlformats.org/officeDocument/2006/relationships/slideLayout" Target="../slideLayouts/slideLayout13.xml"/><Relationship Id="rId8" Type="http://schemas.openxmlformats.org/officeDocument/2006/relationships/tags" Target="../tags/tag134.xml"/><Relationship Id="rId3" Type="http://schemas.openxmlformats.org/officeDocument/2006/relationships/tags" Target="../tags/tag129.xml"/><Relationship Id="rId12" Type="http://schemas.openxmlformats.org/officeDocument/2006/relationships/tags" Target="../tags/tag138.xml"/><Relationship Id="rId17" Type="http://schemas.openxmlformats.org/officeDocument/2006/relationships/tags" Target="../tags/tag143.xml"/><Relationship Id="rId25" Type="http://schemas.openxmlformats.org/officeDocument/2006/relationships/tags" Target="../tags/tag151.xml"/><Relationship Id="rId33" Type="http://schemas.openxmlformats.org/officeDocument/2006/relationships/tags" Target="../tags/tag159.xml"/><Relationship Id="rId38" Type="http://schemas.openxmlformats.org/officeDocument/2006/relationships/tags" Target="../tags/tag16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478193" y="2734527"/>
            <a:ext cx="7202488" cy="1246495"/>
          </a:xfrm>
        </p:spPr>
        <p:txBody>
          <a:bodyPr/>
          <a:lstStyle/>
          <a:p>
            <a:r>
              <a:rPr lang="en-US" altLang="ko-KR" sz="3000">
                <a:solidFill>
                  <a:srgbClr val="000000"/>
                </a:solidFill>
                <a:latin typeface="Segoe UI" panose="020B0502040204020203" pitchFamily="34" charset="0"/>
                <a:ea typeface="Segoe UI" panose="020B0503020000020004" pitchFamily="34" charset="-127"/>
                <a:cs typeface="Segoe UI"/>
              </a:rPr>
              <a:t>PL-7008</a:t>
            </a:r>
            <a:endParaRPr lang="en-US" sz="3000">
              <a:latin typeface="Segoe UI" panose="020B0502040204020203" pitchFamily="34" charset="0"/>
              <a:ea typeface="Segoe UI" panose="020B0503020000020004" pitchFamily="34" charset="-127"/>
              <a:cs typeface="Segoe UI" charset="0"/>
            </a:endParaRPr>
          </a:p>
          <a:p>
            <a:r>
              <a:rPr lang="en-US" altLang="ko-KR" sz="3000">
                <a:solidFill>
                  <a:srgbClr val="000000"/>
                </a:solidFill>
                <a:latin typeface="Segoe UI" panose="020B0502040204020203" pitchFamily="34" charset="0"/>
                <a:ea typeface="Segoe UI" panose="020B0503020000020004" pitchFamily="34" charset="-127"/>
                <a:cs typeface="Segoe UI"/>
              </a:rPr>
              <a:t>Microsoft Copilot Studio</a:t>
            </a:r>
            <a:r>
              <a:rPr lang="ko-KR" altLang="en-US" sz="3000">
                <a:solidFill>
                  <a:srgbClr val="000000"/>
                </a:solidFill>
                <a:latin typeface="Segoe UI" panose="020B0502040204020203" pitchFamily="34" charset="0"/>
                <a:ea typeface="Segoe UI" panose="020B0503020000020004" pitchFamily="34" charset="-127"/>
                <a:cs typeface="Segoe UI"/>
              </a:rPr>
              <a:t>에서 </a:t>
            </a:r>
            <a:br>
              <a:rPr lang="en-US" altLang="ko-KR" sz="3000">
                <a:solidFill>
                  <a:srgbClr val="000000"/>
                </a:solidFill>
                <a:latin typeface="Segoe UI" panose="020B0502040204020203" pitchFamily="34" charset="0"/>
                <a:ea typeface="Segoe UI" panose="020B0503020000020004" pitchFamily="34" charset="-127"/>
                <a:cs typeface="Segoe UI"/>
              </a:rPr>
            </a:br>
            <a:r>
              <a:rPr lang="ko-KR" altLang="en-US" sz="3000">
                <a:solidFill>
                  <a:srgbClr val="000000"/>
                </a:solidFill>
                <a:latin typeface="Segoe UI" panose="020B0502040204020203" pitchFamily="34" charset="0"/>
                <a:ea typeface="Segoe UI" panose="020B0503020000020004" pitchFamily="34" charset="-127"/>
                <a:cs typeface="Segoe UI"/>
              </a:rPr>
              <a:t>에이전트 만들기</a:t>
            </a:r>
            <a:endParaRPr lang="en-GB" sz="3000">
              <a:latin typeface="Segoe UI" panose="020B0502040204020203" pitchFamily="34" charset="0"/>
              <a:ea typeface="Segoe UI" panose="020B0503020000020004" pitchFamily="34" charset="-127"/>
            </a:endParaRPr>
          </a:p>
        </p:txBody>
      </p:sp>
      <p:sp>
        <p:nvSpPr>
          <p:cNvPr id="8" name="Text Placeholder 7">
            <a:extLst>
              <a:ext uri="{FF2B5EF4-FFF2-40B4-BE49-F238E27FC236}">
                <a16:creationId xmlns:a16="http://schemas.microsoft.com/office/drawing/2014/main" id="{7C4740F1-B816-6BEC-8362-3B8D251DFCEE}"/>
              </a:ext>
            </a:extLst>
          </p:cNvPr>
          <p:cNvSpPr>
            <a:spLocks noGrp="1"/>
          </p:cNvSpPr>
          <p:nvPr>
            <p:ph type="body" sz="quarter" idx="13"/>
          </p:nvPr>
        </p:nvSpPr>
        <p:spPr>
          <a:xfrm>
            <a:off x="4757738" y="6446521"/>
            <a:ext cx="1645920" cy="138499"/>
          </a:xfrm>
        </p:spPr>
        <p:txBody>
          <a:bodyPr/>
          <a:lstStyle/>
          <a:p>
            <a:r>
              <a:rPr lang="ko-KR" altLang="en-US">
                <a:solidFill>
                  <a:srgbClr val="000000"/>
                </a:solidFill>
                <a:latin typeface="Segoe UI" panose="020B0502040204020203" pitchFamily="34" charset="0"/>
                <a:ea typeface="Segoe UI" panose="020B0503020000020004" pitchFamily="34" charset="-127"/>
                <a:cs typeface="Segoe UI"/>
              </a:rPr>
              <a:t>날짜</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ADC0A207-555E-B81B-6A8B-4CE15E7A0A73}"/>
              </a:ext>
            </a:extLst>
          </p:cNvPr>
          <p:cNvSpPr>
            <a:spLocks noGrp="1"/>
          </p:cNvSpPr>
          <p:nvPr>
            <p:ph type="title"/>
          </p:nvPr>
        </p:nvSpPr>
        <p:spPr>
          <a:xfrm>
            <a:off x="634562" y="3521333"/>
            <a:ext cx="7087668" cy="830997"/>
          </a:xfrm>
        </p:spPr>
        <p:txBody>
          <a:bodyPr/>
          <a:lstStyle/>
          <a:p>
            <a:r>
              <a:rPr lang="en-US" altLang="ko-KR" sz="3000">
                <a:solidFill>
                  <a:srgbClr val="000000"/>
                </a:solidFill>
                <a:latin typeface="Segoe UI" panose="020B0502040204020203" pitchFamily="34" charset="0"/>
                <a:ea typeface="Segoe UI" panose="020B0503020000020004" pitchFamily="34" charset="-127"/>
                <a:cs typeface="Segoe UI"/>
              </a:rPr>
              <a:t>Microsoft Copilot Studio</a:t>
            </a:r>
            <a:r>
              <a:rPr lang="ko-KR" altLang="en-US" sz="3000">
                <a:solidFill>
                  <a:srgbClr val="000000"/>
                </a:solidFill>
                <a:latin typeface="Segoe UI" panose="020B0502040204020203" pitchFamily="34" charset="0"/>
                <a:ea typeface="Segoe UI" panose="020B0503020000020004" pitchFamily="34" charset="-127"/>
                <a:cs typeface="Segoe UI"/>
              </a:rPr>
              <a:t>에서 </a:t>
            </a:r>
            <a:br>
              <a:rPr lang="en-US" altLang="ko-KR" sz="3000">
                <a:solidFill>
                  <a:srgbClr val="000000"/>
                </a:solidFill>
                <a:latin typeface="Segoe UI" panose="020B0502040204020203" pitchFamily="34" charset="0"/>
                <a:ea typeface="Segoe UI" panose="020B0503020000020004" pitchFamily="34" charset="-127"/>
                <a:cs typeface="Segoe UI"/>
              </a:rPr>
            </a:br>
            <a:r>
              <a:rPr lang="ko-KR" altLang="en-US" sz="3000">
                <a:solidFill>
                  <a:srgbClr val="000000"/>
                </a:solidFill>
                <a:latin typeface="Segoe UI" panose="020B0502040204020203" pitchFamily="34" charset="0"/>
                <a:ea typeface="Segoe UI" panose="020B0503020000020004" pitchFamily="34" charset="-127"/>
                <a:cs typeface="Segoe UI"/>
              </a:rPr>
              <a:t>지능형 에이전트 빌드</a:t>
            </a:r>
            <a:endParaRPr lang="en-US" sz="3000">
              <a:latin typeface="Segoe UI" panose="020B0502040204020203" pitchFamily="34" charset="0"/>
              <a:ea typeface="Segoe UI" panose="020B0503020000020004" pitchFamily="34" charset="-127"/>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113E56-F513-D59F-E675-7E43DB72B154}"/>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학습 목표</a:t>
            </a:r>
          </a:p>
        </p:txBody>
      </p:sp>
      <p:sp>
        <p:nvSpPr>
          <p:cNvPr id="11"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
        <p:nvSpPr>
          <p:cNvPr id="4" name="TextBox 3">
            <a:extLst>
              <a:ext uri="{FF2B5EF4-FFF2-40B4-BE49-F238E27FC236}">
                <a16:creationId xmlns:a16="http://schemas.microsoft.com/office/drawing/2014/main" id="{4155EA66-EEE9-0165-8828-21EA4B565587}"/>
              </a:ext>
            </a:extLst>
          </p:cNvPr>
          <p:cNvSpPr txBox="1"/>
          <p:nvPr/>
        </p:nvSpPr>
        <p:spPr>
          <a:xfrm>
            <a:off x="590551" y="1153370"/>
            <a:ext cx="11022012" cy="335280"/>
          </a:xfrm>
          <a:prstGeom prst="rect">
            <a:avLst/>
          </a:prstGeom>
          <a:noFill/>
        </p:spPr>
        <p:txBody>
          <a:bodyPr wrap="square" lIns="0" tIns="0" rIns="0" bIns="0">
            <a:spAutoFit/>
          </a:bodyPr>
          <a:lstStyle>
            <a:defPPr>
              <a:defRPr lang="en-US"/>
            </a:defPPr>
            <a:lvl1pPr>
              <a:defRPr sz="1600"/>
            </a:lvl1pPr>
          </a:lstStyle>
          <a:p>
            <a:r>
              <a:rPr lang="ko-KR" altLang="en-US" sz="2200">
                <a:solidFill>
                  <a:srgbClr val="000000"/>
                </a:solidFill>
                <a:latin typeface="Segoe UI" panose="020B0502040204020203" pitchFamily="34" charset="0"/>
                <a:ea typeface="Segoe UI" panose="020B0503020000020004" pitchFamily="34" charset="-127"/>
                <a:cs typeface="Segoe UI"/>
              </a:rPr>
              <a:t>이 모듈을 완료하면 다음을 수행할 수 있습니다</a:t>
            </a:r>
            <a:r>
              <a:rPr lang="en-US" altLang="ko-KR" sz="2200">
                <a:solidFill>
                  <a:srgbClr val="000000"/>
                </a:solidFill>
                <a:latin typeface="Segoe UI" panose="020B0502040204020203" pitchFamily="34" charset="0"/>
                <a:ea typeface="Segoe UI" panose="020B0503020000020004" pitchFamily="34" charset="-127"/>
                <a:cs typeface="Segoe UI"/>
              </a:rPr>
              <a:t>.</a:t>
            </a:r>
          </a:p>
        </p:txBody>
      </p:sp>
      <p:sp>
        <p:nvSpPr>
          <p:cNvPr id="5" name="Oval 4">
            <a:extLst>
              <a:ext uri="{FF2B5EF4-FFF2-40B4-BE49-F238E27FC236}">
                <a16:creationId xmlns:a16="http://schemas.microsoft.com/office/drawing/2014/main" id="{BE716E65-BA2D-B219-B229-B6ACC0973052}"/>
              </a:ext>
            </a:extLst>
          </p:cNvPr>
          <p:cNvSpPr/>
          <p:nvPr/>
        </p:nvSpPr>
        <p:spPr bwMode="auto">
          <a:xfrm>
            <a:off x="672152" y="2268770"/>
            <a:ext cx="401639" cy="365761"/>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a:r>
              <a:rPr lang="en-US" altLang="ko-KR" b="1">
                <a:solidFill>
                  <a:srgbClr val="000000"/>
                </a:solidFill>
                <a:latin typeface="Segoe UI" panose="020B0502040204020203" pitchFamily="34" charset="0"/>
                <a:ea typeface="Segoe UI" panose="020B0503020000020004" pitchFamily="34" charset="-127"/>
                <a:cs typeface="Segoe UI"/>
              </a:rPr>
              <a:t>1</a:t>
            </a:r>
          </a:p>
        </p:txBody>
      </p:sp>
      <p:sp>
        <p:nvSpPr>
          <p:cNvPr id="6" name="TextBox 5">
            <a:extLst>
              <a:ext uri="{FF2B5EF4-FFF2-40B4-BE49-F238E27FC236}">
                <a16:creationId xmlns:a16="http://schemas.microsoft.com/office/drawing/2014/main" id="{475CA283-DF27-EA93-FF8E-5B3AFE6D61C2}"/>
              </a:ext>
            </a:extLst>
          </p:cNvPr>
          <p:cNvSpPr txBox="1"/>
          <p:nvPr/>
        </p:nvSpPr>
        <p:spPr>
          <a:xfrm>
            <a:off x="1190074" y="2302788"/>
            <a:ext cx="8049987" cy="365760"/>
          </a:xfrm>
          <a:prstGeom prst="rect">
            <a:avLst/>
          </a:prstGeom>
          <a:noFill/>
        </p:spPr>
        <p:txBody>
          <a:bodyPr wrap="square" anchor="ctr">
            <a:spAutoFit/>
          </a:bodyPr>
          <a:lstStyle>
            <a:defPPr>
              <a:defRPr lang="en-US"/>
            </a:defPPr>
            <a:lvl1pPr>
              <a:defRPr sz="1600"/>
            </a:lvl1pPr>
          </a:lstStyle>
          <a:p>
            <a:r>
              <a:rPr lang="ko-KR" altLang="en-US" sz="1800">
                <a:solidFill>
                  <a:srgbClr val="000000"/>
                </a:solidFill>
                <a:latin typeface="Segoe UI" panose="020B0502040204020203" pitchFamily="34" charset="0"/>
                <a:ea typeface="Segoe UI" panose="020B0503020000020004" pitchFamily="34" charset="-127"/>
                <a:cs typeface="Segoe UI"/>
              </a:rPr>
              <a:t>생성형 </a:t>
            </a:r>
            <a:r>
              <a:rPr lang="en-US" altLang="ko-KR" sz="1800">
                <a:solidFill>
                  <a:srgbClr val="000000"/>
                </a:solidFill>
                <a:latin typeface="Segoe UI" panose="020B0502040204020203" pitchFamily="34" charset="0"/>
                <a:ea typeface="Segoe UI" panose="020B0503020000020004" pitchFamily="34" charset="-127"/>
                <a:cs typeface="Segoe UI"/>
              </a:rPr>
              <a:t>AI</a:t>
            </a:r>
            <a:r>
              <a:rPr lang="ko-KR" altLang="en-US" sz="1800">
                <a:solidFill>
                  <a:srgbClr val="000000"/>
                </a:solidFill>
                <a:latin typeface="Segoe UI" panose="020B0502040204020203" pitchFamily="34" charset="0"/>
                <a:ea typeface="Segoe UI" panose="020B0503020000020004" pitchFamily="34" charset="-127"/>
                <a:cs typeface="Segoe UI"/>
              </a:rPr>
              <a:t>를 사용하는 에이전트를 생성하고 구성</a:t>
            </a:r>
          </a:p>
        </p:txBody>
      </p:sp>
      <p:sp>
        <p:nvSpPr>
          <p:cNvPr id="7" name="Oval 6">
            <a:extLst>
              <a:ext uri="{FF2B5EF4-FFF2-40B4-BE49-F238E27FC236}">
                <a16:creationId xmlns:a16="http://schemas.microsoft.com/office/drawing/2014/main" id="{76FF6C7E-CC64-C85D-C182-170917036B18}"/>
              </a:ext>
            </a:extLst>
          </p:cNvPr>
          <p:cNvSpPr/>
          <p:nvPr/>
        </p:nvSpPr>
        <p:spPr bwMode="auto">
          <a:xfrm>
            <a:off x="672152" y="3079841"/>
            <a:ext cx="401639" cy="365761"/>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a:r>
              <a:rPr lang="en-US" altLang="ko-KR" b="1">
                <a:solidFill>
                  <a:srgbClr val="000000"/>
                </a:solidFill>
                <a:latin typeface="Segoe UI" panose="020B0502040204020203" pitchFamily="34" charset="0"/>
                <a:ea typeface="Segoe UI" panose="020B0503020000020004" pitchFamily="34" charset="-127"/>
                <a:cs typeface="Segoe UI"/>
              </a:rPr>
              <a:t>2</a:t>
            </a:r>
          </a:p>
        </p:txBody>
      </p:sp>
      <p:sp>
        <p:nvSpPr>
          <p:cNvPr id="8" name="TextBox 7">
            <a:extLst>
              <a:ext uri="{FF2B5EF4-FFF2-40B4-BE49-F238E27FC236}">
                <a16:creationId xmlns:a16="http://schemas.microsoft.com/office/drawing/2014/main" id="{CFC5DD59-3A00-4A05-E3A0-01A45B4069FA}"/>
              </a:ext>
            </a:extLst>
          </p:cNvPr>
          <p:cNvSpPr txBox="1"/>
          <p:nvPr/>
        </p:nvSpPr>
        <p:spPr>
          <a:xfrm>
            <a:off x="1190074" y="3113859"/>
            <a:ext cx="8049986" cy="365760"/>
          </a:xfrm>
          <a:prstGeom prst="rect">
            <a:avLst/>
          </a:prstGeom>
          <a:noFill/>
        </p:spPr>
        <p:txBody>
          <a:bodyPr wrap="square" anchor="ctr">
            <a:spAutoFit/>
          </a:bodyPr>
          <a:lstStyle>
            <a:defPPr>
              <a:defRPr lang="en-US"/>
            </a:defPPr>
            <a:lvl1pPr>
              <a:defRPr sz="1600"/>
            </a:lvl1pPr>
          </a:lstStyle>
          <a:p>
            <a:r>
              <a:rPr lang="ko-KR" altLang="en-US" sz="1800">
                <a:solidFill>
                  <a:srgbClr val="000000"/>
                </a:solidFill>
                <a:latin typeface="Segoe UI" panose="020B0502040204020203" pitchFamily="34" charset="0"/>
                <a:ea typeface="Segoe UI" panose="020B0503020000020004" pitchFamily="34" charset="-127"/>
                <a:cs typeface="Segoe UI"/>
              </a:rPr>
              <a:t>에이전트에 지식 원본 추가</a:t>
            </a:r>
          </a:p>
        </p:txBody>
      </p:sp>
      <p:sp>
        <p:nvSpPr>
          <p:cNvPr id="9" name="Oval 8">
            <a:extLst>
              <a:ext uri="{FF2B5EF4-FFF2-40B4-BE49-F238E27FC236}">
                <a16:creationId xmlns:a16="http://schemas.microsoft.com/office/drawing/2014/main" id="{251229D9-D852-1AB1-9610-0F33DB7A9E24}"/>
              </a:ext>
            </a:extLst>
          </p:cNvPr>
          <p:cNvSpPr/>
          <p:nvPr/>
        </p:nvSpPr>
        <p:spPr bwMode="auto">
          <a:xfrm>
            <a:off x="672152" y="3890912"/>
            <a:ext cx="401639" cy="365761"/>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a:r>
              <a:rPr lang="en-US" altLang="ko-KR" b="1">
                <a:solidFill>
                  <a:srgbClr val="000000"/>
                </a:solidFill>
                <a:latin typeface="Segoe UI" panose="020B0502040204020203" pitchFamily="34" charset="0"/>
                <a:ea typeface="Segoe UI" panose="020B0503020000020004" pitchFamily="34" charset="-127"/>
                <a:cs typeface="Segoe UI"/>
              </a:rPr>
              <a:t>3</a:t>
            </a:r>
          </a:p>
        </p:txBody>
      </p:sp>
      <p:sp>
        <p:nvSpPr>
          <p:cNvPr id="10" name="TextBox 9">
            <a:extLst>
              <a:ext uri="{FF2B5EF4-FFF2-40B4-BE49-F238E27FC236}">
                <a16:creationId xmlns:a16="http://schemas.microsoft.com/office/drawing/2014/main" id="{A9BCFF65-91C5-4177-9F45-2862B5A23402}"/>
              </a:ext>
            </a:extLst>
          </p:cNvPr>
          <p:cNvSpPr txBox="1"/>
          <p:nvPr/>
        </p:nvSpPr>
        <p:spPr>
          <a:xfrm>
            <a:off x="1190074" y="3924930"/>
            <a:ext cx="8049986" cy="365760"/>
          </a:xfrm>
          <a:prstGeom prst="rect">
            <a:avLst/>
          </a:prstGeom>
          <a:noFill/>
        </p:spPr>
        <p:txBody>
          <a:bodyPr wrap="square" anchor="ctr">
            <a:spAutoFit/>
          </a:bodyPr>
          <a:lstStyle>
            <a:defPPr>
              <a:defRPr lang="en-US"/>
            </a:defPPr>
            <a:lvl1pPr>
              <a:defRPr sz="1600"/>
            </a:lvl1pPr>
          </a:lstStyle>
          <a:p>
            <a:r>
              <a:rPr lang="ko-KR" altLang="en-US" sz="1800">
                <a:solidFill>
                  <a:srgbClr val="161616"/>
                </a:solidFill>
                <a:latin typeface="Segoe UI" panose="020B0502040204020203" pitchFamily="34" charset="0"/>
                <a:ea typeface="Segoe UI" panose="020B0503020000020004" pitchFamily="34" charset="-127"/>
                <a:cs typeface="Segoe UI"/>
              </a:rPr>
              <a:t>생성형 답변에 사용할 지식 원본 구성</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589850" y="585216"/>
            <a:ext cx="11011600" cy="307648"/>
          </a:xfrm>
        </p:spPr>
        <p:txBody>
          <a:bodyPr>
            <a:normAutofit fontScale="90000"/>
          </a:bodyPr>
          <a:lstStyle/>
          <a:p>
            <a:r>
              <a:rPr lang="en-US" altLang="ko-KR" sz="3000" b="1">
                <a:solidFill>
                  <a:srgbClr val="000000"/>
                </a:solidFill>
                <a:latin typeface="Segoe UI" panose="020B0702040204020203" pitchFamily="34" charset="0"/>
                <a:ea typeface="Segoe UI" panose="020B0503020000020004" pitchFamily="34" charset="-127"/>
                <a:cs typeface="Segoe UI"/>
              </a:rPr>
              <a:t>Microsoft Learn </a:t>
            </a:r>
            <a:r>
              <a:rPr lang="ko-KR" altLang="en-US" sz="3000" b="1">
                <a:solidFill>
                  <a:srgbClr val="000000"/>
                </a:solidFill>
                <a:latin typeface="Segoe UI" panose="020B0702040204020203" pitchFamily="34" charset="0"/>
                <a:ea typeface="Segoe UI" panose="020B0503020000020004" pitchFamily="34" charset="-127"/>
                <a:cs typeface="Segoe UI"/>
              </a:rPr>
              <a:t>모듈</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5"/>
          </p:nvPr>
        </p:nvSpPr>
        <p:spPr>
          <a:xfrm>
            <a:off x="587978" y="1598712"/>
            <a:ext cx="8193087" cy="304699"/>
          </a:xfrm>
        </p:spPr>
        <p:txBody>
          <a:bodyPr vert="horz" wrap="square" lIns="0" tIns="0" rIns="0" bIns="0" rtlCol="0">
            <a:spAutoFit/>
          </a:bodyPr>
          <a:lstStyle/>
          <a:p>
            <a:r>
              <a:rPr lang="en-US" altLang="ko-KR" sz="2200" b="1">
                <a:solidFill>
                  <a:srgbClr val="000000"/>
                </a:solidFill>
                <a:latin typeface="Segoe UI" panose="020B0702040204020203" pitchFamily="34" charset="0"/>
                <a:ea typeface="Segoe UI" panose="020B0503020000020004" pitchFamily="34" charset="-127"/>
                <a:cs typeface="Segoe UI"/>
              </a:rPr>
              <a:t>Microsoft Copilot Studio</a:t>
            </a:r>
            <a:r>
              <a:rPr lang="ko-KR" altLang="en-US" sz="2200" b="1">
                <a:solidFill>
                  <a:srgbClr val="000000"/>
                </a:solidFill>
                <a:latin typeface="Segoe UI" panose="020B0702040204020203" pitchFamily="34" charset="0"/>
                <a:ea typeface="Segoe UI" panose="020B0503020000020004" pitchFamily="34" charset="-127"/>
                <a:cs typeface="Segoe UI"/>
              </a:rPr>
              <a:t>에서 지능형 에이전트 빌드</a:t>
            </a:r>
          </a:p>
        </p:txBody>
      </p:sp>
      <p:sp>
        <p:nvSpPr>
          <p:cNvPr id="9" name="Text Placeholder 8">
            <a:extLst>
              <a:ext uri="{FF2B5EF4-FFF2-40B4-BE49-F238E27FC236}">
                <a16:creationId xmlns:a16="http://schemas.microsoft.com/office/drawing/2014/main" id="{EC5BE1A3-D13B-0DD6-6EF6-FF0E24A051A1}"/>
              </a:ext>
            </a:extLst>
          </p:cNvPr>
          <p:cNvSpPr>
            <a:spLocks noGrp="1"/>
          </p:cNvSpPr>
          <p:nvPr>
            <p:ph type="body" sz="quarter" idx="19"/>
          </p:nvPr>
        </p:nvSpPr>
        <p:spPr>
          <a:xfrm>
            <a:off x="587978" y="2081711"/>
            <a:ext cx="5979511" cy="590931"/>
          </a:xfrm>
        </p:spPr>
        <p:txBody>
          <a:bodyPr/>
          <a:lstStyle/>
          <a:p>
            <a:pPr marL="0" indent="0">
              <a:buNone/>
            </a:pPr>
            <a:r>
              <a:rPr lang="en-US" altLang="ko-KR" sz="1800">
                <a:solidFill>
                  <a:srgbClr val="000000"/>
                </a:solidFill>
                <a:latin typeface="Segoe UI" panose="020B0502040204020203" pitchFamily="34" charset="0"/>
                <a:ea typeface="Segoe UI" panose="020B0503020000020004" pitchFamily="34" charset="-127"/>
                <a:cs typeface="Segoe UI"/>
                <a:hlinkClick r:id="rId3" history="0"/>
              </a:rPr>
              <a:t>https://learn.microsoft.com/training/modules/copilot-studio-knowledge</a:t>
            </a:r>
            <a:endParaRPr lang="en-US" sz="1800">
              <a:latin typeface="Segoe UI" panose="020B0502040204020203" pitchFamily="34" charset="0"/>
              <a:ea typeface="Segoe UI" panose="020B0503020000020004" pitchFamily="34" charset="-127"/>
            </a:endParaRPr>
          </a:p>
        </p:txBody>
      </p:sp>
      <p:sp>
        <p:nvSpPr>
          <p:cNvPr id="12" name="Oval 11">
            <a:extLst>
              <a:ext uri="{FF2B5EF4-FFF2-40B4-BE49-F238E27FC236}">
                <a16:creationId xmlns:a16="http://schemas.microsoft.com/office/drawing/2014/main" id="{5CC6DB22-DB75-5013-A2B5-37844CF5D2C3}"/>
              </a:ext>
              <a:ext uri="{C183D7F6-B498-43B3-948B-1728B52AA6E4}">
                <adec:decorative xmlns:adec="http://schemas.microsoft.com/office/drawing/2017/decorative" val="1"/>
              </a:ext>
            </a:extLst>
          </p:cNvPr>
          <p:cNvSpPr/>
          <p:nvPr/>
        </p:nvSpPr>
        <p:spPr bwMode="auto">
          <a:xfrm>
            <a:off x="7779544" y="1752600"/>
            <a:ext cx="3657600" cy="3657600"/>
          </a:xfrm>
          <a:prstGeom prst="ellipse">
            <a:avLst/>
          </a:prstGeom>
          <a:solidFill>
            <a:schemeClr val="bg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3" name="Graphic 12">
            <a:extLst>
              <a:ext uri="{FF2B5EF4-FFF2-40B4-BE49-F238E27FC236}">
                <a16:creationId xmlns:a16="http://schemas.microsoft.com/office/drawing/2014/main" id="{AA58D322-C82C-A281-8BB6-DA1E82C55EF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25180" y="2676628"/>
            <a:ext cx="2366328" cy="1809546"/>
          </a:xfrm>
          <a:prstGeom prst="rect">
            <a:avLst/>
          </a:prstGeom>
        </p:spPr>
      </p:pic>
      <p:sp>
        <p:nvSpPr>
          <p:cNvPr id="1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FEA924-64A7-054E-7336-930BB94B3ECB}"/>
              </a:ext>
            </a:extLst>
          </p:cNvPr>
          <p:cNvSpPr>
            <a:spLocks noGrp="1"/>
          </p:cNvSpPr>
          <p:nvPr>
            <p:ph type="title"/>
          </p:nvPr>
        </p:nvSpPr>
        <p:spPr/>
        <p:txBody>
          <a:bodyPr/>
          <a:lstStyle/>
          <a:p>
            <a:r>
              <a:rPr lang="ko-KR" altLang="en-US" sz="3000">
                <a:solidFill>
                  <a:srgbClr val="000000"/>
                </a:solidFill>
                <a:latin typeface="Segoe UI" panose="020B0502040204020203" pitchFamily="34" charset="0"/>
                <a:ea typeface="Segoe UI" panose="020B0503020000020004" pitchFamily="34" charset="-127"/>
                <a:cs typeface="Segoe UI"/>
              </a:rPr>
              <a:t>에이전트에 지식 추가</a:t>
            </a:r>
          </a:p>
        </p:txBody>
      </p:sp>
      <p:sp>
        <p:nvSpPr>
          <p:cNvPr id="2" name="Text Placeholder 1">
            <a:extLst>
              <a:ext uri="{FF2B5EF4-FFF2-40B4-BE49-F238E27FC236}">
                <a16:creationId xmlns:a16="http://schemas.microsoft.com/office/drawing/2014/main" id="{A9726B6D-3107-ABAC-95EE-57455E62DE29}"/>
              </a:ext>
            </a:extLst>
          </p:cNvPr>
          <p:cNvSpPr>
            <a:spLocks noGrp="1"/>
          </p:cNvSpPr>
          <p:nvPr>
            <p:ph type="body" sz="quarter" idx="12"/>
          </p:nvPr>
        </p:nvSpPr>
        <p:spPr/>
        <p:txBody>
          <a:bodyPr/>
          <a:lstStyle/>
          <a:p>
            <a:endParaRPr lang="en-US"/>
          </a:p>
        </p:txBody>
      </p:sp>
      <p:sp>
        <p:nvSpPr>
          <p:cNvPr id="4" name="Footer Placeholder 1">
            <a:extLst>
              <a:ext uri="{FF2B5EF4-FFF2-40B4-BE49-F238E27FC236}">
                <a16:creationId xmlns:a16="http://schemas.microsoft.com/office/drawing/2014/main" id="{D7EF4DFD-8945-5F0C-AE5C-283762E450DC}"/>
              </a:ext>
            </a:extLst>
          </p:cNvPr>
          <p:cNvSpPr>
            <a:spLocks noGrp="1"/>
          </p:cNvSpPr>
          <p:nvPr>
            <p:ph type="ftr" sz="quarter" idx="4294967295"/>
          </p:nvPr>
        </p:nvSpPr>
        <p:spPr>
          <a:xfrm>
            <a:off x="580876" y="6421083"/>
            <a:ext cx="4150231" cy="197976"/>
          </a:xfrm>
        </p:spPr>
        <p:txBody>
          <a:bodyPr/>
          <a:lstStyle/>
          <a:p>
            <a:pPr algn="l"/>
            <a:r>
              <a:rPr lang="en-US" altLang="ko-KR" sz="1000">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7C7AB27-DB8F-E75D-28C2-84E1CD734976}"/>
              </a:ext>
            </a:extLst>
          </p:cNvPr>
          <p:cNvSpPr>
            <a:spLocks noGrp="1"/>
          </p:cNvSpPr>
          <p:nvPr>
            <p:ph type="title"/>
          </p:nvPr>
        </p:nvSpPr>
        <p:spPr>
          <a:xfrm>
            <a:off x="589850" y="923835"/>
            <a:ext cx="4710689" cy="307648"/>
          </a:xfrm>
        </p:spPr>
        <p:txBody>
          <a:bodyPr anchor="ct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원본</a:t>
            </a:r>
          </a:p>
        </p:txBody>
      </p:sp>
      <p:sp>
        <p:nvSpPr>
          <p:cNvPr id="24" name="Text Placeholder 23">
            <a:extLst>
              <a:ext uri="{FF2B5EF4-FFF2-40B4-BE49-F238E27FC236}">
                <a16:creationId xmlns:a16="http://schemas.microsoft.com/office/drawing/2014/main" id="{98141983-D0D2-2C94-F5B0-43E2A96486E8}"/>
              </a:ext>
            </a:extLst>
          </p:cNvPr>
          <p:cNvSpPr>
            <a:spLocks noGrp="1"/>
          </p:cNvSpPr>
          <p:nvPr>
            <p:ph type="body" sz="quarter" idx="16"/>
          </p:nvPr>
        </p:nvSpPr>
        <p:spPr>
          <a:xfrm>
            <a:off x="585789" y="1594155"/>
            <a:ext cx="4714663" cy="243840"/>
          </a:xfrm>
        </p:spPr>
        <p:txBody>
          <a:bodyPr>
            <a:noAutofit/>
          </a:bodyPr>
          <a:lstStyle/>
          <a:p>
            <a:r>
              <a:rPr lang="ko-KR" altLang="en-US" sz="1800" b="1">
                <a:solidFill>
                  <a:srgbClr val="000000"/>
                </a:solidFill>
                <a:latin typeface="Segoe UI" panose="020B0502040204020203" pitchFamily="34" charset="0"/>
                <a:ea typeface="Segoe UI" panose="020B0503020000020004" pitchFamily="34" charset="-127"/>
                <a:cs typeface="Segoe UI"/>
              </a:rPr>
              <a:t>생성형 답변 사용</a:t>
            </a:r>
          </a:p>
        </p:txBody>
      </p:sp>
      <p:sp>
        <p:nvSpPr>
          <p:cNvPr id="23" name="Text Placeholder 22">
            <a:extLst>
              <a:ext uri="{FF2B5EF4-FFF2-40B4-BE49-F238E27FC236}">
                <a16:creationId xmlns:a16="http://schemas.microsoft.com/office/drawing/2014/main" id="{ADBE3C70-7641-8FB3-3BC0-F99B7D3CDADC}"/>
              </a:ext>
            </a:extLst>
          </p:cNvPr>
          <p:cNvSpPr>
            <a:spLocks noGrp="1"/>
          </p:cNvSpPr>
          <p:nvPr>
            <p:ph type="body" sz="quarter" idx="15"/>
          </p:nvPr>
        </p:nvSpPr>
        <p:spPr>
          <a:xfrm>
            <a:off x="587377" y="2085974"/>
            <a:ext cx="4713287" cy="1235210"/>
          </a:xfrm>
        </p:spPr>
        <p:txBody>
          <a:bodyPr/>
          <a:lstStyle/>
          <a:p>
            <a:r>
              <a:rPr lang="ko-KR" altLang="en-US" sz="1600">
                <a:solidFill>
                  <a:srgbClr val="000000"/>
                </a:solidFill>
                <a:latin typeface="Segoe UI" panose="020B0502040204020203" pitchFamily="34" charset="0"/>
                <a:ea typeface="Segoe UI" panose="020B0503020000020004" pitchFamily="34" charset="-127"/>
                <a:cs typeface="Segoe UI"/>
              </a:rPr>
              <a:t>공개 및 엔터프라이즈 데이터 원본 추가</a:t>
            </a:r>
          </a:p>
          <a:p>
            <a:r>
              <a:rPr lang="ko-KR" altLang="en-US" sz="1600">
                <a:solidFill>
                  <a:srgbClr val="000000"/>
                </a:solidFill>
                <a:latin typeface="Segoe UI" panose="020B0502040204020203" pitchFamily="34" charset="0"/>
                <a:ea typeface="Segoe UI" panose="020B0503020000020004" pitchFamily="34" charset="-127"/>
                <a:cs typeface="Segoe UI"/>
              </a:rPr>
              <a:t>에이전트는 기업 데이터를 활용하여 실시간으로 다중 턴 답변을 동적으로 생성할 수 있음</a:t>
            </a:r>
          </a:p>
          <a:p>
            <a:r>
              <a:rPr lang="ko-KR" altLang="en-US" sz="1600">
                <a:solidFill>
                  <a:srgbClr val="000000"/>
                </a:solidFill>
                <a:latin typeface="Segoe UI" panose="020B0502040204020203" pitchFamily="34" charset="0"/>
                <a:ea typeface="Segoe UI" panose="020B0503020000020004" pitchFamily="34" charset="-127"/>
                <a:cs typeface="Segoe UI"/>
              </a:rPr>
              <a:t>즉시 사용할 수 있는 에이전트를 만들 수 있음</a:t>
            </a:r>
          </a:p>
        </p:txBody>
      </p:sp>
      <p:sp>
        <p:nvSpPr>
          <p:cNvPr id="37" name="Picture Placeholder 36">
            <a:extLst>
              <a:ext uri="{FF2B5EF4-FFF2-40B4-BE49-F238E27FC236}">
                <a16:creationId xmlns:a16="http://schemas.microsoft.com/office/drawing/2014/main" id="{4D3DDA3A-FAAE-5A54-38B9-30258537CC68}"/>
              </a:ext>
            </a:extLst>
          </p:cNvPr>
          <p:cNvSpPr>
            <a:spLocks noGrp="1"/>
          </p:cNvSpPr>
          <p:nvPr>
            <p:ph type="pic" sz="quarter" idx="19"/>
          </p:nvPr>
        </p:nvSpPr>
        <p:spPr/>
        <p:txBody>
          <a:bodyPr/>
          <a:lstStyle/>
          <a:p>
            <a:endParaRPr lang="en-GB"/>
          </a:p>
        </p:txBody>
      </p:sp>
      <p:sp>
        <p:nvSpPr>
          <p:cNvPr id="38"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5" name="Picture 4">
            <a:extLst>
              <a:ext uri="{FF2B5EF4-FFF2-40B4-BE49-F238E27FC236}">
                <a16:creationId xmlns:a16="http://schemas.microsoft.com/office/drawing/2014/main" id="{7A1C21A9-3191-41CA-7A2E-6E0C759B44D6}"/>
              </a:ext>
            </a:extLst>
          </p:cNvPr>
          <p:cNvPicPr>
            <a:picLocks noChangeAspect="1"/>
          </p:cNvPicPr>
          <p:nvPr/>
        </p:nvPicPr>
        <p:blipFill>
          <a:blip r:embed="rId3"/>
          <a:srcRect/>
          <a:stretch/>
        </p:blipFill>
        <p:spPr>
          <a:xfrm>
            <a:off x="6183112" y="1220221"/>
            <a:ext cx="5924950" cy="460304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42" presetClass="path" presetSubtype="0" decel="100000" fill="hold" grpId="1" nodeType="withEffect">
                                  <p:stCondLst>
                                    <p:cond delay="200"/>
                                  </p:stCondLst>
                                  <p:childTnLst>
                                    <p:animMotion origin="layout" path="M 3.75E-06 4.07407E-06 L 3.75E-06 0.03541" pathEditMode="relative" rAng="0" ptsTypes="AA">
                                      <p:cBhvr>
                                        <p:cTn id="9" dur="700" spd="-100000" fill="hold"/>
                                        <p:tgtEl>
                                          <p:spTgt spid="14"/>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2854-46B9-3C46-86ED-051FEA185446}"/>
              </a:ext>
            </a:extLst>
          </p:cNvPr>
          <p:cNvSpPr>
            <a:spLocks noGrp="1"/>
          </p:cNvSpPr>
          <p:nvPr>
            <p:ph type="title"/>
          </p:nvPr>
        </p:nvSpPr>
        <p:spPr/>
        <p:txBody>
          <a:bodyPr>
            <a:normAutofit fontScale="90000"/>
          </a:bodyPr>
          <a:lstStyle/>
          <a:p>
            <a:r>
              <a:rPr lang="ko-KR" altLang="en-US" sz="3000" b="1">
                <a:solidFill>
                  <a:srgbClr val="000000"/>
                </a:solidFill>
                <a:latin typeface="Segoe UI" panose="020B0702040204020203" pitchFamily="34" charset="0"/>
                <a:ea typeface="Segoe UI" panose="020B0503020000020004" pitchFamily="34" charset="-127"/>
                <a:cs typeface="Segoe UI"/>
              </a:rPr>
              <a:t>지식 원본</a:t>
            </a:r>
            <a:endParaRPr lang="en-US" sz="3000" b="1">
              <a:latin typeface="Segoe UI" panose="020B0702040204020203" pitchFamily="34" charset="0"/>
              <a:ea typeface="Segoe UI" panose="020B0503020000020004" pitchFamily="34" charset="-127"/>
            </a:endParaRPr>
          </a:p>
        </p:txBody>
      </p:sp>
      <p:sp>
        <p:nvSpPr>
          <p:cNvPr id="3" name="Text Placeholder 2">
            <a:extLst>
              <a:ext uri="{FF2B5EF4-FFF2-40B4-BE49-F238E27FC236}">
                <a16:creationId xmlns:a16="http://schemas.microsoft.com/office/drawing/2014/main" id="{23CECCAF-7698-A62E-1847-67B1805DFA59}"/>
              </a:ext>
            </a:extLst>
          </p:cNvPr>
          <p:cNvSpPr>
            <a:spLocks noGrp="1"/>
          </p:cNvSpPr>
          <p:nvPr>
            <p:ph type="body" sz="quarter" idx="17"/>
          </p:nvPr>
        </p:nvSpPr>
        <p:spPr>
          <a:xfrm>
            <a:off x="585788" y="1386766"/>
            <a:ext cx="11011601" cy="338554"/>
          </a:xfrm>
        </p:spPr>
        <p:txBody>
          <a:bodyPr/>
          <a:lstStyle/>
          <a:p>
            <a:r>
              <a:rPr lang="ko-KR" altLang="en-US" sz="1600">
                <a:solidFill>
                  <a:srgbClr val="091F2E"/>
                </a:solidFill>
                <a:latin typeface="Segoe UI" panose="020B0502040204020203" pitchFamily="34" charset="0"/>
                <a:ea typeface="Segoe UI" panose="020B0503020000020004" pitchFamily="34" charset="-127"/>
                <a:cs typeface="Segoe UI"/>
              </a:rPr>
              <a:t>지식 원본의 사용 사례</a:t>
            </a:r>
          </a:p>
        </p:txBody>
      </p:sp>
      <p:cxnSp>
        <p:nvCxnSpPr>
          <p:cNvPr id="5" name="Straight Connector 4">
            <a:extLst>
              <a:ext uri="{FF2B5EF4-FFF2-40B4-BE49-F238E27FC236}">
                <a16:creationId xmlns:a16="http://schemas.microsoft.com/office/drawing/2014/main" id="{8C529D94-7B17-7FD2-0572-3AD635EACD39}"/>
              </a:ext>
              <a:ext uri="{C183D7F6-B498-43B3-948B-1728B52AA6E4}">
                <adec:decorative xmlns:adec="http://schemas.microsoft.com/office/drawing/2017/decorative" val="1"/>
              </a:ext>
            </a:extLst>
          </p:cNvPr>
          <p:cNvCxnSpPr/>
          <p:nvPr/>
        </p:nvCxnSpPr>
        <p:spPr>
          <a:xfrm>
            <a:off x="3354" y="26263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12" name="Oval 11">
            <a:extLst>
              <a:ext uri="{FF2B5EF4-FFF2-40B4-BE49-F238E27FC236}">
                <a16:creationId xmlns:a16="http://schemas.microsoft.com/office/drawing/2014/main" id="{1C854D74-C44C-C1AD-D93A-3F6DEEEC29DC}"/>
              </a:ext>
              <a:ext uri="{C183D7F6-B498-43B3-948B-1728B52AA6E4}">
                <adec:decorative xmlns:adec="http://schemas.microsoft.com/office/drawing/2017/decorative" val="1"/>
              </a:ext>
            </a:extLst>
          </p:cNvPr>
          <p:cNvSpPr/>
          <p:nvPr/>
        </p:nvSpPr>
        <p:spPr bwMode="auto">
          <a:xfrm>
            <a:off x="1205440" y="2107046"/>
            <a:ext cx="982928" cy="982928"/>
          </a:xfrm>
          <a:prstGeom prst="ellipse">
            <a:avLst/>
          </a:prstGeom>
          <a:solidFill>
            <a:srgbClr val="FFFFFF"/>
          </a:solidFill>
          <a:ln w="12700" cap="flat">
            <a:solidFill>
              <a:schemeClr val="bg1">
                <a:lumMod val="85000"/>
              </a:schemeClr>
            </a:solidFill>
            <a:miter lim="400000"/>
          </a:ln>
          <a:effectLst/>
        </p:spPr>
        <p:txBody>
          <a:bodyPr rot="0" spcFirstLastPara="1" vertOverflow="overflow" horzOverflow="overflow" vert="horz" wrap="square" lIns="50800" tIns="50800" rIns="50800" bIns="50800" numCol="1" spcCol="38100" rtlCol="0" anchor="ctr">
            <a:noAutofit/>
          </a:bodyPr>
          <a:lstStyle/>
          <a:p>
            <a:pPr marL="4571" defTabSz="412667" latinLnBrk="0">
              <a:spcBef>
                <a:spcPct val="0"/>
              </a:spcBef>
              <a:spcAft>
                <a:spcPct val="0"/>
              </a:spcAft>
              <a:defRPr/>
            </a:pPr>
            <a:endParaRPr lang="en-IN" sz="1600" kern="0">
              <a:solidFill>
                <a:srgbClr val="2F2F2F"/>
              </a:solidFill>
              <a:cs typeface="Segoe UI" pitchFamily="34" charset="0"/>
            </a:endParaRPr>
          </a:p>
        </p:txBody>
      </p:sp>
      <p:pic>
        <p:nvPicPr>
          <p:cNvPr id="21" name="Graphic 20" descr="Web design with solid fill">
            <a:extLst>
              <a:ext uri="{FF2B5EF4-FFF2-40B4-BE49-F238E27FC236}">
                <a16:creationId xmlns:a16="http://schemas.microsoft.com/office/drawing/2014/main" id="{1D70BAD9-A907-4E1E-3968-7F0150777D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47227" y="2258642"/>
            <a:ext cx="720000" cy="720000"/>
          </a:xfrm>
          <a:prstGeom prst="rect">
            <a:avLst/>
          </a:prstGeom>
        </p:spPr>
      </p:pic>
      <p:sp>
        <p:nvSpPr>
          <p:cNvPr id="6" name="Text Placeholder 11">
            <a:extLst>
              <a:ext uri="{FF2B5EF4-FFF2-40B4-BE49-F238E27FC236}">
                <a16:creationId xmlns:a16="http://schemas.microsoft.com/office/drawing/2014/main" id="{13369C99-83A8-1282-5873-4AF7BB0F440C}"/>
              </a:ext>
            </a:extLst>
          </p:cNvPr>
          <p:cNvSpPr txBox="1"/>
          <p:nvPr/>
        </p:nvSpPr>
        <p:spPr>
          <a:xfrm>
            <a:off x="-53569" y="3408869"/>
            <a:ext cx="3479071" cy="307777"/>
          </a:xfrm>
          <a:prstGeom prst="rect">
            <a:avLst/>
          </a:prstGeom>
        </p:spPr>
        <p:txBody>
          <a:bodyPr anchor="t"/>
          <a:lstStyle>
            <a:lvl1pPr marL="0" marR="0" indent="0" algn="ctr" defTabSz="932742" rtl="0" eaLnBrk="1" fontAlgn="auto" latinLnBrk="0" hangingPunct="1">
              <a:lnSpc>
                <a:spcPct val="100000"/>
              </a:lnSpc>
              <a:spcBef>
                <a:spcPct val="0"/>
              </a:spcBef>
              <a:spcAft>
                <a:spcPct val="0"/>
              </a:spcAft>
              <a:buClrTx/>
              <a:buSzPct val="90000"/>
              <a:buFont typeface="Segoe UI" panose="020B0604020202020204" pitchFamily="34" charset="0"/>
              <a:buNone/>
              <a:defRPr sz="2000" kern="1200" spc="0" baseline="0">
                <a:solidFill>
                  <a:schemeClr val="tx1"/>
                </a:solidFill>
                <a:latin typeface="+mj-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r>
              <a:rPr lang="ko-KR" altLang="en-US" b="1">
                <a:solidFill>
                  <a:srgbClr val="000000"/>
                </a:solidFill>
                <a:latin typeface="Segoe UI" panose="020B0702040204020203" pitchFamily="34" charset="0"/>
                <a:ea typeface="Segoe UI" panose="020B0503020000020004" pitchFamily="34" charset="-127"/>
                <a:cs typeface="Segoe UI"/>
              </a:rPr>
              <a:t>공개 웹 사이트</a:t>
            </a:r>
          </a:p>
        </p:txBody>
      </p:sp>
      <p:sp>
        <p:nvSpPr>
          <p:cNvPr id="9" name="Text Placeholder 3">
            <a:extLst>
              <a:ext uri="{FF2B5EF4-FFF2-40B4-BE49-F238E27FC236}">
                <a16:creationId xmlns:a16="http://schemas.microsoft.com/office/drawing/2014/main" id="{DD56E903-0196-7406-640B-1933607F8F24}"/>
              </a:ext>
            </a:extLst>
          </p:cNvPr>
          <p:cNvSpPr txBox="1"/>
          <p:nvPr/>
        </p:nvSpPr>
        <p:spPr>
          <a:xfrm>
            <a:off x="347952" y="3818226"/>
            <a:ext cx="2757054" cy="883319"/>
          </a:xfrm>
          <a:prstGeom prst="rect">
            <a:avLst/>
          </a:prstGeom>
        </p:spPr>
        <p:txBody>
          <a:bodyPr wrap="square">
            <a:spAutoFit/>
          </a:bodyPr>
          <a:lstStyle>
            <a:lvl1pPr marL="0" marR="0" indent="0" algn="ctr"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600" kern="1200" spc="0" baseline="0">
                <a:solidFill>
                  <a:schemeClr val="tx1"/>
                </a:solidFill>
                <a:latin typeface="+mn-lt"/>
                <a:ea typeface="+mn-ea"/>
                <a:cs typeface="Segoe UI" pitchFamily="34" charset="0"/>
              </a:defRPr>
            </a:lvl1pPr>
            <a:lvl2pPr marL="137160"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400" kern="1200" spc="0" baseline="0">
                <a:solidFill>
                  <a:schemeClr val="tx1"/>
                </a:solidFill>
                <a:latin typeface="+mn-lt"/>
                <a:ea typeface="+mn-ea"/>
                <a:cs typeface="+mn-cs"/>
              </a:defRPr>
            </a:lvl2pPr>
            <a:lvl3pPr marL="265176"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pPr>
              <a:lnSpc>
                <a:spcPct val="110000"/>
              </a:lnSpc>
            </a:pPr>
            <a:r>
              <a:rPr lang="en-US" altLang="ko-KR">
                <a:solidFill>
                  <a:srgbClr val="000000"/>
                </a:solidFill>
                <a:latin typeface="Segoe UI" panose="020B0502040204020203" pitchFamily="34" charset="0"/>
                <a:ea typeface="Segoe UI" panose="020B0503020000020004" pitchFamily="34" charset="-127"/>
                <a:cs typeface="Segoe UI"/>
              </a:rPr>
              <a:t>Bing</a:t>
            </a:r>
            <a:r>
              <a:rPr lang="ko-KR" altLang="en-US">
                <a:solidFill>
                  <a:srgbClr val="000000"/>
                </a:solidFill>
                <a:latin typeface="Segoe UI" panose="020B0502040204020203" pitchFamily="34" charset="0"/>
                <a:ea typeface="Segoe UI" panose="020B0503020000020004" pitchFamily="34" charset="-127"/>
                <a:cs typeface="Segoe UI"/>
              </a:rPr>
              <a:t>에 입력된 쿼리를 검색하고</a:t>
            </a:r>
            <a:r>
              <a:rPr lang="en-US" altLang="ko-KR">
                <a:solidFill>
                  <a:srgbClr val="000000"/>
                </a:solidFill>
                <a:latin typeface="Segoe UI" panose="020B0502040204020203" pitchFamily="34" charset="0"/>
                <a:ea typeface="Segoe UI" panose="020B0503020000020004" pitchFamily="34" charset="-127"/>
                <a:cs typeface="Segoe UI"/>
              </a:rPr>
              <a:t>, </a:t>
            </a:r>
            <a:r>
              <a:rPr lang="ko-KR" altLang="en-US">
                <a:solidFill>
                  <a:srgbClr val="000000"/>
                </a:solidFill>
                <a:latin typeface="Segoe UI" panose="020B0502040204020203" pitchFamily="34" charset="0"/>
                <a:ea typeface="Segoe UI" panose="020B0503020000020004" pitchFamily="34" charset="-127"/>
                <a:cs typeface="Segoe UI"/>
              </a:rPr>
              <a:t>제공된 웹 사이트의 결과만 반환</a:t>
            </a:r>
            <a:endParaRPr lang="en-US">
              <a:latin typeface="Segoe UI" panose="020B0502040204020203" pitchFamily="34" charset="0"/>
              <a:ea typeface="Segoe UI" panose="020B0503020000020004" pitchFamily="34" charset="-127"/>
            </a:endParaRPr>
          </a:p>
        </p:txBody>
      </p:sp>
      <p:sp>
        <p:nvSpPr>
          <p:cNvPr id="13" name="Oval 12">
            <a:extLst>
              <a:ext uri="{FF2B5EF4-FFF2-40B4-BE49-F238E27FC236}">
                <a16:creationId xmlns:a16="http://schemas.microsoft.com/office/drawing/2014/main" id="{368D3DA8-6291-8384-B318-A7A5369A191C}"/>
              </a:ext>
              <a:ext uri="{C183D7F6-B498-43B3-948B-1728B52AA6E4}">
                <adec:decorative xmlns:adec="http://schemas.microsoft.com/office/drawing/2017/decorative" val="1"/>
              </a:ext>
            </a:extLst>
          </p:cNvPr>
          <p:cNvSpPr/>
          <p:nvPr/>
        </p:nvSpPr>
        <p:spPr bwMode="auto">
          <a:xfrm>
            <a:off x="4117785" y="2134890"/>
            <a:ext cx="982928" cy="982928"/>
          </a:xfrm>
          <a:prstGeom prst="ellipse">
            <a:avLst/>
          </a:prstGeom>
          <a:solidFill>
            <a:srgbClr val="FFFFFF"/>
          </a:solidFill>
          <a:ln w="12700" cap="flat">
            <a:solidFill>
              <a:schemeClr val="bg1">
                <a:lumMod val="85000"/>
              </a:schemeClr>
            </a:solidFill>
            <a:miter lim="400000"/>
          </a:ln>
          <a:effectLst/>
        </p:spPr>
        <p:txBody>
          <a:bodyPr rot="0" spcFirstLastPara="1" vertOverflow="overflow" horzOverflow="overflow" vert="horz" wrap="square" lIns="50800" tIns="50800" rIns="50800" bIns="50800" numCol="1" spcCol="38100" rtlCol="0" anchor="ctr">
            <a:noAutofit/>
          </a:bodyPr>
          <a:lstStyle/>
          <a:p>
            <a:pPr marL="4571" defTabSz="412667" latinLnBrk="0">
              <a:spcBef>
                <a:spcPct val="0"/>
              </a:spcBef>
              <a:spcAft>
                <a:spcPct val="0"/>
              </a:spcAft>
              <a:defRPr/>
            </a:pPr>
            <a:endParaRPr lang="en-IN" sz="1600" kern="0">
              <a:solidFill>
                <a:srgbClr val="2F2F2F"/>
              </a:solidFill>
              <a:cs typeface="Segoe UI" pitchFamily="34" charset="0"/>
            </a:endParaRPr>
          </a:p>
        </p:txBody>
      </p:sp>
      <p:sp>
        <p:nvSpPr>
          <p:cNvPr id="16" name="Browser_3">
            <a:extLst>
              <a:ext uri="{FF2B5EF4-FFF2-40B4-BE49-F238E27FC236}">
                <a16:creationId xmlns:a16="http://schemas.microsoft.com/office/drawing/2014/main" id="{48D28173-94CF-5995-ED4A-DAB99416296A}"/>
              </a:ext>
              <a:ext uri="{C183D7F6-B498-43B3-948B-1728B52AA6E4}">
                <adec:decorative xmlns:adec="http://schemas.microsoft.com/office/drawing/2017/decorative" val="1"/>
              </a:ext>
            </a:extLst>
          </p:cNvPr>
          <p:cNvSpPr>
            <a:spLocks noChangeAspect="1" noEditPoints="1"/>
          </p:cNvSpPr>
          <p:nvPr/>
        </p:nvSpPr>
        <p:spPr bwMode="auto">
          <a:xfrm>
            <a:off x="4401087" y="2420642"/>
            <a:ext cx="416325" cy="396000"/>
          </a:xfrm>
          <a:custGeom>
            <a:avLst/>
            <a:gdLst>
              <a:gd name="T0" fmla="*/ 130 w 335"/>
              <a:gd name="T1" fmla="*/ 33 h 318"/>
              <a:gd name="T2" fmla="*/ 335 w 335"/>
              <a:gd name="T3" fmla="*/ 33 h 318"/>
              <a:gd name="T4" fmla="*/ 335 w 335"/>
              <a:gd name="T5" fmla="*/ 318 h 318"/>
              <a:gd name="T6" fmla="*/ 0 w 335"/>
              <a:gd name="T7" fmla="*/ 318 h 318"/>
              <a:gd name="T8" fmla="*/ 0 w 335"/>
              <a:gd name="T9" fmla="*/ 33 h 318"/>
              <a:gd name="T10" fmla="*/ 0 w 335"/>
              <a:gd name="T11" fmla="*/ 33 h 318"/>
              <a:gd name="T12" fmla="*/ 71 w 335"/>
              <a:gd name="T13" fmla="*/ 33 h 318"/>
              <a:gd name="T14" fmla="*/ 130 w 335"/>
              <a:gd name="T15" fmla="*/ 97 h 318"/>
              <a:gd name="T16" fmla="*/ 335 w 335"/>
              <a:gd name="T17" fmla="*/ 97 h 318"/>
              <a:gd name="T18" fmla="*/ 0 w 335"/>
              <a:gd name="T19" fmla="*/ 97 h 318"/>
              <a:gd name="T20" fmla="*/ 67 w 335"/>
              <a:gd name="T21" fmla="*/ 97 h 318"/>
              <a:gd name="T22" fmla="*/ 293 w 335"/>
              <a:gd name="T23" fmla="*/ 69 h 318"/>
              <a:gd name="T24" fmla="*/ 298 w 335"/>
              <a:gd name="T25" fmla="*/ 64 h 318"/>
              <a:gd name="T26" fmla="*/ 293 w 335"/>
              <a:gd name="T27" fmla="*/ 60 h 318"/>
              <a:gd name="T28" fmla="*/ 289 w 335"/>
              <a:gd name="T29" fmla="*/ 64 h 318"/>
              <a:gd name="T30" fmla="*/ 293 w 335"/>
              <a:gd name="T31" fmla="*/ 69 h 318"/>
              <a:gd name="T32" fmla="*/ 240 w 335"/>
              <a:gd name="T33" fmla="*/ 69 h 318"/>
              <a:gd name="T34" fmla="*/ 245 w 335"/>
              <a:gd name="T35" fmla="*/ 64 h 318"/>
              <a:gd name="T36" fmla="*/ 240 w 335"/>
              <a:gd name="T37" fmla="*/ 60 h 318"/>
              <a:gd name="T38" fmla="*/ 235 w 335"/>
              <a:gd name="T39" fmla="*/ 64 h 318"/>
              <a:gd name="T40" fmla="*/ 240 w 335"/>
              <a:gd name="T41" fmla="*/ 69 h 318"/>
              <a:gd name="T42" fmla="*/ 187 w 335"/>
              <a:gd name="T43" fmla="*/ 69 h 318"/>
              <a:gd name="T44" fmla="*/ 192 w 335"/>
              <a:gd name="T45" fmla="*/ 64 h 318"/>
              <a:gd name="T46" fmla="*/ 187 w 335"/>
              <a:gd name="T47" fmla="*/ 60 h 318"/>
              <a:gd name="T48" fmla="*/ 182 w 335"/>
              <a:gd name="T49" fmla="*/ 64 h 318"/>
              <a:gd name="T50" fmla="*/ 187 w 335"/>
              <a:gd name="T51" fmla="*/ 69 h 318"/>
              <a:gd name="T52" fmla="*/ 49 w 335"/>
              <a:gd name="T53" fmla="*/ 190 h 318"/>
              <a:gd name="T54" fmla="*/ 100 w 335"/>
              <a:gd name="T55" fmla="*/ 240 h 318"/>
              <a:gd name="T56" fmla="*/ 151 w 335"/>
              <a:gd name="T57" fmla="*/ 190 h 318"/>
              <a:gd name="T58" fmla="*/ 100 w 335"/>
              <a:gd name="T59" fmla="*/ 0 h 318"/>
              <a:gd name="T60" fmla="*/ 100 w 335"/>
              <a:gd name="T61" fmla="*/ 24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5" h="318">
                <a:moveTo>
                  <a:pt x="130" y="33"/>
                </a:moveTo>
                <a:cubicBezTo>
                  <a:pt x="335" y="33"/>
                  <a:pt x="335" y="33"/>
                  <a:pt x="335" y="33"/>
                </a:cubicBezTo>
                <a:cubicBezTo>
                  <a:pt x="335" y="318"/>
                  <a:pt x="335" y="318"/>
                  <a:pt x="335" y="318"/>
                </a:cubicBezTo>
                <a:cubicBezTo>
                  <a:pt x="0" y="318"/>
                  <a:pt x="0" y="318"/>
                  <a:pt x="0" y="318"/>
                </a:cubicBezTo>
                <a:cubicBezTo>
                  <a:pt x="0" y="33"/>
                  <a:pt x="0" y="33"/>
                  <a:pt x="0" y="33"/>
                </a:cubicBezTo>
                <a:cubicBezTo>
                  <a:pt x="0" y="33"/>
                  <a:pt x="0" y="33"/>
                  <a:pt x="0" y="33"/>
                </a:cubicBezTo>
                <a:cubicBezTo>
                  <a:pt x="71" y="33"/>
                  <a:pt x="71" y="33"/>
                  <a:pt x="71" y="33"/>
                </a:cubicBezTo>
                <a:moveTo>
                  <a:pt x="130" y="97"/>
                </a:moveTo>
                <a:cubicBezTo>
                  <a:pt x="335" y="97"/>
                  <a:pt x="335" y="97"/>
                  <a:pt x="335" y="97"/>
                </a:cubicBezTo>
                <a:moveTo>
                  <a:pt x="0" y="97"/>
                </a:moveTo>
                <a:cubicBezTo>
                  <a:pt x="67" y="97"/>
                  <a:pt x="67" y="97"/>
                  <a:pt x="67" y="97"/>
                </a:cubicBezTo>
                <a:moveTo>
                  <a:pt x="293" y="69"/>
                </a:moveTo>
                <a:cubicBezTo>
                  <a:pt x="296" y="69"/>
                  <a:pt x="298" y="67"/>
                  <a:pt x="298" y="64"/>
                </a:cubicBezTo>
                <a:cubicBezTo>
                  <a:pt x="298" y="62"/>
                  <a:pt x="296" y="60"/>
                  <a:pt x="293" y="60"/>
                </a:cubicBezTo>
                <a:cubicBezTo>
                  <a:pt x="291" y="60"/>
                  <a:pt x="289" y="62"/>
                  <a:pt x="289" y="64"/>
                </a:cubicBezTo>
                <a:cubicBezTo>
                  <a:pt x="289" y="67"/>
                  <a:pt x="291" y="69"/>
                  <a:pt x="293" y="69"/>
                </a:cubicBezTo>
                <a:close/>
                <a:moveTo>
                  <a:pt x="240" y="69"/>
                </a:moveTo>
                <a:cubicBezTo>
                  <a:pt x="243" y="69"/>
                  <a:pt x="245" y="67"/>
                  <a:pt x="245" y="64"/>
                </a:cubicBezTo>
                <a:cubicBezTo>
                  <a:pt x="245" y="62"/>
                  <a:pt x="243" y="60"/>
                  <a:pt x="240" y="60"/>
                </a:cubicBezTo>
                <a:cubicBezTo>
                  <a:pt x="238" y="60"/>
                  <a:pt x="235" y="62"/>
                  <a:pt x="235" y="64"/>
                </a:cubicBezTo>
                <a:cubicBezTo>
                  <a:pt x="235" y="67"/>
                  <a:pt x="238" y="69"/>
                  <a:pt x="240" y="69"/>
                </a:cubicBezTo>
                <a:close/>
                <a:moveTo>
                  <a:pt x="187" y="69"/>
                </a:moveTo>
                <a:cubicBezTo>
                  <a:pt x="189" y="69"/>
                  <a:pt x="192" y="67"/>
                  <a:pt x="192" y="64"/>
                </a:cubicBezTo>
                <a:cubicBezTo>
                  <a:pt x="192" y="62"/>
                  <a:pt x="189" y="60"/>
                  <a:pt x="187" y="60"/>
                </a:cubicBezTo>
                <a:cubicBezTo>
                  <a:pt x="184" y="60"/>
                  <a:pt x="182" y="62"/>
                  <a:pt x="182" y="64"/>
                </a:cubicBezTo>
                <a:cubicBezTo>
                  <a:pt x="182" y="67"/>
                  <a:pt x="184" y="69"/>
                  <a:pt x="187" y="69"/>
                </a:cubicBezTo>
                <a:close/>
                <a:moveTo>
                  <a:pt x="49" y="190"/>
                </a:moveTo>
                <a:cubicBezTo>
                  <a:pt x="100" y="240"/>
                  <a:pt x="100" y="240"/>
                  <a:pt x="100" y="240"/>
                </a:cubicBezTo>
                <a:cubicBezTo>
                  <a:pt x="151" y="190"/>
                  <a:pt x="151" y="190"/>
                  <a:pt x="151" y="190"/>
                </a:cubicBezTo>
                <a:moveTo>
                  <a:pt x="100" y="0"/>
                </a:moveTo>
                <a:cubicBezTo>
                  <a:pt x="100" y="240"/>
                  <a:pt x="100" y="240"/>
                  <a:pt x="100" y="240"/>
                </a:cubicBezTo>
              </a:path>
            </a:pathLst>
          </a:custGeom>
          <a:noFill/>
          <a:ln w="15875" cap="sq">
            <a:solidFill>
              <a:srgbClr val="BF3AC4"/>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gradFill>
            </a:endParaRPr>
          </a:p>
        </p:txBody>
      </p:sp>
      <p:sp>
        <p:nvSpPr>
          <p:cNvPr id="7" name="Text Placeholder 11">
            <a:extLst>
              <a:ext uri="{FF2B5EF4-FFF2-40B4-BE49-F238E27FC236}">
                <a16:creationId xmlns:a16="http://schemas.microsoft.com/office/drawing/2014/main" id="{32437032-C805-F897-E27D-AD94F3DF2DB6}"/>
              </a:ext>
            </a:extLst>
          </p:cNvPr>
          <p:cNvSpPr txBox="1"/>
          <p:nvPr/>
        </p:nvSpPr>
        <p:spPr>
          <a:xfrm>
            <a:off x="2869713" y="3429001"/>
            <a:ext cx="3479071" cy="307777"/>
          </a:xfrm>
          <a:prstGeom prst="rect">
            <a:avLst/>
          </a:prstGeom>
        </p:spPr>
        <p:txBody>
          <a:bodyPr anchor="t"/>
          <a:lstStyle>
            <a:lvl1pPr marL="0" marR="0" indent="0" algn="ctr" defTabSz="932742" rtl="0" eaLnBrk="1" fontAlgn="auto" latinLnBrk="0" hangingPunct="1">
              <a:lnSpc>
                <a:spcPct val="100000"/>
              </a:lnSpc>
              <a:spcBef>
                <a:spcPct val="0"/>
              </a:spcBef>
              <a:spcAft>
                <a:spcPct val="0"/>
              </a:spcAft>
              <a:buClrTx/>
              <a:buSzPct val="90000"/>
              <a:buFont typeface="Segoe UI" panose="020B0604020202020204" pitchFamily="34" charset="0"/>
              <a:buNone/>
              <a:defRPr sz="2000" kern="1200" spc="0" baseline="0">
                <a:solidFill>
                  <a:schemeClr val="tx1"/>
                </a:solidFill>
                <a:latin typeface="+mj-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r>
              <a:rPr lang="en-US" altLang="ko-KR" b="1">
                <a:solidFill>
                  <a:srgbClr val="000000"/>
                </a:solidFill>
                <a:latin typeface="Segoe UI" panose="020B0702040204020203" pitchFamily="34" charset="0"/>
                <a:ea typeface="Segoe UI" panose="020B0503020000020004" pitchFamily="34" charset="-127"/>
                <a:cs typeface="Segoe UI"/>
              </a:rPr>
              <a:t>SharePoint
          </a:t>
            </a:r>
          </a:p>
        </p:txBody>
      </p:sp>
      <p:sp>
        <p:nvSpPr>
          <p:cNvPr id="10" name="Text Placeholder 3">
            <a:extLst>
              <a:ext uri="{FF2B5EF4-FFF2-40B4-BE49-F238E27FC236}">
                <a16:creationId xmlns:a16="http://schemas.microsoft.com/office/drawing/2014/main" id="{ED93603F-41A8-7CE1-F6E3-01D6BC8F2BCA}"/>
              </a:ext>
            </a:extLst>
          </p:cNvPr>
          <p:cNvSpPr txBox="1"/>
          <p:nvPr/>
        </p:nvSpPr>
        <p:spPr>
          <a:xfrm>
            <a:off x="3425502" y="3838357"/>
            <a:ext cx="2443531" cy="1154162"/>
          </a:xfrm>
          <a:prstGeom prst="rect">
            <a:avLst/>
          </a:prstGeom>
        </p:spPr>
        <p:txBody>
          <a:bodyPr wrap="square">
            <a:spAutoFit/>
          </a:bodyPr>
          <a:lstStyle>
            <a:lvl1pPr marL="0" marR="0" indent="0" algn="ctr"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600" kern="1200" spc="0" baseline="0">
                <a:solidFill>
                  <a:schemeClr val="tx1"/>
                </a:solidFill>
                <a:latin typeface="+mn-lt"/>
                <a:ea typeface="+mn-ea"/>
                <a:cs typeface="Segoe UI" pitchFamily="34" charset="0"/>
              </a:defRPr>
            </a:lvl1pPr>
            <a:lvl2pPr marL="137160"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400" kern="1200" spc="0" baseline="0">
                <a:solidFill>
                  <a:schemeClr val="tx1"/>
                </a:solidFill>
                <a:latin typeface="+mn-lt"/>
                <a:ea typeface="+mn-ea"/>
                <a:cs typeface="+mn-cs"/>
              </a:defRPr>
            </a:lvl2pPr>
            <a:lvl3pPr marL="265176"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pPr>
              <a:lnSpc>
                <a:spcPct val="110000"/>
              </a:lnSpc>
            </a:pPr>
            <a:r>
              <a:rPr lang="en-US" altLang="ko-KR">
                <a:solidFill>
                  <a:srgbClr val="000000"/>
                </a:solidFill>
                <a:latin typeface="Segoe UI" panose="020B0502040204020203" pitchFamily="34" charset="0"/>
                <a:ea typeface="Segoe UI" panose="020B0503020000020004" pitchFamily="34" charset="-127"/>
                <a:cs typeface="Segoe UI"/>
              </a:rPr>
              <a:t>SharePoint URL</a:t>
            </a:r>
            <a:r>
              <a:rPr lang="ko-KR" altLang="en-US">
                <a:solidFill>
                  <a:srgbClr val="000000"/>
                </a:solidFill>
                <a:latin typeface="Segoe UI" panose="020B0502040204020203" pitchFamily="34" charset="0"/>
                <a:ea typeface="Segoe UI" panose="020B0503020000020004" pitchFamily="34" charset="-127"/>
                <a:cs typeface="Segoe UI"/>
              </a:rPr>
              <a:t>에 연결하고 </a:t>
            </a:r>
            <a:r>
              <a:rPr lang="en-US" altLang="ko-KR">
                <a:solidFill>
                  <a:srgbClr val="000000"/>
                </a:solidFill>
                <a:latin typeface="Segoe UI" panose="020B0502040204020203" pitchFamily="34" charset="0"/>
                <a:ea typeface="Segoe UI" panose="020B0503020000020004" pitchFamily="34" charset="-127"/>
                <a:cs typeface="Segoe UI"/>
              </a:rPr>
              <a:t>GraphSearch</a:t>
            </a:r>
            <a:r>
              <a:rPr lang="ko-KR" altLang="en-US">
                <a:solidFill>
                  <a:srgbClr val="000000"/>
                </a:solidFill>
                <a:latin typeface="Segoe UI" panose="020B0502040204020203" pitchFamily="34" charset="0"/>
                <a:ea typeface="Segoe UI" panose="020B0503020000020004" pitchFamily="34" charset="-127"/>
                <a:cs typeface="Segoe UI"/>
              </a:rPr>
              <a:t>를 사용하여 결과를 반환합니다</a:t>
            </a:r>
            <a:endParaRPr lang="en-US">
              <a:latin typeface="Segoe UI" panose="020B0502040204020203" pitchFamily="34" charset="0"/>
              <a:ea typeface="Segoe UI" panose="020B0503020000020004" pitchFamily="34" charset="-127"/>
            </a:endParaRPr>
          </a:p>
        </p:txBody>
      </p:sp>
      <p:sp>
        <p:nvSpPr>
          <p:cNvPr id="14" name="Oval 13">
            <a:extLst>
              <a:ext uri="{FF2B5EF4-FFF2-40B4-BE49-F238E27FC236}">
                <a16:creationId xmlns:a16="http://schemas.microsoft.com/office/drawing/2014/main" id="{8A16BFC3-293F-E4BD-6ACA-F5F66E6BF785}"/>
              </a:ext>
              <a:ext uri="{C183D7F6-B498-43B3-948B-1728B52AA6E4}">
                <adec:decorative xmlns:adec="http://schemas.microsoft.com/office/drawing/2017/decorative" val="1"/>
              </a:ext>
            </a:extLst>
          </p:cNvPr>
          <p:cNvSpPr/>
          <p:nvPr/>
        </p:nvSpPr>
        <p:spPr bwMode="auto">
          <a:xfrm>
            <a:off x="7104002" y="2107046"/>
            <a:ext cx="982928" cy="982928"/>
          </a:xfrm>
          <a:prstGeom prst="ellipse">
            <a:avLst/>
          </a:prstGeom>
          <a:solidFill>
            <a:srgbClr val="FFFFFF"/>
          </a:solidFill>
          <a:ln w="12700" cap="flat">
            <a:solidFill>
              <a:schemeClr val="bg1">
                <a:lumMod val="85000"/>
              </a:schemeClr>
            </a:solidFill>
            <a:miter lim="400000"/>
          </a:ln>
          <a:effectLst/>
        </p:spPr>
        <p:txBody>
          <a:bodyPr rot="0" spcFirstLastPara="1" vertOverflow="overflow" horzOverflow="overflow" vert="horz" wrap="square" lIns="50800" tIns="50800" rIns="50800" bIns="50800" numCol="1" spcCol="38100" rtlCol="0" anchor="ctr">
            <a:noAutofit/>
          </a:bodyPr>
          <a:lstStyle/>
          <a:p>
            <a:pPr marL="4571" defTabSz="412667" latinLnBrk="0">
              <a:spcBef>
                <a:spcPct val="0"/>
              </a:spcBef>
              <a:spcAft>
                <a:spcPct val="0"/>
              </a:spcAft>
              <a:defRPr/>
            </a:pPr>
            <a:endParaRPr lang="en-IN" sz="1600" kern="0">
              <a:solidFill>
                <a:srgbClr val="2F2F2F"/>
              </a:solidFill>
              <a:cs typeface="Segoe UI" pitchFamily="34" charset="0"/>
            </a:endParaRPr>
          </a:p>
        </p:txBody>
      </p:sp>
      <p:pic>
        <p:nvPicPr>
          <p:cNvPr id="23" name="Picture 22">
            <a:extLst>
              <a:ext uri="{FF2B5EF4-FFF2-40B4-BE49-F238E27FC236}">
                <a16:creationId xmlns:a16="http://schemas.microsoft.com/office/drawing/2014/main" id="{E6ECEF77-0BF7-2CAF-F2A2-D0DEC579DC8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248645" y="2245402"/>
            <a:ext cx="761905" cy="761905"/>
          </a:xfrm>
          <a:prstGeom prst="rect">
            <a:avLst/>
          </a:prstGeom>
        </p:spPr>
      </p:pic>
      <p:sp>
        <p:nvSpPr>
          <p:cNvPr id="8" name="Text Placeholder 11">
            <a:extLst>
              <a:ext uri="{FF2B5EF4-FFF2-40B4-BE49-F238E27FC236}">
                <a16:creationId xmlns:a16="http://schemas.microsoft.com/office/drawing/2014/main" id="{E0F77268-22D5-643B-7E30-9C203E79EB9B}"/>
              </a:ext>
            </a:extLst>
          </p:cNvPr>
          <p:cNvSpPr txBox="1"/>
          <p:nvPr/>
        </p:nvSpPr>
        <p:spPr>
          <a:xfrm>
            <a:off x="5869034" y="3408869"/>
            <a:ext cx="3479071" cy="307777"/>
          </a:xfrm>
          <a:prstGeom prst="rect">
            <a:avLst/>
          </a:prstGeom>
        </p:spPr>
        <p:txBody>
          <a:bodyPr anchor="t"/>
          <a:lstStyle>
            <a:lvl1pPr marL="0" marR="0" indent="0" algn="ctr" defTabSz="932742" rtl="0" eaLnBrk="1" fontAlgn="auto" latinLnBrk="0" hangingPunct="1">
              <a:lnSpc>
                <a:spcPct val="100000"/>
              </a:lnSpc>
              <a:spcBef>
                <a:spcPct val="0"/>
              </a:spcBef>
              <a:spcAft>
                <a:spcPct val="0"/>
              </a:spcAft>
              <a:buClrTx/>
              <a:buSzPct val="90000"/>
              <a:buFont typeface="Segoe UI" panose="020B0604020202020204" pitchFamily="34" charset="0"/>
              <a:buNone/>
              <a:defRPr sz="2000" kern="1200" spc="0" baseline="0">
                <a:solidFill>
                  <a:schemeClr val="tx1"/>
                </a:solidFill>
                <a:latin typeface="+mj-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r>
              <a:rPr lang="en-US" altLang="ko-KR" b="1">
                <a:solidFill>
                  <a:srgbClr val="000000"/>
                </a:solidFill>
                <a:latin typeface="Segoe UI" panose="020B0702040204020203" pitchFamily="34" charset="0"/>
                <a:ea typeface="Segoe UI" panose="020B0503020000020004" pitchFamily="34" charset="-127"/>
                <a:cs typeface="Segoe UI"/>
              </a:rPr>
              <a:t>Dataverse</a:t>
            </a:r>
          </a:p>
        </p:txBody>
      </p:sp>
      <p:sp>
        <p:nvSpPr>
          <p:cNvPr id="11" name="Text Placeholder 3">
            <a:extLst>
              <a:ext uri="{FF2B5EF4-FFF2-40B4-BE49-F238E27FC236}">
                <a16:creationId xmlns:a16="http://schemas.microsoft.com/office/drawing/2014/main" id="{C716B739-A271-D4AA-FD1B-6162C6EED151}"/>
              </a:ext>
            </a:extLst>
          </p:cNvPr>
          <p:cNvSpPr txBox="1"/>
          <p:nvPr/>
        </p:nvSpPr>
        <p:spPr>
          <a:xfrm>
            <a:off x="6189530" y="3818225"/>
            <a:ext cx="2757055" cy="1154162"/>
          </a:xfrm>
          <a:prstGeom prst="rect">
            <a:avLst/>
          </a:prstGeom>
        </p:spPr>
        <p:txBody>
          <a:bodyPr wrap="square">
            <a:spAutoFit/>
          </a:bodyPr>
          <a:lstStyle>
            <a:lvl1pPr marL="0" marR="0" indent="0" algn="ctr"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600" kern="1200" spc="0" baseline="0">
                <a:solidFill>
                  <a:schemeClr val="tx1"/>
                </a:solidFill>
                <a:latin typeface="+mn-lt"/>
                <a:ea typeface="+mn-ea"/>
                <a:cs typeface="Segoe UI" pitchFamily="34" charset="0"/>
              </a:defRPr>
            </a:lvl1pPr>
            <a:lvl2pPr marL="137160"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400" kern="1200" spc="0" baseline="0">
                <a:solidFill>
                  <a:schemeClr val="tx1"/>
                </a:solidFill>
                <a:latin typeface="+mn-lt"/>
                <a:ea typeface="+mn-ea"/>
                <a:cs typeface="+mn-cs"/>
              </a:defRPr>
            </a:lvl2pPr>
            <a:lvl3pPr marL="265176"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pPr>
              <a:lnSpc>
                <a:spcPct val="110000"/>
              </a:lnSpc>
            </a:pPr>
            <a:r>
              <a:rPr lang="en-US" altLang="ko-KR">
                <a:solidFill>
                  <a:srgbClr val="000000"/>
                </a:solidFill>
                <a:latin typeface="Segoe UI" panose="020B0502040204020203" pitchFamily="34" charset="0"/>
                <a:ea typeface="Segoe UI" panose="020B0503020000020004" pitchFamily="34" charset="-127"/>
                <a:cs typeface="Segoe UI"/>
              </a:rPr>
              <a:t>Dataverse </a:t>
            </a:r>
            <a:r>
              <a:rPr lang="ko-KR" altLang="en-US">
                <a:solidFill>
                  <a:srgbClr val="000000"/>
                </a:solidFill>
                <a:latin typeface="Segoe UI" panose="020B0502040204020203" pitchFamily="34" charset="0"/>
                <a:ea typeface="Segoe UI" panose="020B0503020000020004" pitchFamily="34" charset="-127"/>
                <a:cs typeface="Segoe UI"/>
              </a:rPr>
              <a:t>환경에 연결하고 </a:t>
            </a:r>
            <a:r>
              <a:rPr lang="en-US" altLang="ko-KR">
                <a:solidFill>
                  <a:srgbClr val="000000"/>
                </a:solidFill>
                <a:latin typeface="Segoe UI" panose="020B0502040204020203" pitchFamily="34" charset="0"/>
                <a:ea typeface="Segoe UI" panose="020B0503020000020004" pitchFamily="34" charset="-127"/>
                <a:cs typeface="Segoe UI"/>
              </a:rPr>
              <a:t>Dataverse</a:t>
            </a:r>
            <a:r>
              <a:rPr lang="ko-KR" altLang="en-US">
                <a:solidFill>
                  <a:srgbClr val="000000"/>
                </a:solidFill>
                <a:latin typeface="Segoe UI" panose="020B0502040204020203" pitchFamily="34" charset="0"/>
                <a:ea typeface="Segoe UI" panose="020B0503020000020004" pitchFamily="34" charset="-127"/>
                <a:cs typeface="Segoe UI"/>
              </a:rPr>
              <a:t>의 </a:t>
            </a:r>
            <a:r>
              <a:rPr lang="en-US" altLang="ko-KR">
                <a:solidFill>
                  <a:srgbClr val="000000"/>
                </a:solidFill>
                <a:latin typeface="Segoe UI" panose="020B0502040204020203" pitchFamily="34" charset="0"/>
                <a:ea typeface="Segoe UI" panose="020B0503020000020004" pitchFamily="34" charset="-127"/>
                <a:cs typeface="Segoe UI"/>
              </a:rPr>
              <a:t>RAG(</a:t>
            </a:r>
            <a:r>
              <a:rPr lang="ko-KR" altLang="en-US">
                <a:solidFill>
                  <a:srgbClr val="000000"/>
                </a:solidFill>
                <a:latin typeface="Segoe UI" panose="020B0502040204020203" pitchFamily="34" charset="0"/>
                <a:ea typeface="Segoe UI" panose="020B0503020000020004" pitchFamily="34" charset="-127"/>
                <a:cs typeface="Segoe UI"/>
              </a:rPr>
              <a:t>검색 증강 생성</a:t>
            </a:r>
            <a:r>
              <a:rPr lang="en-US" altLang="ko-KR">
                <a:solidFill>
                  <a:srgbClr val="000000"/>
                </a:solidFill>
                <a:latin typeface="Segoe UI" panose="020B0502040204020203" pitchFamily="34" charset="0"/>
                <a:ea typeface="Segoe UI" panose="020B0503020000020004" pitchFamily="34" charset="-127"/>
                <a:cs typeface="Segoe UI"/>
              </a:rPr>
              <a:t>) </a:t>
            </a:r>
            <a:r>
              <a:rPr lang="ko-KR" altLang="en-US">
                <a:solidFill>
                  <a:srgbClr val="000000"/>
                </a:solidFill>
                <a:latin typeface="Segoe UI" panose="020B0502040204020203" pitchFamily="34" charset="0"/>
                <a:ea typeface="Segoe UI" panose="020B0503020000020004" pitchFamily="34" charset="-127"/>
                <a:cs typeface="Segoe UI"/>
              </a:rPr>
              <a:t>기술을 사용하여 결과를 반환</a:t>
            </a:r>
            <a:endParaRPr lang="en-US">
              <a:latin typeface="Segoe UI" panose="020B0502040204020203" pitchFamily="34" charset="0"/>
              <a:ea typeface="Segoe UI" panose="020B0503020000020004" pitchFamily="34" charset="-127"/>
            </a:endParaRPr>
          </a:p>
        </p:txBody>
      </p:sp>
      <p:sp>
        <p:nvSpPr>
          <p:cNvPr id="4" name="Oval 3">
            <a:extLst>
              <a:ext uri="{FF2B5EF4-FFF2-40B4-BE49-F238E27FC236}">
                <a16:creationId xmlns:a16="http://schemas.microsoft.com/office/drawing/2014/main" id="{2670B762-BF0E-70C2-A63C-D5E8644BB51B}"/>
              </a:ext>
              <a:ext uri="{C183D7F6-B498-43B3-948B-1728B52AA6E4}">
                <adec:decorative xmlns:adec="http://schemas.microsoft.com/office/drawing/2017/decorative" val="1"/>
              </a:ext>
            </a:extLst>
          </p:cNvPr>
          <p:cNvSpPr/>
          <p:nvPr/>
        </p:nvSpPr>
        <p:spPr bwMode="auto">
          <a:xfrm>
            <a:off x="10031936" y="2107046"/>
            <a:ext cx="982928" cy="982928"/>
          </a:xfrm>
          <a:prstGeom prst="ellipse">
            <a:avLst/>
          </a:prstGeom>
          <a:solidFill>
            <a:srgbClr val="FFFFFF"/>
          </a:solidFill>
          <a:ln w="12700" cap="flat">
            <a:solidFill>
              <a:schemeClr val="bg1">
                <a:lumMod val="85000"/>
              </a:schemeClr>
            </a:solidFill>
            <a:miter lim="400000"/>
          </a:ln>
          <a:effectLst/>
        </p:spPr>
        <p:txBody>
          <a:bodyPr rot="0" spcFirstLastPara="1" vertOverflow="overflow" horzOverflow="overflow" vert="horz" wrap="square" lIns="50800" tIns="50800" rIns="50800" bIns="50800" numCol="1" spcCol="38100" rtlCol="0" anchor="ctr">
            <a:noAutofit/>
          </a:bodyPr>
          <a:lstStyle/>
          <a:p>
            <a:pPr marL="4571" defTabSz="412667" latinLnBrk="0">
              <a:spcBef>
                <a:spcPct val="0"/>
              </a:spcBef>
              <a:spcAft>
                <a:spcPct val="0"/>
              </a:spcAft>
              <a:defRPr/>
            </a:pPr>
            <a:endParaRPr lang="en-IN" sz="1600" kern="0">
              <a:solidFill>
                <a:srgbClr val="2F2F2F"/>
              </a:solidFill>
              <a:cs typeface="Segoe UI" pitchFamily="34" charset="0"/>
            </a:endParaRPr>
          </a:p>
        </p:txBody>
      </p:sp>
      <p:pic>
        <p:nvPicPr>
          <p:cNvPr id="25" name="Graphic 24" descr="Document outline">
            <a:extLst>
              <a:ext uri="{FF2B5EF4-FFF2-40B4-BE49-F238E27FC236}">
                <a16:creationId xmlns:a16="http://schemas.microsoft.com/office/drawing/2014/main" id="{0CAF188E-693C-B598-96E4-6117744C5F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77703" y="2304945"/>
            <a:ext cx="570247" cy="570247"/>
          </a:xfrm>
          <a:prstGeom prst="rect">
            <a:avLst/>
          </a:prstGeom>
        </p:spPr>
      </p:pic>
      <p:sp>
        <p:nvSpPr>
          <p:cNvPr id="19" name="Text Placeholder 11">
            <a:extLst>
              <a:ext uri="{FF2B5EF4-FFF2-40B4-BE49-F238E27FC236}">
                <a16:creationId xmlns:a16="http://schemas.microsoft.com/office/drawing/2014/main" id="{D9DBA566-C9E5-0862-F903-96E54BF7AA4F}"/>
              </a:ext>
            </a:extLst>
          </p:cNvPr>
          <p:cNvSpPr txBox="1"/>
          <p:nvPr/>
        </p:nvSpPr>
        <p:spPr>
          <a:xfrm>
            <a:off x="8796968" y="3408869"/>
            <a:ext cx="3479071" cy="307777"/>
          </a:xfrm>
          <a:prstGeom prst="rect">
            <a:avLst/>
          </a:prstGeom>
        </p:spPr>
        <p:txBody>
          <a:bodyPr anchor="t"/>
          <a:lstStyle>
            <a:lvl1pPr marL="0" marR="0" indent="0" algn="ctr" defTabSz="932742" rtl="0" eaLnBrk="1" fontAlgn="auto" latinLnBrk="0" hangingPunct="1">
              <a:lnSpc>
                <a:spcPct val="100000"/>
              </a:lnSpc>
              <a:spcBef>
                <a:spcPct val="0"/>
              </a:spcBef>
              <a:spcAft>
                <a:spcPct val="0"/>
              </a:spcAft>
              <a:buClrTx/>
              <a:buSzPct val="90000"/>
              <a:buFont typeface="Segoe UI" panose="020B0604020202020204" pitchFamily="34" charset="0"/>
              <a:buNone/>
              <a:defRPr sz="2000" kern="1200" spc="0" baseline="0">
                <a:solidFill>
                  <a:schemeClr val="tx1"/>
                </a:solidFill>
                <a:latin typeface="+mj-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Segoe UI"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r>
              <a:rPr lang="ko-KR" altLang="en-US" b="1">
                <a:solidFill>
                  <a:srgbClr val="000000"/>
                </a:solidFill>
                <a:latin typeface="Segoe UI" panose="020B0702040204020203" pitchFamily="34" charset="0"/>
                <a:ea typeface="Segoe UI" panose="020B0503020000020004" pitchFamily="34" charset="-127"/>
                <a:cs typeface="Segoe UI"/>
              </a:rPr>
              <a:t>파일 업로드</a:t>
            </a:r>
          </a:p>
        </p:txBody>
      </p:sp>
      <p:sp>
        <p:nvSpPr>
          <p:cNvPr id="20" name="Text Placeholder 3">
            <a:extLst>
              <a:ext uri="{FF2B5EF4-FFF2-40B4-BE49-F238E27FC236}">
                <a16:creationId xmlns:a16="http://schemas.microsoft.com/office/drawing/2014/main" id="{47FFE2A1-ED25-EE14-246F-9DDFF603B757}"/>
              </a:ext>
            </a:extLst>
          </p:cNvPr>
          <p:cNvSpPr txBox="1"/>
          <p:nvPr/>
        </p:nvSpPr>
        <p:spPr>
          <a:xfrm>
            <a:off x="9267081" y="3818226"/>
            <a:ext cx="2757055" cy="612475"/>
          </a:xfrm>
          <a:prstGeom prst="rect">
            <a:avLst/>
          </a:prstGeom>
        </p:spPr>
        <p:txBody>
          <a:bodyPr wrap="square">
            <a:spAutoFit/>
          </a:bodyPr>
          <a:lstStyle>
            <a:lvl1pPr marL="0" marR="0" indent="0" algn="ctr"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600" kern="1200" spc="0" baseline="0">
                <a:solidFill>
                  <a:schemeClr val="tx1"/>
                </a:solidFill>
                <a:latin typeface="+mn-lt"/>
                <a:ea typeface="+mn-ea"/>
                <a:cs typeface="Segoe UI" pitchFamily="34" charset="0"/>
              </a:defRPr>
            </a:lvl1pPr>
            <a:lvl2pPr marL="137160"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400" kern="1200" spc="0" baseline="0">
                <a:solidFill>
                  <a:schemeClr val="tx1"/>
                </a:solidFill>
                <a:latin typeface="+mn-lt"/>
                <a:ea typeface="+mn-ea"/>
                <a:cs typeface="+mn-cs"/>
              </a:defRPr>
            </a:lvl2pPr>
            <a:lvl3pPr marL="265176" marR="0" indent="0" algn="l" defTabSz="932742" rtl="0" eaLnBrk="1" fontAlgn="auto" latinLnBrk="0" hangingPunct="1">
              <a:lnSpc>
                <a:spcPct val="100000"/>
              </a:lnSpc>
              <a:spcBef>
                <a:spcPct val="20000"/>
              </a:spcBef>
              <a:spcAft>
                <a:spcPct val="0"/>
              </a:spcAft>
              <a:buClrTx/>
              <a:buSzPct val="90000"/>
              <a:buFont typeface="Segoe UI" panose="020B0604020202020204" pitchFamily="34" charset="0"/>
              <a:buNone/>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Segoe UI" panose="020B0604020202020204" pitchFamily="34" charset="0"/>
              <a:buChar char="•"/>
              <a:defRPr sz="2000" kern="1200">
                <a:solidFill>
                  <a:schemeClr val="tx1"/>
                </a:solidFill>
                <a:latin typeface="+mn-lt"/>
                <a:ea typeface="+mn-ea"/>
                <a:cs typeface="+mn-cs"/>
              </a:defRPr>
            </a:lvl9pPr>
          </a:lstStyle>
          <a:p>
            <a:pPr>
              <a:lnSpc>
                <a:spcPct val="110000"/>
              </a:lnSpc>
            </a:pPr>
            <a:r>
              <a:rPr lang="ko-KR" altLang="en-US">
                <a:solidFill>
                  <a:srgbClr val="000000"/>
                </a:solidFill>
                <a:latin typeface="Segoe UI" panose="020B0502040204020203" pitchFamily="34" charset="0"/>
                <a:ea typeface="Segoe UI" panose="020B0503020000020004" pitchFamily="34" charset="-127"/>
                <a:cs typeface="Segoe UI"/>
              </a:rPr>
              <a:t>업로드된 문서를 검색하고 문서 내용에서 결과 반환</a:t>
            </a:r>
            <a:endParaRPr lang="en-US">
              <a:latin typeface="Segoe UI" panose="020B0502040204020203" pitchFamily="34" charset="0"/>
              <a:ea typeface="Segoe UI" panose="020B0503020000020004" pitchFamily="34" charset="-127"/>
            </a:endParaRPr>
          </a:p>
        </p:txBody>
      </p:sp>
      <p:sp>
        <p:nvSpPr>
          <p:cNvPr id="26" name="Footer Placeholder 4">
            <a:extLst>
              <a:ext uri="{FF2B5EF4-FFF2-40B4-BE49-F238E27FC236}">
                <a16:creationId xmlns:a16="http://schemas.microsoft.com/office/drawing/2014/main" id="{5B5F67C4-26AA-C936-CB40-E5608BEB22FF}"/>
              </a:ext>
            </a:extLst>
          </p:cNvPr>
          <p:cNvSpPr>
            <a:spLocks noGrp="1"/>
          </p:cNvSpPr>
          <p:nvPr>
            <p:ph type="ftr" sz="quarter" idx="15"/>
          </p:nvPr>
        </p:nvSpPr>
        <p:spPr>
          <a:xfrm>
            <a:off x="580876" y="6421083"/>
            <a:ext cx="4150231" cy="197976"/>
          </a:xfrm>
        </p:spPr>
        <p:txBody>
          <a:bodyPr/>
          <a:lstStyle/>
          <a:p>
            <a:pPr algn="l"/>
            <a:r>
              <a:rPr lang="en-US" altLang="ko-KR" sz="1000">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FB40B-4589-AEC8-7D71-2DB27FADB26E}"/>
              </a:ext>
            </a:extLst>
          </p:cNvPr>
          <p:cNvSpPr>
            <a:spLocks noGrp="1"/>
          </p:cNvSpPr>
          <p:nvPr>
            <p:ph type="title"/>
          </p:nvPr>
        </p:nvSpPr>
        <p:spPr>
          <a:xfrm>
            <a:off x="589697" y="572212"/>
            <a:ext cx="8190890" cy="307777"/>
          </a:xfrm>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원본</a:t>
            </a:r>
          </a:p>
        </p:txBody>
      </p:sp>
      <p:sp>
        <p:nvSpPr>
          <p:cNvPr id="4" name="Text Placeholder 3">
            <a:extLst>
              <a:ext uri="{FF2B5EF4-FFF2-40B4-BE49-F238E27FC236}">
                <a16:creationId xmlns:a16="http://schemas.microsoft.com/office/drawing/2014/main" id="{BCB2B5FA-4116-C320-2D9B-2C4563D48C8F}"/>
              </a:ext>
            </a:extLst>
          </p:cNvPr>
          <p:cNvSpPr>
            <a:spLocks noGrp="1"/>
          </p:cNvSpPr>
          <p:nvPr>
            <p:ph type="body" sz="quarter" idx="16"/>
          </p:nvPr>
        </p:nvSpPr>
        <p:spPr>
          <a:xfrm>
            <a:off x="585637" y="1581151"/>
            <a:ext cx="3173316" cy="246221"/>
          </a:xfrm>
        </p:spPr>
        <p:txBody>
          <a:bodyPr>
            <a:noAutofit/>
          </a:bodyPr>
          <a:lstStyle/>
          <a:p>
            <a:r>
              <a:rPr lang="ko-KR" altLang="en-US" sz="2000" b="1">
                <a:solidFill>
                  <a:srgbClr val="000000"/>
                </a:solidFill>
                <a:latin typeface="Segoe UI" panose="020B0502040204020203" pitchFamily="34" charset="0"/>
                <a:ea typeface="Segoe UI" panose="020B0503020000020004" pitchFamily="34" charset="-127"/>
                <a:cs typeface="Segoe UI"/>
              </a:rPr>
              <a:t>지원되는 지식 원본</a:t>
            </a:r>
          </a:p>
        </p:txBody>
      </p:sp>
      <p:sp>
        <p:nvSpPr>
          <p:cNvPr id="5" name="Text Placeholder 4">
            <a:extLst>
              <a:ext uri="{FF2B5EF4-FFF2-40B4-BE49-F238E27FC236}">
                <a16:creationId xmlns:a16="http://schemas.microsoft.com/office/drawing/2014/main" id="{1D97607A-0E8E-65F3-DFA0-FD2F04853BB7}"/>
              </a:ext>
            </a:extLst>
          </p:cNvPr>
          <p:cNvSpPr>
            <a:spLocks noGrp="1"/>
          </p:cNvSpPr>
          <p:nvPr>
            <p:ph type="body" sz="quarter" idx="15"/>
          </p:nvPr>
        </p:nvSpPr>
        <p:spPr>
          <a:xfrm>
            <a:off x="587978" y="2085764"/>
            <a:ext cx="3172811" cy="3278846"/>
          </a:xfrm>
        </p:spPr>
        <p:txBody>
          <a:bodyPr/>
          <a:lstStyle/>
          <a:p>
            <a:pPr marL="148590" indent="-285750" fontAlgn="ctr"/>
            <a:r>
              <a:rPr lang="ko-KR" altLang="en-US" sz="1600">
                <a:solidFill>
                  <a:srgbClr val="000000"/>
                </a:solidFill>
                <a:latin typeface="Segoe UI" panose="020B0502040204020203" pitchFamily="34" charset="0"/>
                <a:ea typeface="Segoe UI" panose="020B0503020000020004" pitchFamily="34" charset="-127"/>
                <a:cs typeface="Segoe UI"/>
              </a:rPr>
              <a:t>파일 업로드</a:t>
            </a:r>
            <a:endParaRPr lang="en-GB" sz="3600">
              <a:latin typeface="Segoe UI" panose="020B0502040204020203" pitchFamily="34" charset="0"/>
              <a:ea typeface="Segoe UI" panose="020B0503020000020004" pitchFamily="34" charset="-127"/>
            </a:endParaRPr>
          </a:p>
          <a:p>
            <a:pPr marL="148590" indent="-285750" fontAlgn="ctr"/>
            <a:r>
              <a:rPr lang="en-US" altLang="ko-KR" sz="1600">
                <a:solidFill>
                  <a:srgbClr val="000000"/>
                </a:solidFill>
                <a:latin typeface="Segoe UI" panose="020B0502040204020203" pitchFamily="34" charset="0"/>
                <a:ea typeface="Segoe UI" panose="020B0503020000020004" pitchFamily="34" charset="-127"/>
                <a:cs typeface="Segoe UI"/>
              </a:rPr>
              <a:t>SharePoint / OneDrive</a:t>
            </a:r>
          </a:p>
          <a:p>
            <a:pPr marL="148590" indent="-285750" fontAlgn="ctr"/>
            <a:r>
              <a:rPr lang="ko-KR" altLang="en-US" sz="1600">
                <a:solidFill>
                  <a:srgbClr val="000000"/>
                </a:solidFill>
                <a:latin typeface="Segoe UI" panose="020B0502040204020203" pitchFamily="34" charset="0"/>
                <a:ea typeface="Segoe UI" panose="020B0503020000020004" pitchFamily="34" charset="-127"/>
                <a:cs typeface="Segoe UI"/>
              </a:rPr>
              <a:t>공개 웹 사이트</a:t>
            </a:r>
            <a:endParaRPr lang="en-GB" sz="3600">
              <a:latin typeface="Segoe UI" panose="020B0502040204020203" pitchFamily="34" charset="0"/>
              <a:ea typeface="Segoe UI" panose="020B0503020000020004" pitchFamily="34" charset="-127"/>
            </a:endParaRPr>
          </a:p>
          <a:p>
            <a:pPr marL="148590" indent="-285750" fontAlgn="ctr"/>
            <a:r>
              <a:rPr lang="en-US" altLang="ko-KR" sz="1600">
                <a:solidFill>
                  <a:srgbClr val="000000"/>
                </a:solidFill>
                <a:latin typeface="Segoe UI" panose="020B0502040204020203" pitchFamily="34" charset="0"/>
                <a:ea typeface="Segoe UI" panose="020B0503020000020004" pitchFamily="34" charset="-127"/>
                <a:cs typeface="Segoe UI"/>
              </a:rPr>
              <a:t>Azure AI </a:t>
            </a:r>
            <a:r>
              <a:rPr lang="ko-KR" altLang="en-US" sz="1600">
                <a:solidFill>
                  <a:srgbClr val="000000"/>
                </a:solidFill>
                <a:latin typeface="Segoe UI" panose="020B0502040204020203" pitchFamily="34" charset="0"/>
                <a:ea typeface="Segoe UI" panose="020B0503020000020004" pitchFamily="34" charset="-127"/>
                <a:cs typeface="Segoe UI"/>
              </a:rPr>
              <a:t>검색</a:t>
            </a:r>
            <a:endParaRPr lang="en-GB" sz="3600">
              <a:latin typeface="Segoe UI" panose="020B0502040204020203" pitchFamily="34" charset="0"/>
              <a:ea typeface="Segoe UI" panose="020B0503020000020004" pitchFamily="34" charset="-127"/>
            </a:endParaRPr>
          </a:p>
          <a:p>
            <a:pPr marL="148590" indent="-285750" fontAlgn="ctr"/>
            <a:r>
              <a:rPr lang="en-US" altLang="ko-KR" sz="1600">
                <a:solidFill>
                  <a:srgbClr val="000000"/>
                </a:solidFill>
                <a:latin typeface="Segoe UI" panose="020B0502040204020203" pitchFamily="34" charset="0"/>
                <a:ea typeface="Segoe UI" panose="020B0503020000020004" pitchFamily="34" charset="-127"/>
                <a:cs typeface="Segoe UI"/>
              </a:rPr>
              <a:t>Microsoft Dataverse</a:t>
            </a:r>
          </a:p>
          <a:p>
            <a:pPr marL="148590" indent="-285750" fontAlgn="ctr"/>
            <a:r>
              <a:rPr lang="en-US" altLang="ko-KR" sz="1600">
                <a:solidFill>
                  <a:srgbClr val="000000"/>
                </a:solidFill>
                <a:latin typeface="Segoe UI" panose="020B0502040204020203" pitchFamily="34" charset="0"/>
                <a:ea typeface="Segoe UI" panose="020B0503020000020004" pitchFamily="34" charset="-127"/>
                <a:cs typeface="Segoe UI"/>
              </a:rPr>
              <a:t>Bing Custom Search</a:t>
            </a:r>
          </a:p>
          <a:p>
            <a:pPr marL="148590" indent="-285750" fontAlgn="ctr"/>
            <a:r>
              <a:rPr lang="en-US" altLang="ko-KR" sz="1600">
                <a:solidFill>
                  <a:srgbClr val="000000"/>
                </a:solidFill>
                <a:latin typeface="Segoe UI" panose="020B0502040204020203" pitchFamily="34" charset="0"/>
                <a:ea typeface="Segoe UI" panose="020B0503020000020004" pitchFamily="34" charset="-127"/>
                <a:cs typeface="Segoe UI"/>
              </a:rPr>
              <a:t>Power Platform </a:t>
            </a:r>
            <a:r>
              <a:rPr lang="ko-KR" altLang="en-US" sz="1600">
                <a:solidFill>
                  <a:srgbClr val="000000"/>
                </a:solidFill>
                <a:latin typeface="Segoe UI" panose="020B0502040204020203" pitchFamily="34" charset="0"/>
                <a:ea typeface="Segoe UI" panose="020B0503020000020004" pitchFamily="34" charset="-127"/>
                <a:cs typeface="Segoe UI"/>
              </a:rPr>
              <a:t>커넥터</a:t>
            </a:r>
          </a:p>
          <a:p>
            <a:pPr marL="148590" indent="-285750" fontAlgn="ctr"/>
            <a:r>
              <a:rPr lang="en-US" altLang="ko-KR" sz="1600">
                <a:solidFill>
                  <a:srgbClr val="000000"/>
                </a:solidFill>
                <a:latin typeface="Segoe UI" panose="020B0502040204020203" pitchFamily="34" charset="0"/>
                <a:ea typeface="Segoe UI" panose="020B0503020000020004" pitchFamily="34" charset="-127"/>
                <a:cs typeface="Segoe UI"/>
              </a:rPr>
              <a:t>Copilot </a:t>
            </a:r>
            <a:r>
              <a:rPr lang="ko-KR" altLang="en-US" sz="1600">
                <a:solidFill>
                  <a:srgbClr val="000000"/>
                </a:solidFill>
                <a:latin typeface="Segoe UI" panose="020B0502040204020203" pitchFamily="34" charset="0"/>
                <a:ea typeface="Segoe UI" panose="020B0503020000020004" pitchFamily="34" charset="-127"/>
                <a:cs typeface="Segoe UI"/>
              </a:rPr>
              <a:t>커넥터</a:t>
            </a:r>
            <a:r>
              <a:rPr lang="en-US" altLang="ko-KR" sz="1600">
                <a:solidFill>
                  <a:srgbClr val="000000"/>
                </a:solidFill>
                <a:latin typeface="Segoe UI" panose="020B0502040204020203" pitchFamily="34" charset="0"/>
                <a:ea typeface="Segoe UI" panose="020B0503020000020004" pitchFamily="34" charset="-127"/>
                <a:cs typeface="Segoe UI"/>
              </a:rPr>
              <a:t>..</a:t>
            </a:r>
            <a:endParaRPr lang="en-GB" sz="3600">
              <a:latin typeface="Segoe UI" panose="020B0502040204020203" pitchFamily="34" charset="0"/>
              <a:ea typeface="Segoe UI" panose="020B0503020000020004" pitchFamily="34" charset="-127"/>
            </a:endParaRPr>
          </a:p>
          <a:p>
            <a:endParaRPr lang="en-GB"/>
          </a:p>
        </p:txBody>
      </p:sp>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9" name="Picture Placeholder 8">
            <a:extLst>
              <a:ext uri="{FF2B5EF4-FFF2-40B4-BE49-F238E27FC236}">
                <a16:creationId xmlns:a16="http://schemas.microsoft.com/office/drawing/2014/main" id="{76C5CC09-BDA7-BCBA-EF2C-7BF8EBA95AF1}"/>
              </a:ext>
            </a:extLst>
          </p:cNvPr>
          <p:cNvPicPr>
            <a:picLocks noGrp="1" noChangeAspect="1"/>
          </p:cNvPicPr>
          <p:nvPr>
            <p:ph type="pic" sz="quarter" idx="20"/>
          </p:nvPr>
        </p:nvPicPr>
        <p:blipFill>
          <a:blip r:embed="rId3"/>
          <a:srcRect t="585" b="585"/>
          <a:stretch/>
        </p:blipFill>
        <p:spPr>
          <a:xfrm>
            <a:off x="4065589" y="1581151"/>
            <a:ext cx="7535863" cy="4430713"/>
          </a:xfrm>
          <a:ln>
            <a:solidFill>
              <a:schemeClr val="bg1">
                <a:lumMod val="85000"/>
              </a:schemeClr>
            </a:solidFill>
          </a:ln>
          <a:effectLst>
            <a:outerShdw blurRad="165100" sx="102000" sy="102000" algn="ctr" rotWithShape="0">
              <a:prstClr val="black">
                <a:alpha val="10000"/>
              </a:prstClr>
            </a:outerShdw>
          </a:effectLst>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4BB33F-8DFE-EF52-BFFF-1E8FB1D638FD}"/>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에이전트가 지식을 사용하는 방법</a:t>
            </a:r>
          </a:p>
        </p:txBody>
      </p:sp>
      <p:sp>
        <p:nvSpPr>
          <p:cNvPr id="4" name="Text Placeholder 3">
            <a:extLst>
              <a:ext uri="{FF2B5EF4-FFF2-40B4-BE49-F238E27FC236}">
                <a16:creationId xmlns:a16="http://schemas.microsoft.com/office/drawing/2014/main" id="{116FC684-409F-50D2-0B71-923C15E35DE7}"/>
              </a:ext>
            </a:extLst>
          </p:cNvPr>
          <p:cNvSpPr>
            <a:spLocks noGrp="1"/>
          </p:cNvSpPr>
          <p:nvPr>
            <p:ph type="body" sz="quarter" idx="15"/>
          </p:nvPr>
        </p:nvSpPr>
        <p:spPr>
          <a:xfrm>
            <a:off x="587978" y="4978882"/>
            <a:ext cx="4020116" cy="885371"/>
          </a:xfrm>
        </p:spPr>
        <p:txBody>
          <a:bodyPr/>
          <a:lstStyle/>
          <a:p>
            <a:r>
              <a:rPr lang="ko-KR" altLang="en-US" sz="1600" b="1">
                <a:solidFill>
                  <a:srgbClr val="091F2E"/>
                </a:solidFill>
                <a:latin typeface="Segoe UI" panose="020B0502040204020203" pitchFamily="34" charset="0"/>
                <a:ea typeface="Segoe UI" panose="020B0503020000020004" pitchFamily="34" charset="-127"/>
                <a:cs typeface="Segoe UI"/>
              </a:rPr>
              <a:t>특정 지식 원본</a:t>
            </a:r>
          </a:p>
          <a:p>
            <a:pPr marL="285750" indent="-285750">
              <a:buFont typeface="Segoe UI" panose="020B0604020202020204" pitchFamily="34" charset="0"/>
              <a:buChar char="•"/>
            </a:pPr>
            <a:r>
              <a:rPr lang="ko-KR" altLang="en-US" sz="1600">
                <a:solidFill>
                  <a:srgbClr val="091F2E"/>
                </a:solidFill>
                <a:latin typeface="Segoe UI" panose="020B0502040204020203" pitchFamily="34" charset="0"/>
                <a:ea typeface="Segoe UI" panose="020B0503020000020004" pitchFamily="34" charset="-127"/>
                <a:cs typeface="Segoe UI"/>
              </a:rPr>
              <a:t>에이전트에 추가된 지식 원본을 기반으로 답변을 생성합니다</a:t>
            </a:r>
            <a:r>
              <a:rPr lang="en-US" altLang="ko-KR" sz="1600">
                <a:solidFill>
                  <a:srgbClr val="091F2E"/>
                </a:solidFill>
                <a:latin typeface="Segoe UI" panose="020B0502040204020203" pitchFamily="34" charset="0"/>
                <a:ea typeface="Segoe UI" panose="020B0503020000020004" pitchFamily="34" charset="-127"/>
                <a:cs typeface="Segoe UI"/>
              </a:rPr>
              <a:t>.</a:t>
            </a:r>
          </a:p>
        </p:txBody>
      </p:sp>
      <p:sp>
        <p:nvSpPr>
          <p:cNvPr id="13" name="Text Placeholder 12">
            <a:extLst>
              <a:ext uri="{FF2B5EF4-FFF2-40B4-BE49-F238E27FC236}">
                <a16:creationId xmlns:a16="http://schemas.microsoft.com/office/drawing/2014/main" id="{8FE1CD74-A4FB-25AB-8C95-830D7E3835C6}"/>
              </a:ext>
            </a:extLst>
          </p:cNvPr>
          <p:cNvSpPr>
            <a:spLocks noGrp="1"/>
          </p:cNvSpPr>
          <p:nvPr>
            <p:ph type="body" sz="quarter" idx="20"/>
          </p:nvPr>
        </p:nvSpPr>
        <p:spPr>
          <a:xfrm>
            <a:off x="6255252" y="4978881"/>
            <a:ext cx="5187106" cy="837152"/>
          </a:xfrm>
        </p:spPr>
        <p:txBody>
          <a:bodyPr/>
          <a:lstStyle/>
          <a:p>
            <a:pPr marL="0" indent="0">
              <a:buNone/>
            </a:pPr>
            <a:r>
              <a:rPr lang="ko-KR" altLang="en-US" sz="1600" b="1">
                <a:solidFill>
                  <a:srgbClr val="091F2E"/>
                </a:solidFill>
                <a:latin typeface="Segoe UI" panose="020B0502040204020203" pitchFamily="34" charset="0"/>
                <a:ea typeface="Segoe UI" panose="020B0503020000020004" pitchFamily="34" charset="-127"/>
                <a:cs typeface="Segoe UI"/>
              </a:rPr>
              <a:t>일반 지식</a:t>
            </a:r>
            <a:r>
              <a:rPr lang="en-US" altLang="ko-KR" sz="1600" b="1">
                <a:solidFill>
                  <a:srgbClr val="091F2E"/>
                </a:solidFill>
                <a:latin typeface="Segoe UI" panose="020B0502040204020203" pitchFamily="34" charset="0"/>
                <a:ea typeface="Segoe UI" panose="020B0503020000020004" pitchFamily="34" charset="-127"/>
                <a:cs typeface="Segoe UI"/>
              </a:rPr>
              <a:t>(</a:t>
            </a:r>
            <a:r>
              <a:rPr lang="ko-KR" altLang="en-US" sz="1600" b="1">
                <a:solidFill>
                  <a:srgbClr val="091F2E"/>
                </a:solidFill>
                <a:latin typeface="Segoe UI" panose="020B0502040204020203" pitchFamily="34" charset="0"/>
                <a:ea typeface="Segoe UI" panose="020B0503020000020004" pitchFamily="34" charset="-127"/>
                <a:cs typeface="Segoe UI"/>
              </a:rPr>
              <a:t>근거 없는 응답 허용</a:t>
            </a:r>
            <a:r>
              <a:rPr lang="en-US" altLang="ko-KR" sz="1600" b="1">
                <a:solidFill>
                  <a:srgbClr val="091F2E"/>
                </a:solidFill>
                <a:latin typeface="Segoe UI" panose="020B0502040204020203" pitchFamily="34" charset="0"/>
                <a:ea typeface="Segoe UI" panose="020B0503020000020004" pitchFamily="34" charset="-127"/>
                <a:cs typeface="Segoe UI"/>
              </a:rPr>
              <a:t>)</a:t>
            </a:r>
          </a:p>
          <a:p>
            <a:r>
              <a:rPr lang="ko-KR" altLang="en-US" sz="1600">
                <a:solidFill>
                  <a:srgbClr val="091F2E"/>
                </a:solidFill>
                <a:latin typeface="Segoe UI" panose="020B0502040204020203" pitchFamily="34" charset="0"/>
                <a:ea typeface="Segoe UI" panose="020B0503020000020004" pitchFamily="34" charset="-127"/>
                <a:cs typeface="Segoe UI"/>
              </a:rPr>
              <a:t>지식 소스가 응답하지 않을 때 모델 자체의 일반 지식을 사용합니다</a:t>
            </a:r>
            <a:r>
              <a:rPr lang="en-US" altLang="ko-KR" sz="1600">
                <a:solidFill>
                  <a:srgbClr val="091F2E"/>
                </a:solidFill>
                <a:latin typeface="Segoe UI" panose="020B0502040204020203" pitchFamily="34" charset="0"/>
                <a:ea typeface="Segoe UI" panose="020B0503020000020004" pitchFamily="34" charset="-127"/>
                <a:cs typeface="Segoe UI"/>
              </a:rPr>
              <a:t>.</a:t>
            </a:r>
          </a:p>
          <a:p>
            <a:r>
              <a:rPr lang="ko-KR" altLang="en-US" sz="1600">
                <a:solidFill>
                  <a:srgbClr val="091F2E"/>
                </a:solidFill>
                <a:latin typeface="Segoe UI" panose="020B0502040204020203" pitchFamily="34" charset="0"/>
                <a:ea typeface="Segoe UI" panose="020B0503020000020004" pitchFamily="34" charset="-127"/>
                <a:cs typeface="Segoe UI"/>
              </a:rPr>
              <a:t>켜고 끌 수 있음</a:t>
            </a:r>
            <a:endParaRPr lang="en-GB">
              <a:latin typeface="Segoe UI" panose="020B0502040204020203" pitchFamily="34" charset="0"/>
              <a:ea typeface="Segoe UI" panose="020B0503020000020004" pitchFamily="34" charset="-127"/>
            </a:endParaRPr>
          </a:p>
        </p:txBody>
      </p:sp>
      <p:sp>
        <p:nvSpPr>
          <p:cNvPr id="18"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5" name="Picture 2">
            <a:extLst>
              <a:ext uri="{FF2B5EF4-FFF2-40B4-BE49-F238E27FC236}">
                <a16:creationId xmlns:a16="http://schemas.microsoft.com/office/drawing/2014/main" id="{05BA6FC7-5BB8-EF37-39EA-0EA8E9FC497A}"/>
              </a:ext>
            </a:extLst>
          </p:cNvPr>
          <p:cNvPicPr>
            <a:picLocks noGrp="1" noChangeAspect="1" noChangeArrowheads="1"/>
          </p:cNvPicPr>
          <p:nvPr>
            <p:ph type="pic" sz="quarter" idx="21"/>
          </p:nvPr>
        </p:nvPicPr>
        <p:blipFill>
          <a:blip r:embed="rId3"/>
          <a:srcRect/>
          <a:stretch/>
        </p:blipFill>
        <p:spPr bwMode="auto">
          <a:xfrm>
            <a:off x="44514" y="1785460"/>
            <a:ext cx="12102272" cy="24856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0F590B-4CDB-C983-C0E4-FE6035AA1D6F}"/>
              </a:ext>
            </a:extLst>
          </p:cNvPr>
          <p:cNvSpPr>
            <a:spLocks noGrp="1"/>
          </p:cNvSpPr>
          <p:nvPr>
            <p:ph type="title"/>
          </p:nvPr>
        </p:nvSpPr>
        <p:spPr/>
        <p:txBody>
          <a:bodyPr>
            <a:normAutofit fontScale="90000"/>
          </a:bodyPr>
          <a:lstStyle/>
          <a:p>
            <a:r>
              <a:rPr lang="ko-KR" altLang="en-US" sz="3000" b="1">
                <a:solidFill>
                  <a:srgbClr val="091F2E"/>
                </a:solidFill>
                <a:latin typeface="Segoe UI" panose="020B0502040204020203" pitchFamily="34" charset="0"/>
                <a:ea typeface="Segoe UI" panose="020B0503020000020004" pitchFamily="34" charset="-127"/>
                <a:cs typeface="Segoe UI"/>
              </a:rPr>
              <a:t>웹 검색</a:t>
            </a:r>
          </a:p>
        </p:txBody>
      </p:sp>
      <p:sp>
        <p:nvSpPr>
          <p:cNvPr id="2051" name="Footer Placeholder 10">
            <a:extLst>
              <a:ext uri="{FF2B5EF4-FFF2-40B4-BE49-F238E27FC236}">
                <a16:creationId xmlns:a16="http://schemas.microsoft.com/office/drawing/2014/main" id="{A87FC08B-CC69-ED5E-1E89-0FB4958D4A41}"/>
              </a:ext>
            </a:extLst>
          </p:cNvPr>
          <p:cNvSpPr>
            <a:spLocks noGrp="1"/>
          </p:cNvSpPr>
          <p:nvPr>
            <p:ph type="ftr" sz="quarter" idx="10"/>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2" name="Picture 2">
            <a:extLst>
              <a:ext uri="{FF2B5EF4-FFF2-40B4-BE49-F238E27FC236}">
                <a16:creationId xmlns:a16="http://schemas.microsoft.com/office/drawing/2014/main" id="{6423243F-3394-A17C-68DF-46C16A41AAAE}"/>
              </a:ext>
            </a:extLst>
          </p:cNvPr>
          <p:cNvPicPr>
            <a:picLocks noChangeAspect="1" noChangeArrowheads="1"/>
          </p:cNvPicPr>
          <p:nvPr/>
        </p:nvPicPr>
        <p:blipFill>
          <a:blip r:embed="rId3"/>
          <a:srcRect/>
          <a:stretch/>
        </p:blipFill>
        <p:spPr bwMode="auto">
          <a:xfrm>
            <a:off x="1589" y="1879120"/>
            <a:ext cx="12191999" cy="25040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A4203D3-4D27-7CFD-988A-BADAD722CCCB}"/>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추천 지식 원본</a:t>
            </a:r>
            <a:br>
              <a:rPr lang="ko-KR" altLang="en-US" sz="3000" b="1">
                <a:latin typeface="Segoe UI" panose="020B0502040204020203" pitchFamily="34" charset="0"/>
                <a:ea typeface="Segoe UI" panose="020B0503020000020004" pitchFamily="34" charset="-127"/>
              </a:rPr>
            </a:br>
            <a:endParaRPr lang="ko-KR" altLang="en-US" sz="3000" b="1">
              <a:latin typeface="Segoe UI" panose="020B0502040204020203" pitchFamily="34" charset="0"/>
              <a:ea typeface="Segoe UI" panose="020B0503020000020004" pitchFamily="34" charset="-127"/>
            </a:endParaRPr>
          </a:p>
        </p:txBody>
      </p:sp>
      <p:sp>
        <p:nvSpPr>
          <p:cNvPr id="11"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
        <p:nvSpPr>
          <p:cNvPr id="10" name="Text Placeholder 9">
            <a:extLst>
              <a:ext uri="{FF2B5EF4-FFF2-40B4-BE49-F238E27FC236}">
                <a16:creationId xmlns:a16="http://schemas.microsoft.com/office/drawing/2014/main" id="{3A6AF9F1-4B0D-81E4-8C5F-F4D656350A7C}"/>
              </a:ext>
            </a:extLst>
          </p:cNvPr>
          <p:cNvSpPr>
            <a:spLocks noGrp="1"/>
          </p:cNvSpPr>
          <p:nvPr>
            <p:ph type="body" sz="quarter" idx="4294967295"/>
          </p:nvPr>
        </p:nvSpPr>
        <p:spPr>
          <a:xfrm>
            <a:off x="457199" y="2184400"/>
            <a:ext cx="2588741" cy="738188"/>
          </a:xfrm>
        </p:spPr>
        <p:txBody>
          <a:bodyPr>
            <a:normAutofit/>
          </a:bodyPr>
          <a:lstStyle/>
          <a:p>
            <a:pPr marL="0" indent="0">
              <a:buNone/>
            </a:pPr>
            <a:r>
              <a:rPr lang="ko-KR" altLang="en-US" sz="1600">
                <a:solidFill>
                  <a:srgbClr val="000000"/>
                </a:solidFill>
                <a:latin typeface="Segoe UI" panose="020B0502040204020203" pitchFamily="34" charset="0"/>
                <a:ea typeface="Segoe UI" panose="020B0503020000020004" pitchFamily="34" charset="-127"/>
                <a:cs typeface="Segoe UI"/>
              </a:rPr>
              <a:t>자연어로 에이전트를 생성할 때 추가되는 제안</a:t>
            </a:r>
          </a:p>
        </p:txBody>
      </p:sp>
      <p:sp>
        <p:nvSpPr>
          <p:cNvPr id="8" name="Text Placeholder 7">
            <a:extLst>
              <a:ext uri="{FF2B5EF4-FFF2-40B4-BE49-F238E27FC236}">
                <a16:creationId xmlns:a16="http://schemas.microsoft.com/office/drawing/2014/main" id="{F04D7551-9C5C-77B8-DD18-DE6555A6C9CA}"/>
              </a:ext>
            </a:extLst>
          </p:cNvPr>
          <p:cNvSpPr>
            <a:spLocks noGrp="1"/>
          </p:cNvSpPr>
          <p:nvPr>
            <p:ph type="body" sz="quarter" idx="4294967295"/>
          </p:nvPr>
        </p:nvSpPr>
        <p:spPr>
          <a:xfrm>
            <a:off x="4656139" y="4830763"/>
            <a:ext cx="7534275" cy="184150"/>
          </a:xfrm>
        </p:spPr>
        <p:txBody>
          <a:bodyPr>
            <a:normAutofit fontScale="70000" lnSpcReduction="20000"/>
          </a:bodyPr>
          <a:lstStyle/>
          <a:p>
            <a:r>
              <a:rPr lang="ko-KR" altLang="en-US" sz="1200" b="1">
                <a:solidFill>
                  <a:srgbClr val="000000"/>
                </a:solidFill>
                <a:latin typeface="Segoe UI" panose="020B0502040204020203" pitchFamily="34" charset="0"/>
                <a:ea typeface="Segoe UI" panose="020B0503020000020004" pitchFamily="34" charset="-127"/>
                <a:cs typeface="Segoe UI"/>
              </a:rPr>
              <a:t>추가 또는 해제</a:t>
            </a:r>
          </a:p>
        </p:txBody>
      </p:sp>
      <p:pic>
        <p:nvPicPr>
          <p:cNvPr id="4" name="Picture Placeholder 6">
            <a:extLst>
              <a:ext uri="{FF2B5EF4-FFF2-40B4-BE49-F238E27FC236}">
                <a16:creationId xmlns:a16="http://schemas.microsoft.com/office/drawing/2014/main" id="{A0243C3D-7772-848D-841C-51B3A97A7D2C}"/>
              </a:ext>
            </a:extLst>
          </p:cNvPr>
          <p:cNvPicPr>
            <a:picLocks noGrp="1" noChangeAspect="1"/>
          </p:cNvPicPr>
          <p:nvPr>
            <p:ph type="pic" sz="quarter" idx="4294967295"/>
          </p:nvPr>
        </p:nvPicPr>
        <p:blipFill>
          <a:blip r:embed="rId3"/>
          <a:srcRect l="828" r="-1052"/>
          <a:stretch>
            <a:fillRect/>
          </a:stretch>
        </p:blipFill>
        <p:spPr bwMode="ltGray">
          <a:xfrm>
            <a:off x="4319589" y="1292226"/>
            <a:ext cx="7870825" cy="3279775"/>
          </a:xfrm>
          <a:prstGeom prst="rect">
            <a:avLst/>
          </a:prstGeom>
          <a:solidFill>
            <a:srgbClr val="F4F4F7"/>
          </a:solid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231C4-7EFA-1170-4B69-1F24B113A85E}"/>
              </a:ext>
            </a:extLst>
          </p:cNvPr>
          <p:cNvSpPr>
            <a:spLocks noGrp="1"/>
          </p:cNvSpPr>
          <p:nvPr>
            <p:ph type="title"/>
          </p:nvPr>
        </p:nvSpPr>
        <p:spPr/>
        <p:txBody>
          <a:bodyPr>
            <a:normAutofit fontScale="90000"/>
          </a:bodyPr>
          <a:lstStyle/>
          <a:p>
            <a:r>
              <a:rPr lang="ko-KR" altLang="en-US" sz="3000" b="1">
                <a:solidFill>
                  <a:srgbClr val="000000"/>
                </a:solidFill>
                <a:latin typeface="Segoe UI" panose="020B0702040204020203" pitchFamily="34" charset="0"/>
                <a:ea typeface="Segoe UI" panose="020B0503020000020004" pitchFamily="34" charset="-127"/>
                <a:cs typeface="Segoe UI"/>
              </a:rPr>
              <a:t>지식 소스로 웹 사이트 사용</a:t>
            </a:r>
          </a:p>
        </p:txBody>
      </p:sp>
      <p:sp>
        <p:nvSpPr>
          <p:cNvPr id="16" name="Rectangle: Rounded Corners 15">
            <a:extLst>
              <a:ext uri="{FF2B5EF4-FFF2-40B4-BE49-F238E27FC236}">
                <a16:creationId xmlns:a16="http://schemas.microsoft.com/office/drawing/2014/main" id="{1A5C75B7-FB11-7891-B348-FD56724DB604}"/>
              </a:ext>
            </a:extLst>
          </p:cNvPr>
          <p:cNvSpPr/>
          <p:nvPr/>
        </p:nvSpPr>
        <p:spPr>
          <a:xfrm>
            <a:off x="620914" y="1855010"/>
            <a:ext cx="3564000" cy="3941337"/>
          </a:xfrm>
          <a:prstGeom prst="roundRect">
            <a:avLst>
              <a:gd name="adj" fmla="val 5658"/>
            </a:avLst>
          </a:prstGeom>
          <a:solidFill>
            <a:schemeClr val="accent4">
              <a:lumMod val="20000"/>
              <a:lumOff val="80000"/>
            </a:schemeClr>
          </a:solidFill>
          <a:ln>
            <a:solidFill>
              <a:srgbClr val="702573"/>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1920" tIns="731520" rIns="66040" bIns="66040" numCol="1" spcCol="1270" anchor="t" anchorCtr="0">
            <a:noAutofit/>
          </a:bodyPr>
          <a:lstStyle/>
          <a:p>
            <a:pPr defTabSz="770447" latinLnBrk="0">
              <a:lnSpc>
                <a:spcPct val="110000"/>
              </a:lnSpc>
              <a:spcBef>
                <a:spcPct val="0"/>
              </a:spcBef>
              <a:spcAft>
                <a:spcPct val="35000"/>
              </a:spcAft>
              <a:defRPr/>
            </a:pPr>
            <a:r>
              <a:rPr lang="ko-KR" altLang="en-US" sz="2000" b="1">
                <a:solidFill>
                  <a:srgbClr val="091F2E"/>
                </a:solidFill>
                <a:latin typeface="Segoe UI" panose="020B0702040204020203" pitchFamily="34" charset="0"/>
                <a:ea typeface="Segoe UI" panose="020B0503020000020004" pitchFamily="34" charset="-127"/>
                <a:cs typeface="Segoe UI"/>
              </a:rPr>
              <a:t>다른 최상위 사이트로 리디렉션되는 </a:t>
            </a:r>
            <a:r>
              <a:rPr lang="en-US" altLang="ko-KR" sz="2000" b="1">
                <a:solidFill>
                  <a:srgbClr val="091F2E"/>
                </a:solidFill>
                <a:latin typeface="Segoe UI" panose="020B0702040204020203" pitchFamily="34" charset="0"/>
                <a:ea typeface="Segoe UI" panose="020B0503020000020004" pitchFamily="34" charset="-127"/>
                <a:cs typeface="Segoe UI"/>
              </a:rPr>
              <a:t>URL</a:t>
            </a:r>
            <a:r>
              <a:rPr lang="ko-KR" altLang="en-US" sz="2000" b="1">
                <a:solidFill>
                  <a:srgbClr val="091F2E"/>
                </a:solidFill>
                <a:latin typeface="Segoe UI" panose="020B0702040204020203" pitchFamily="34" charset="0"/>
                <a:ea typeface="Segoe UI" panose="020B0503020000020004" pitchFamily="34" charset="-127"/>
                <a:cs typeface="Segoe UI"/>
              </a:rPr>
              <a:t>은 </a:t>
            </a:r>
            <a:br>
              <a:rPr lang="en-US" altLang="ko-KR" sz="2000" b="1">
                <a:solidFill>
                  <a:srgbClr val="091F2E"/>
                </a:solidFill>
                <a:latin typeface="Segoe UI" panose="020B0702040204020203" pitchFamily="34" charset="0"/>
                <a:ea typeface="Segoe UI" panose="020B0503020000020004" pitchFamily="34" charset="-127"/>
                <a:cs typeface="Segoe UI"/>
              </a:rPr>
            </a:br>
            <a:r>
              <a:rPr lang="ko-KR" altLang="en-US" sz="2000" b="1">
                <a:solidFill>
                  <a:srgbClr val="091F2E"/>
                </a:solidFill>
                <a:latin typeface="Segoe UI" panose="020B0702040204020203" pitchFamily="34" charset="0"/>
                <a:ea typeface="Segoe UI" panose="020B0503020000020004" pitchFamily="34" charset="-127"/>
                <a:cs typeface="Segoe UI"/>
              </a:rPr>
              <a:t>지원 안 함 </a:t>
            </a:r>
          </a:p>
          <a:p>
            <a:pPr defTabSz="770447" latinLnBrk="0">
              <a:lnSpc>
                <a:spcPct val="110000"/>
              </a:lnSpc>
              <a:spcBef>
                <a:spcPct val="0"/>
              </a:spcBef>
              <a:spcAft>
                <a:spcPct val="35000"/>
              </a:spcAft>
              <a:defRPr/>
            </a:pPr>
            <a:endParaRPr lang="en-US" sz="3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endParaRPr lang="en-US" sz="9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r>
              <a:rPr lang="ko-KR" altLang="en-US" sz="1600">
                <a:solidFill>
                  <a:srgbClr val="091F2E"/>
                </a:solidFill>
                <a:latin typeface="Segoe UI" panose="020B0502040204020203" pitchFamily="34" charset="0"/>
                <a:ea typeface="Segoe UI" panose="020B0503020000020004" pitchFamily="34" charset="-127"/>
                <a:cs typeface="Segoe UI"/>
              </a:rPr>
              <a:t>예를 들어 </a:t>
            </a:r>
            <a:r>
              <a:rPr lang="en-US" altLang="ko-KR" sz="1600" u="sng">
                <a:solidFill>
                  <a:srgbClr val="091F2E"/>
                </a:solidFill>
                <a:uFill>
                  <a:solidFill>
                    <a:srgbClr val="091F2E"/>
                  </a:solidFill>
                </a:uFill>
                <a:latin typeface="Segoe UI" panose="020B0502040204020203" pitchFamily="34" charset="0"/>
                <a:ea typeface="Segoe UI" panose="020B0503020000020004" pitchFamily="34" charset="-127"/>
                <a:cs typeface="Segoe UI"/>
              </a:rPr>
              <a:t>www.fabrikam.com</a:t>
            </a:r>
            <a:r>
              <a:rPr lang="ko-KR" altLang="en-US" sz="1600">
                <a:solidFill>
                  <a:srgbClr val="091F2E"/>
                </a:solidFill>
                <a:latin typeface="Segoe UI" panose="020B0502040204020203" pitchFamily="34" charset="0"/>
                <a:ea typeface="Segoe UI" panose="020B0503020000020004" pitchFamily="34" charset="-127"/>
                <a:cs typeface="Segoe UI"/>
              </a:rPr>
              <a:t>이 </a:t>
            </a:r>
            <a:r>
              <a:rPr lang="en-US" altLang="ko-KR" sz="1600" u="sng">
                <a:solidFill>
                  <a:srgbClr val="091F2E"/>
                </a:solidFill>
                <a:uFill>
                  <a:solidFill>
                    <a:srgbClr val="091F2E"/>
                  </a:solidFill>
                </a:uFill>
                <a:latin typeface="Segoe UI" panose="020B0502040204020203" pitchFamily="34" charset="0"/>
                <a:ea typeface="Segoe UI" panose="020B0503020000020004" pitchFamily="34" charset="-127"/>
                <a:cs typeface="Segoe UI"/>
              </a:rPr>
              <a:t>www.contoso.fabrikam.com</a:t>
            </a:r>
            <a:r>
              <a:rPr lang="ko-KR" altLang="en-US" sz="1600">
                <a:solidFill>
                  <a:srgbClr val="091F2E"/>
                </a:solidFill>
                <a:latin typeface="Segoe UI" panose="020B0502040204020203" pitchFamily="34" charset="0"/>
                <a:ea typeface="Segoe UI" panose="020B0503020000020004" pitchFamily="34" charset="-127"/>
                <a:cs typeface="Segoe UI"/>
              </a:rPr>
              <a:t>으로 리디렉션되는 경우 에이전트가 응답을 생성하지 않습니다</a:t>
            </a:r>
            <a:r>
              <a:rPr lang="en-US" altLang="ko-KR" sz="1600">
                <a:solidFill>
                  <a:srgbClr val="091F2E"/>
                </a:solidFill>
                <a:latin typeface="Segoe UI" panose="020B0502040204020203" pitchFamily="34" charset="0"/>
                <a:ea typeface="Segoe UI" panose="020B0503020000020004" pitchFamily="34" charset="-127"/>
                <a:cs typeface="Segoe UI"/>
              </a:rPr>
              <a:t>.</a:t>
            </a:r>
          </a:p>
          <a:p>
            <a:pPr defTabSz="770447" latinLnBrk="0">
              <a:lnSpc>
                <a:spcPct val="110000"/>
              </a:lnSpc>
              <a:spcBef>
                <a:spcPct val="0"/>
              </a:spcBef>
              <a:spcAft>
                <a:spcPct val="35000"/>
              </a:spcAft>
              <a:defRPr/>
            </a:pPr>
            <a:endParaRPr lang="en-US">
              <a:solidFill>
                <a:srgbClr val="091F2E"/>
              </a:solidFill>
              <a:latin typeface="Segoe UI"/>
            </a:endParaRPr>
          </a:p>
        </p:txBody>
      </p:sp>
      <p:sp>
        <p:nvSpPr>
          <p:cNvPr id="26" name="Rectangle: Rounded Corners 25">
            <a:extLst>
              <a:ext uri="{FF2B5EF4-FFF2-40B4-BE49-F238E27FC236}">
                <a16:creationId xmlns:a16="http://schemas.microsoft.com/office/drawing/2014/main" id="{1A582992-A507-45D2-CA19-6FD01D16FDFB}"/>
              </a:ext>
            </a:extLst>
          </p:cNvPr>
          <p:cNvSpPr/>
          <p:nvPr/>
        </p:nvSpPr>
        <p:spPr>
          <a:xfrm>
            <a:off x="4356268" y="1860373"/>
            <a:ext cx="3564000" cy="3941337"/>
          </a:xfrm>
          <a:prstGeom prst="roundRect">
            <a:avLst>
              <a:gd name="adj" fmla="val 5658"/>
            </a:avLst>
          </a:prstGeom>
          <a:solidFill>
            <a:schemeClr val="accent4">
              <a:lumMod val="20000"/>
              <a:lumOff val="80000"/>
            </a:schemeClr>
          </a:solidFill>
          <a:ln>
            <a:solidFill>
              <a:srgbClr val="702573"/>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1920" tIns="731520" rIns="66040" bIns="66040" numCol="1" spcCol="1270" anchor="t" anchorCtr="0">
            <a:noAutofit/>
          </a:bodyPr>
          <a:lstStyle/>
          <a:p>
            <a:pPr defTabSz="770447" latinLnBrk="0">
              <a:lnSpc>
                <a:spcPct val="110000"/>
              </a:lnSpc>
              <a:spcBef>
                <a:spcPct val="0"/>
              </a:spcBef>
              <a:spcAft>
                <a:spcPct val="35000"/>
              </a:spcAft>
              <a:defRPr/>
            </a:pPr>
            <a:r>
              <a:rPr lang="ko-KR" altLang="en-US" sz="2000" b="1">
                <a:solidFill>
                  <a:srgbClr val="091F2E"/>
                </a:solidFill>
                <a:latin typeface="Segoe UI" panose="020B0702040204020203" pitchFamily="34" charset="0"/>
                <a:ea typeface="Segoe UI" panose="020B0503020000020004" pitchFamily="34" charset="-127"/>
                <a:cs typeface="Segoe UI"/>
              </a:rPr>
              <a:t>인증이 필요하거나 </a:t>
            </a:r>
            <a:r>
              <a:rPr lang="en-US" altLang="ko-KR" sz="2000" b="1">
                <a:solidFill>
                  <a:srgbClr val="091F2E"/>
                </a:solidFill>
                <a:latin typeface="Segoe UI" panose="020B0702040204020203" pitchFamily="34" charset="0"/>
                <a:ea typeface="Segoe UI" panose="020B0503020000020004" pitchFamily="34" charset="-127"/>
                <a:cs typeface="Segoe UI"/>
              </a:rPr>
              <a:t>Bing</a:t>
            </a:r>
            <a:r>
              <a:rPr lang="ko-KR" altLang="en-US" sz="2000" b="1">
                <a:solidFill>
                  <a:srgbClr val="091F2E"/>
                </a:solidFill>
                <a:latin typeface="Segoe UI" panose="020B0702040204020203" pitchFamily="34" charset="0"/>
                <a:ea typeface="Segoe UI" panose="020B0503020000020004" pitchFamily="34" charset="-127"/>
                <a:cs typeface="Segoe UI"/>
              </a:rPr>
              <a:t>에서 인덱싱하지 않은 웹 사이트는 사용할 수 없습니다</a:t>
            </a:r>
            <a:r>
              <a:rPr lang="en-US" altLang="ko-KR" sz="2000" b="1">
                <a:solidFill>
                  <a:srgbClr val="091F2E"/>
                </a:solidFill>
                <a:latin typeface="Segoe UI" panose="020B0702040204020203" pitchFamily="34" charset="0"/>
                <a:ea typeface="Segoe UI" panose="020B0503020000020004" pitchFamily="34" charset="-127"/>
                <a:cs typeface="Segoe UI"/>
              </a:rPr>
              <a:t>.</a:t>
            </a:r>
          </a:p>
          <a:p>
            <a:pPr defTabSz="770447" latinLnBrk="0">
              <a:lnSpc>
                <a:spcPct val="110000"/>
              </a:lnSpc>
              <a:spcBef>
                <a:spcPct val="0"/>
              </a:spcBef>
              <a:spcAft>
                <a:spcPct val="35000"/>
              </a:spcAft>
              <a:defRPr/>
            </a:pPr>
            <a:endParaRPr lang="en-US" sz="9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r>
              <a:rPr lang="ko-KR" altLang="en-US" sz="1600">
                <a:solidFill>
                  <a:srgbClr val="091F2E"/>
                </a:solidFill>
                <a:latin typeface="Segoe UI" panose="020B0502040204020203" pitchFamily="34" charset="0"/>
                <a:ea typeface="Segoe UI" panose="020B0503020000020004" pitchFamily="34" charset="-127"/>
                <a:cs typeface="Segoe UI"/>
              </a:rPr>
              <a:t>예를 들어 </a:t>
            </a:r>
            <a:r>
              <a:rPr lang="en-US" altLang="ko-KR" sz="1600" u="sng">
                <a:solidFill>
                  <a:srgbClr val="091F2E"/>
                </a:solidFill>
                <a:uFill>
                  <a:solidFill>
                    <a:srgbClr val="091F2E"/>
                  </a:solidFill>
                </a:uFill>
                <a:latin typeface="Segoe UI" panose="020B0502040204020203" pitchFamily="34" charset="0"/>
                <a:ea typeface="Segoe UI" panose="020B0503020000020004" pitchFamily="34" charset="-127"/>
                <a:cs typeface="Segoe UI"/>
              </a:rPr>
              <a:t>fab.visualstudio.com/project/_wiki</a:t>
            </a:r>
            <a:r>
              <a:rPr lang="ko-KR" altLang="en-US" sz="1600">
                <a:solidFill>
                  <a:srgbClr val="091F2E"/>
                </a:solidFill>
                <a:latin typeface="Segoe UI" panose="020B0502040204020203" pitchFamily="34" charset="0"/>
                <a:ea typeface="Segoe UI" panose="020B0503020000020004" pitchFamily="34" charset="-127"/>
                <a:cs typeface="Segoe UI"/>
              </a:rPr>
              <a:t>와 같이 인증이 필요한 내부 사이트는 사용할 수 없습니다</a:t>
            </a:r>
            <a:r>
              <a:rPr lang="en-US" altLang="ko-KR" sz="1600">
                <a:solidFill>
                  <a:srgbClr val="091F2E"/>
                </a:solidFill>
                <a:latin typeface="Segoe UI" panose="020B0502040204020203" pitchFamily="34" charset="0"/>
                <a:ea typeface="Segoe UI" panose="020B0503020000020004" pitchFamily="34" charset="-127"/>
                <a:cs typeface="Segoe UI"/>
              </a:rPr>
              <a:t>.</a:t>
            </a:r>
          </a:p>
          <a:p>
            <a:pPr defTabSz="770447" latinLnBrk="0">
              <a:lnSpc>
                <a:spcPct val="110000"/>
              </a:lnSpc>
              <a:spcBef>
                <a:spcPct val="0"/>
              </a:spcBef>
              <a:spcAft>
                <a:spcPct val="35000"/>
              </a:spcAft>
              <a:defRPr/>
            </a:pPr>
            <a:endParaRPr lang="en-US">
              <a:solidFill>
                <a:srgbClr val="091F2E"/>
              </a:solidFill>
              <a:latin typeface="Segoe UI"/>
            </a:endParaRPr>
          </a:p>
        </p:txBody>
      </p:sp>
      <p:sp>
        <p:nvSpPr>
          <p:cNvPr id="27" name="Rectangle: Rounded Corners 26">
            <a:extLst>
              <a:ext uri="{FF2B5EF4-FFF2-40B4-BE49-F238E27FC236}">
                <a16:creationId xmlns:a16="http://schemas.microsoft.com/office/drawing/2014/main" id="{112CFB10-C1BD-9A46-0FF6-3888207DFA2C}"/>
              </a:ext>
            </a:extLst>
          </p:cNvPr>
          <p:cNvSpPr/>
          <p:nvPr/>
        </p:nvSpPr>
        <p:spPr>
          <a:xfrm>
            <a:off x="8091622" y="1855009"/>
            <a:ext cx="3564000" cy="3970420"/>
          </a:xfrm>
          <a:prstGeom prst="roundRect">
            <a:avLst>
              <a:gd name="adj" fmla="val 5658"/>
            </a:avLst>
          </a:prstGeom>
          <a:solidFill>
            <a:schemeClr val="accent4">
              <a:lumMod val="20000"/>
              <a:lumOff val="80000"/>
            </a:schemeClr>
          </a:solidFill>
          <a:ln>
            <a:solidFill>
              <a:srgbClr val="702573"/>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21920" tIns="731520" rIns="66040" bIns="66040" numCol="1" spcCol="1270" anchor="t" anchorCtr="0">
            <a:noAutofit/>
          </a:bodyPr>
          <a:lstStyle/>
          <a:p>
            <a:pPr defTabSz="770447" latinLnBrk="0">
              <a:lnSpc>
                <a:spcPct val="110000"/>
              </a:lnSpc>
              <a:spcBef>
                <a:spcPct val="0"/>
              </a:spcBef>
              <a:spcAft>
                <a:spcPct val="35000"/>
              </a:spcAft>
              <a:defRPr/>
            </a:pPr>
            <a:r>
              <a:rPr lang="en-US" altLang="ko-KR" sz="2000" b="1">
                <a:solidFill>
                  <a:srgbClr val="091F2E"/>
                </a:solidFill>
                <a:latin typeface="Segoe UI" panose="020B0702040204020203" pitchFamily="34" charset="0"/>
                <a:ea typeface="Segoe UI" panose="020B0503020000020004" pitchFamily="34" charset="-127"/>
                <a:cs typeface="Segoe UI"/>
              </a:rPr>
              <a:t>URL</a:t>
            </a:r>
            <a:r>
              <a:rPr lang="ko-KR" altLang="en-US" sz="2000" b="1">
                <a:solidFill>
                  <a:srgbClr val="091F2E"/>
                </a:solidFill>
                <a:latin typeface="Segoe UI" panose="020B0702040204020203" pitchFamily="34" charset="0"/>
                <a:ea typeface="Segoe UI" panose="020B0503020000020004" pitchFamily="34" charset="-127"/>
                <a:cs typeface="Segoe UI"/>
              </a:rPr>
              <a:t>은 최대 두 개의 하위 경로를 포함할 수 있음</a:t>
            </a:r>
            <a:endParaRPr lang="en-US" sz="2000" b="1">
              <a:solidFill>
                <a:srgbClr val="091F2E"/>
              </a:solidFill>
              <a:latin typeface="Segoe UI" panose="020B0702040204020203" pitchFamily="34" charset="0"/>
              <a:ea typeface="Segoe UI" panose="020B0503020000020004" pitchFamily="34" charset="-127"/>
            </a:endParaRPr>
          </a:p>
          <a:p>
            <a:pPr defTabSz="770447" latinLnBrk="0">
              <a:lnSpc>
                <a:spcPct val="110000"/>
              </a:lnSpc>
              <a:spcBef>
                <a:spcPct val="0"/>
              </a:spcBef>
              <a:spcAft>
                <a:spcPct val="35000"/>
              </a:spcAft>
              <a:defRPr/>
            </a:pPr>
            <a:endParaRPr lang="en-US" sz="4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endParaRPr lang="en-US" sz="4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endParaRPr lang="en-US" sz="4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endParaRPr lang="en-US" sz="4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endParaRPr lang="en-US" sz="400">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r>
              <a:rPr lang="ko-KR" altLang="en-US" sz="1600">
                <a:solidFill>
                  <a:srgbClr val="091F2E"/>
                </a:solidFill>
                <a:latin typeface="Segoe UI" panose="020B0502040204020203" pitchFamily="34" charset="0"/>
                <a:ea typeface="Segoe UI" panose="020B0503020000020004" pitchFamily="34" charset="-127"/>
                <a:cs typeface="Segoe UI"/>
              </a:rPr>
              <a:t>단</a:t>
            </a:r>
            <a:r>
              <a:rPr lang="en-US" altLang="ko-KR" sz="1600">
                <a:solidFill>
                  <a:srgbClr val="091F2E"/>
                </a:solidFill>
                <a:latin typeface="Segoe UI" panose="020B0502040204020203" pitchFamily="34" charset="0"/>
                <a:ea typeface="Segoe UI" panose="020B0503020000020004" pitchFamily="34" charset="-127"/>
                <a:cs typeface="Segoe UI"/>
              </a:rPr>
              <a:t>, </a:t>
            </a:r>
            <a:r>
              <a:rPr lang="ko-KR" altLang="en-US" sz="1600">
                <a:solidFill>
                  <a:srgbClr val="091F2E"/>
                </a:solidFill>
                <a:latin typeface="Segoe UI" panose="020B0502040204020203" pitchFamily="34" charset="0"/>
                <a:ea typeface="Segoe UI" panose="020B0503020000020004" pitchFamily="34" charset="-127"/>
                <a:cs typeface="Segoe UI"/>
              </a:rPr>
              <a:t>후행 슬래시는 허용됩니다</a:t>
            </a:r>
            <a:r>
              <a:rPr lang="en-US" altLang="ko-KR" sz="1600">
                <a:solidFill>
                  <a:srgbClr val="091F2E"/>
                </a:solidFill>
                <a:latin typeface="Segoe UI" panose="020B0502040204020203" pitchFamily="34" charset="0"/>
                <a:ea typeface="Segoe UI" panose="020B0503020000020004" pitchFamily="34" charset="-127"/>
                <a:cs typeface="Segoe UI"/>
              </a:rPr>
              <a:t>.</a:t>
            </a:r>
          </a:p>
          <a:p>
            <a:pPr defTabSz="770447" latinLnBrk="0">
              <a:lnSpc>
                <a:spcPct val="110000"/>
              </a:lnSpc>
              <a:spcBef>
                <a:spcPct val="0"/>
              </a:spcBef>
              <a:spcAft>
                <a:spcPct val="35000"/>
              </a:spcAft>
              <a:defRPr/>
            </a:pPr>
            <a:r>
              <a:rPr lang="ko-KR" altLang="en-US" sz="1600">
                <a:solidFill>
                  <a:srgbClr val="091F2E"/>
                </a:solidFill>
                <a:latin typeface="Segoe UI" panose="020B0502040204020203" pitchFamily="34" charset="0"/>
                <a:ea typeface="Segoe UI" panose="020B0503020000020004" pitchFamily="34" charset="-127"/>
                <a:cs typeface="Segoe UI"/>
              </a:rPr>
              <a:t>예시</a:t>
            </a:r>
            <a:r>
              <a:rPr lang="en-US" altLang="ko-KR" sz="1600">
                <a:solidFill>
                  <a:srgbClr val="091F2E"/>
                </a:solidFill>
                <a:latin typeface="Segoe UI" panose="020B0502040204020203" pitchFamily="34" charset="0"/>
                <a:ea typeface="Segoe UI" panose="020B0503020000020004" pitchFamily="34" charset="-127"/>
                <a:cs typeface="Segoe UI"/>
              </a:rPr>
              <a:t>:</a:t>
            </a:r>
          </a:p>
          <a:p>
            <a:pPr defTabSz="770447" latinLnBrk="0">
              <a:lnSpc>
                <a:spcPct val="110000"/>
              </a:lnSpc>
              <a:spcBef>
                <a:spcPct val="0"/>
              </a:spcBef>
              <a:spcAft>
                <a:spcPct val="35000"/>
              </a:spcAft>
              <a:defRPr/>
            </a:pPr>
            <a:r>
              <a:rPr lang="en-US" altLang="ko-KR" sz="1600" u="sng">
                <a:solidFill>
                  <a:srgbClr val="091F2E"/>
                </a:solidFill>
                <a:uFill>
                  <a:solidFill>
                    <a:srgbClr val="091F2E"/>
                  </a:solidFill>
                </a:uFill>
                <a:latin typeface="Segoe UI" panose="020B0502040204020203" pitchFamily="34" charset="0"/>
                <a:ea typeface="Segoe UI" panose="020B0503020000020004" pitchFamily="34" charset="-127"/>
                <a:cs typeface="Segoe UI"/>
              </a:rPr>
              <a:t>www.fabrikam.com/retail/stores/</a:t>
            </a:r>
          </a:p>
          <a:p>
            <a:pPr defTabSz="770447" latinLnBrk="0">
              <a:lnSpc>
                <a:spcPct val="110000"/>
              </a:lnSpc>
              <a:spcBef>
                <a:spcPct val="0"/>
              </a:spcBef>
              <a:spcAft>
                <a:spcPct val="35000"/>
              </a:spcAft>
              <a:defRPr/>
            </a:pPr>
            <a:r>
              <a:rPr lang="ko-KR" altLang="en-US" sz="1600">
                <a:solidFill>
                  <a:srgbClr val="091F2E"/>
                </a:solidFill>
                <a:latin typeface="Segoe UI" panose="020B0502040204020203" pitchFamily="34" charset="0"/>
                <a:ea typeface="Segoe UI" panose="020B0503020000020004" pitchFamily="34" charset="-127"/>
                <a:cs typeface="Segoe UI"/>
              </a:rPr>
              <a:t>다음을 사용하지 않습니다</a:t>
            </a:r>
            <a:r>
              <a:rPr lang="en-US" altLang="ko-KR" sz="1600">
                <a:solidFill>
                  <a:srgbClr val="091F2E"/>
                </a:solidFill>
                <a:latin typeface="Segoe UI" panose="020B0502040204020203" pitchFamily="34" charset="0"/>
                <a:ea typeface="Segoe UI" panose="020B0503020000020004" pitchFamily="34" charset="-127"/>
                <a:cs typeface="Segoe UI"/>
              </a:rPr>
              <a:t>.</a:t>
            </a:r>
          </a:p>
          <a:p>
            <a:pPr defTabSz="770447" latinLnBrk="0">
              <a:lnSpc>
                <a:spcPct val="110000"/>
              </a:lnSpc>
              <a:spcBef>
                <a:spcPct val="0"/>
              </a:spcBef>
              <a:spcAft>
                <a:spcPct val="35000"/>
              </a:spcAft>
              <a:defRPr/>
            </a:pPr>
            <a:r>
              <a:rPr lang="en-US" altLang="ko-KR" sz="1600" u="sng">
                <a:solidFill>
                  <a:srgbClr val="091F2E"/>
                </a:solidFill>
                <a:uFill>
                  <a:solidFill>
                    <a:srgbClr val="091F2E"/>
                  </a:solidFill>
                </a:uFill>
                <a:latin typeface="Segoe UI" panose="020B0502040204020203" pitchFamily="34" charset="0"/>
                <a:ea typeface="Segoe UI" panose="020B0503020000020004" pitchFamily="34" charset="-127"/>
                <a:cs typeface="Segoe UI"/>
              </a:rPr>
              <a:t>www.fabrikam.com/retail/stores/us</a:t>
            </a:r>
            <a:endParaRPr lang="en-US">
              <a:solidFill>
                <a:srgbClr val="091F2E"/>
              </a:solidFill>
              <a:latin typeface="Segoe UI" panose="020B0502040204020203" pitchFamily="34" charset="0"/>
              <a:ea typeface="Segoe UI" panose="020B0503020000020004" pitchFamily="34" charset="-127"/>
            </a:endParaRPr>
          </a:p>
          <a:p>
            <a:pPr defTabSz="770447" latinLnBrk="0">
              <a:lnSpc>
                <a:spcPct val="110000"/>
              </a:lnSpc>
              <a:spcBef>
                <a:spcPct val="0"/>
              </a:spcBef>
              <a:spcAft>
                <a:spcPct val="35000"/>
              </a:spcAft>
              <a:defRPr/>
            </a:pPr>
            <a:endParaRPr lang="en-US">
              <a:solidFill>
                <a:srgbClr val="091F2E"/>
              </a:solidFill>
              <a:latin typeface="Segoe UI" panose="020B0502040204020203" pitchFamily="34" charset="0"/>
              <a:ea typeface="Segoe UI" panose="020B0500000000000000" pitchFamily="34" charset="-128"/>
            </a:endParaRPr>
          </a:p>
        </p:txBody>
      </p:sp>
      <p:sp>
        <p:nvSpPr>
          <p:cNvPr id="28"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AF04B-448D-1E7A-DD34-6C403099116F}"/>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소스로 문서 사용</a:t>
            </a:r>
          </a:p>
        </p:txBody>
      </p:sp>
      <p:sp>
        <p:nvSpPr>
          <p:cNvPr id="3" name="Text Placeholder 2">
            <a:extLst>
              <a:ext uri="{FF2B5EF4-FFF2-40B4-BE49-F238E27FC236}">
                <a16:creationId xmlns:a16="http://schemas.microsoft.com/office/drawing/2014/main" id="{661F505B-8ACF-A122-08B5-FB62651D3589}"/>
              </a:ext>
            </a:extLst>
          </p:cNvPr>
          <p:cNvSpPr>
            <a:spLocks noGrp="1"/>
          </p:cNvSpPr>
          <p:nvPr>
            <p:ph type="body" sz="quarter" idx="15"/>
          </p:nvPr>
        </p:nvSpPr>
        <p:spPr>
          <a:xfrm>
            <a:off x="587977" y="1591056"/>
            <a:ext cx="11013474" cy="2523768"/>
          </a:xfrm>
        </p:spPr>
        <p:txBody>
          <a:bodyPr/>
          <a:lstStyle/>
          <a:p>
            <a:r>
              <a:rPr lang="ko-KR" altLang="en-US" sz="2000">
                <a:solidFill>
                  <a:srgbClr val="091F2E"/>
                </a:solidFill>
                <a:latin typeface="Segoe UI" panose="020B0502040204020203" pitchFamily="34" charset="0"/>
                <a:ea typeface="Segoe UI" panose="020B0503020000020004" pitchFamily="34" charset="-127"/>
                <a:cs typeface="Segoe UI"/>
              </a:rPr>
              <a:t>문서를 지식 원본으로 업로드할 수 있음 </a:t>
            </a:r>
          </a:p>
          <a:p>
            <a:r>
              <a:rPr lang="ko-KR" altLang="en-US" sz="2000">
                <a:solidFill>
                  <a:srgbClr val="091F2E"/>
                </a:solidFill>
                <a:latin typeface="Segoe UI" panose="020B0502040204020203" pitchFamily="34" charset="0"/>
                <a:ea typeface="Segoe UI" panose="020B0503020000020004" pitchFamily="34" charset="-127"/>
                <a:cs typeface="Segoe UI"/>
              </a:rPr>
              <a:t>문서는 </a:t>
            </a:r>
            <a:r>
              <a:rPr lang="en-US" altLang="ko-KR" sz="2000">
                <a:solidFill>
                  <a:srgbClr val="091F2E"/>
                </a:solidFill>
                <a:latin typeface="Segoe UI" panose="020B0502040204020203" pitchFamily="34" charset="0"/>
                <a:ea typeface="Segoe UI" panose="020B0503020000020004" pitchFamily="34" charset="-127"/>
                <a:cs typeface="Segoe UI"/>
              </a:rPr>
              <a:t>Dataverse</a:t>
            </a:r>
            <a:r>
              <a:rPr lang="ko-KR" altLang="en-US" sz="2000">
                <a:solidFill>
                  <a:srgbClr val="091F2E"/>
                </a:solidFill>
                <a:latin typeface="Segoe UI" panose="020B0502040204020203" pitchFamily="34" charset="0"/>
                <a:ea typeface="Segoe UI" panose="020B0503020000020004" pitchFamily="34" charset="-127"/>
                <a:cs typeface="Segoe UI"/>
              </a:rPr>
              <a:t>에 안전하게 저장되고 효율적인 검색을 위해 인덱싱됨</a:t>
            </a:r>
          </a:p>
          <a:p>
            <a:r>
              <a:rPr lang="ko-KR" altLang="en-US" sz="2000">
                <a:solidFill>
                  <a:srgbClr val="091F2E"/>
                </a:solidFill>
                <a:latin typeface="Segoe UI" panose="020B0502040204020203" pitchFamily="34" charset="0"/>
                <a:ea typeface="Segoe UI" panose="020B0503020000020004" pitchFamily="34" charset="-127"/>
                <a:cs typeface="Segoe UI"/>
              </a:rPr>
              <a:t>문서 내용은 파일 권한이나 접근 제어와 관계없이 모든 에이전트 사용자에게 표시됨</a:t>
            </a:r>
            <a:endParaRPr lang="en-US" sz="2000">
              <a:latin typeface="Segoe UI" panose="020B0502040204020203" pitchFamily="34" charset="0"/>
              <a:ea typeface="Segoe UI" panose="020B0503020000020004" pitchFamily="34" charset="-127"/>
            </a:endParaRPr>
          </a:p>
          <a:p>
            <a:r>
              <a:rPr lang="ko-KR" altLang="en-US" sz="2000">
                <a:solidFill>
                  <a:srgbClr val="091F2E"/>
                </a:solidFill>
                <a:latin typeface="Segoe UI" panose="020B0502040204020203" pitchFamily="34" charset="0"/>
                <a:ea typeface="Segoe UI" panose="020B0503020000020004" pitchFamily="34" charset="-127"/>
                <a:cs typeface="Segoe UI"/>
              </a:rPr>
              <a:t>최대 </a:t>
            </a:r>
            <a:r>
              <a:rPr lang="en-US" altLang="ko-KR" sz="2000">
                <a:solidFill>
                  <a:srgbClr val="091F2E"/>
                </a:solidFill>
                <a:latin typeface="Segoe UI" panose="020B0502040204020203" pitchFamily="34" charset="0"/>
                <a:ea typeface="Segoe UI" panose="020B0503020000020004" pitchFamily="34" charset="-127"/>
                <a:cs typeface="Segoe UI"/>
              </a:rPr>
              <a:t>500</a:t>
            </a:r>
            <a:r>
              <a:rPr lang="ko-KR" altLang="en-US" sz="2000">
                <a:solidFill>
                  <a:srgbClr val="091F2E"/>
                </a:solidFill>
                <a:latin typeface="Segoe UI" panose="020B0502040204020203" pitchFamily="34" charset="0"/>
                <a:ea typeface="Segoe UI" panose="020B0503020000020004" pitchFamily="34" charset="-127"/>
                <a:cs typeface="Segoe UI"/>
              </a:rPr>
              <a:t>개의 파일을 지식 원본으로 업로드할 수 있음</a:t>
            </a:r>
            <a:endParaRPr lang="en-US" sz="2000">
              <a:latin typeface="Segoe UI" panose="020B0502040204020203" pitchFamily="34" charset="0"/>
              <a:ea typeface="Segoe UI" panose="020B0503020000020004" pitchFamily="34" charset="-127"/>
            </a:endParaRPr>
          </a:p>
          <a:p>
            <a:r>
              <a:rPr lang="ko-KR" altLang="en-US" sz="2000">
                <a:solidFill>
                  <a:srgbClr val="091F2E"/>
                </a:solidFill>
                <a:latin typeface="Segoe UI" panose="020B0502040204020203" pitchFamily="34" charset="0"/>
                <a:ea typeface="Segoe UI" panose="020B0503020000020004" pitchFamily="34" charset="-127"/>
                <a:cs typeface="Segoe UI"/>
              </a:rPr>
              <a:t>파일 크기는 최대 </a:t>
            </a:r>
            <a:r>
              <a:rPr lang="en-US" altLang="ko-KR" sz="2000">
                <a:solidFill>
                  <a:srgbClr val="091F2E"/>
                </a:solidFill>
                <a:latin typeface="Segoe UI" panose="020B0502040204020203" pitchFamily="34" charset="0"/>
                <a:ea typeface="Segoe UI" panose="020B0503020000020004" pitchFamily="34" charset="-127"/>
                <a:cs typeface="Segoe UI"/>
              </a:rPr>
              <a:t>512MB</a:t>
            </a:r>
            <a:r>
              <a:rPr lang="ko-KR" altLang="en-US" sz="2000">
                <a:solidFill>
                  <a:srgbClr val="091F2E"/>
                </a:solidFill>
                <a:latin typeface="Segoe UI" panose="020B0502040204020203" pitchFamily="34" charset="0"/>
                <a:ea typeface="Segoe UI" panose="020B0503020000020004" pitchFamily="34" charset="-127"/>
                <a:cs typeface="Segoe UI"/>
              </a:rPr>
              <a:t>로 제한됨</a:t>
            </a:r>
          </a:p>
          <a:p>
            <a:r>
              <a:rPr lang="ko-KR" altLang="en-US" sz="2000">
                <a:solidFill>
                  <a:srgbClr val="091F2E"/>
                </a:solidFill>
                <a:latin typeface="Segoe UI" panose="020B0502040204020203" pitchFamily="34" charset="0"/>
                <a:ea typeface="Segoe UI" panose="020B0503020000020004" pitchFamily="34" charset="-127"/>
                <a:cs typeface="Segoe UI"/>
              </a:rPr>
              <a:t>텍스트 기반 파일이 권장되지만</a:t>
            </a:r>
            <a:r>
              <a:rPr lang="en-US" altLang="ko-KR" sz="2000">
                <a:solidFill>
                  <a:srgbClr val="091F2E"/>
                </a:solidFill>
                <a:latin typeface="Segoe UI" panose="020B0502040204020203" pitchFamily="34" charset="0"/>
                <a:ea typeface="Segoe UI" panose="020B0503020000020004" pitchFamily="34" charset="-127"/>
                <a:cs typeface="Segoe UI"/>
              </a:rPr>
              <a:t>, </a:t>
            </a:r>
            <a:r>
              <a:rPr lang="ko-KR" altLang="en-US" sz="2000">
                <a:solidFill>
                  <a:srgbClr val="091F2E"/>
                </a:solidFill>
                <a:latin typeface="Segoe UI" panose="020B0502040204020203" pitchFamily="34" charset="0"/>
                <a:ea typeface="Segoe UI" panose="020B0503020000020004" pitchFamily="34" charset="-127"/>
                <a:cs typeface="Segoe UI"/>
              </a:rPr>
              <a:t>지원되는 파일 형식은 매우 다양</a:t>
            </a:r>
            <a:endParaRPr lang="en-US" altLang="ko-KR" sz="2000">
              <a:solidFill>
                <a:srgbClr val="091F2E"/>
              </a:solidFill>
              <a:latin typeface="Segoe UI" panose="020B0502040204020203" pitchFamily="34" charset="0"/>
              <a:ea typeface="Segoe UI" panose="020B0503020000020004" pitchFamily="34" charset="-127"/>
              <a:cs typeface="Segoe UI"/>
            </a:endParaRPr>
          </a:p>
          <a:p>
            <a:r>
              <a:rPr lang="ko-KR" altLang="en-US" sz="2000">
                <a:solidFill>
                  <a:srgbClr val="091F2E"/>
                </a:solidFill>
                <a:latin typeface="Segoe UI" panose="020B0502040204020203" pitchFamily="34" charset="0"/>
                <a:ea typeface="Segoe UI" panose="020B0503020000020004" pitchFamily="34" charset="-127"/>
                <a:cs typeface="Segoe UI"/>
              </a:rPr>
              <a:t>이미지</a:t>
            </a:r>
            <a:r>
              <a:rPr lang="en-US" altLang="ko-KR" sz="2000">
                <a:solidFill>
                  <a:srgbClr val="091F2E"/>
                </a:solidFill>
                <a:latin typeface="Segoe UI" panose="020B0502040204020203" pitchFamily="34" charset="0"/>
                <a:ea typeface="Segoe UI" panose="020B0503020000020004" pitchFamily="34" charset="-127"/>
                <a:cs typeface="Segoe UI"/>
              </a:rPr>
              <a:t>, </a:t>
            </a:r>
            <a:r>
              <a:rPr lang="ko-KR" altLang="en-US" sz="2000">
                <a:solidFill>
                  <a:srgbClr val="091F2E"/>
                </a:solidFill>
                <a:latin typeface="Segoe UI" panose="020B0502040204020203" pitchFamily="34" charset="0"/>
                <a:ea typeface="Segoe UI" panose="020B0503020000020004" pitchFamily="34" charset="-127"/>
                <a:cs typeface="Segoe UI"/>
              </a:rPr>
              <a:t>오디오</a:t>
            </a:r>
            <a:r>
              <a:rPr lang="en-US" altLang="ko-KR" sz="2000">
                <a:solidFill>
                  <a:srgbClr val="091F2E"/>
                </a:solidFill>
                <a:latin typeface="Segoe UI" panose="020B0502040204020203" pitchFamily="34" charset="0"/>
                <a:ea typeface="Segoe UI" panose="020B0503020000020004" pitchFamily="34" charset="-127"/>
                <a:cs typeface="Segoe UI"/>
              </a:rPr>
              <a:t>, </a:t>
            </a:r>
            <a:r>
              <a:rPr lang="ko-KR" altLang="en-US" sz="2000">
                <a:solidFill>
                  <a:srgbClr val="091F2E"/>
                </a:solidFill>
                <a:latin typeface="Segoe UI" panose="020B0502040204020203" pitchFamily="34" charset="0"/>
                <a:ea typeface="Segoe UI" panose="020B0503020000020004" pitchFamily="34" charset="-127"/>
                <a:cs typeface="Segoe UI"/>
              </a:rPr>
              <a:t>비디오 및 실행 파일은 지원되지 않음</a:t>
            </a:r>
            <a:endParaRPr lang="en-US" altLang="ko-KR" sz="2000">
              <a:solidFill>
                <a:srgbClr val="091F2E"/>
              </a:solidFill>
              <a:latin typeface="Segoe UI" panose="020B0502040204020203" pitchFamily="34" charset="0"/>
              <a:ea typeface="Segoe UI" panose="020B0503020000020004" pitchFamily="34" charset="-127"/>
              <a:cs typeface="Segoe UI"/>
            </a:endParaRPr>
          </a:p>
        </p:txBody>
      </p:sp>
      <p:sp>
        <p:nvSpPr>
          <p:cNvPr id="4" name="Footer Placeholder 2">
            <a:extLst>
              <a:ext uri="{FF2B5EF4-FFF2-40B4-BE49-F238E27FC236}">
                <a16:creationId xmlns:a16="http://schemas.microsoft.com/office/drawing/2014/main" id="{19F10A85-84C5-9AC5-8D24-210CA5E8D66D}"/>
              </a:ext>
            </a:extLst>
          </p:cNvPr>
          <p:cNvSpPr>
            <a:spLocks noGrp="1"/>
          </p:cNvSpPr>
          <p:nvPr>
            <p:ph type="ftr" sz="quarter" idx="11"/>
          </p:nvPr>
        </p:nvSpPr>
        <p:spPr>
          <a:xfrm>
            <a:off x="580876" y="6421083"/>
            <a:ext cx="4150231" cy="197976"/>
          </a:xfrm>
        </p:spPr>
        <p:txBody>
          <a:bodyPr/>
          <a:lstStyle/>
          <a:p>
            <a:pPr algn="l"/>
            <a:r>
              <a:rPr lang="en-US" altLang="ko-KR" sz="1000">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34BE7-FC44-B4F0-A670-D61955773BA1}"/>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소스로 문서 사용</a:t>
            </a:r>
          </a:p>
        </p:txBody>
      </p:sp>
      <p:sp>
        <p:nvSpPr>
          <p:cNvPr id="3" name="Text Placeholder 2">
            <a:extLst>
              <a:ext uri="{FF2B5EF4-FFF2-40B4-BE49-F238E27FC236}">
                <a16:creationId xmlns:a16="http://schemas.microsoft.com/office/drawing/2014/main" id="{AADB0A5F-173A-73B8-6962-3BE43F05C74E}"/>
              </a:ext>
            </a:extLst>
          </p:cNvPr>
          <p:cNvSpPr>
            <a:spLocks noGrp="1"/>
          </p:cNvSpPr>
          <p:nvPr>
            <p:ph type="body" sz="quarter" idx="15"/>
          </p:nvPr>
        </p:nvSpPr>
        <p:spPr>
          <a:xfrm>
            <a:off x="587977" y="1591057"/>
            <a:ext cx="11013474" cy="984885"/>
          </a:xfrm>
        </p:spPr>
        <p:txBody>
          <a:bodyPr/>
          <a:lstStyle/>
          <a:p>
            <a:r>
              <a:rPr lang="ko-KR" altLang="en-US" sz="2000">
                <a:solidFill>
                  <a:srgbClr val="091F2E"/>
                </a:solidFill>
                <a:latin typeface="Segoe UI" panose="020B0502040204020203" pitchFamily="34" charset="0"/>
                <a:ea typeface="Segoe UI" panose="020B0503020000020004" pitchFamily="34" charset="-127"/>
                <a:cs typeface="Segoe UI"/>
              </a:rPr>
              <a:t>업로드된 파일은 자동으로 인덱싱됩니다</a:t>
            </a:r>
            <a:r>
              <a:rPr lang="en-US" altLang="ko-KR" sz="2000">
                <a:solidFill>
                  <a:srgbClr val="091F2E"/>
                </a:solidFill>
                <a:latin typeface="Segoe UI" panose="020B0502040204020203" pitchFamily="34" charset="0"/>
                <a:ea typeface="Segoe UI" panose="020B0503020000020004" pitchFamily="34" charset="-127"/>
                <a:cs typeface="Segoe UI"/>
              </a:rPr>
              <a:t>.</a:t>
            </a:r>
          </a:p>
          <a:p>
            <a:r>
              <a:rPr lang="ko-KR" altLang="en-US" sz="2000">
                <a:solidFill>
                  <a:srgbClr val="091F2E"/>
                </a:solidFill>
                <a:latin typeface="Segoe UI" panose="020B0502040204020203" pitchFamily="34" charset="0"/>
                <a:ea typeface="Segoe UI" panose="020B0503020000020004" pitchFamily="34" charset="-127"/>
                <a:cs typeface="Segoe UI"/>
              </a:rPr>
              <a:t>인덱싱은 몇 분이 걸릴 수 있으며</a:t>
            </a:r>
            <a:r>
              <a:rPr lang="en-US" altLang="ko-KR" sz="2000">
                <a:solidFill>
                  <a:srgbClr val="091F2E"/>
                </a:solidFill>
                <a:latin typeface="Segoe UI" panose="020B0502040204020203" pitchFamily="34" charset="0"/>
                <a:ea typeface="Segoe UI" panose="020B0503020000020004" pitchFamily="34" charset="-127"/>
                <a:cs typeface="Segoe UI"/>
              </a:rPr>
              <a:t>, </a:t>
            </a:r>
            <a:r>
              <a:rPr lang="ko-KR" altLang="en-US" sz="2000">
                <a:solidFill>
                  <a:srgbClr val="091F2E"/>
                </a:solidFill>
                <a:latin typeface="Segoe UI" panose="020B0502040204020203" pitchFamily="34" charset="0"/>
                <a:ea typeface="Segoe UI" panose="020B0503020000020004" pitchFamily="34" charset="-127"/>
                <a:cs typeface="Segoe UI"/>
              </a:rPr>
              <a:t>상태가 준비 완료로 설정될 때까지 문서가 사용되지 않습니다</a:t>
            </a:r>
            <a:r>
              <a:rPr lang="en-US" altLang="ko-KR" sz="2000">
                <a:solidFill>
                  <a:srgbClr val="091F2E"/>
                </a:solidFill>
                <a:latin typeface="Segoe UI" panose="020B0502040204020203" pitchFamily="34" charset="0"/>
                <a:ea typeface="Segoe UI" panose="020B0503020000020004" pitchFamily="34" charset="-127"/>
                <a:cs typeface="Segoe UI"/>
              </a:rPr>
              <a:t>.</a:t>
            </a:r>
            <a:endParaRPr lang="en-US" sz="2000">
              <a:latin typeface="Segoe UI" panose="020B0502040204020203" pitchFamily="34" charset="0"/>
              <a:ea typeface="Segoe UI" panose="020B0503020000020004" pitchFamily="34" charset="-127"/>
            </a:endParaRPr>
          </a:p>
        </p:txBody>
      </p:sp>
      <p:sp>
        <p:nvSpPr>
          <p:cNvPr id="6" name="Footer Placeholder 2">
            <a:extLst>
              <a:ext uri="{FF2B5EF4-FFF2-40B4-BE49-F238E27FC236}">
                <a16:creationId xmlns:a16="http://schemas.microsoft.com/office/drawing/2014/main" id="{19F10A85-84C5-9AC5-8D24-210CA5E8D66D}"/>
              </a:ext>
            </a:extLst>
          </p:cNvPr>
          <p:cNvSpPr>
            <a:spLocks noGrp="1"/>
          </p:cNvSpPr>
          <p:nvPr>
            <p:ph type="ftr" sz="quarter" idx="11"/>
          </p:nvPr>
        </p:nvSpPr>
        <p:spPr>
          <a:xfrm>
            <a:off x="580876" y="6421083"/>
            <a:ext cx="4150231" cy="197976"/>
          </a:xfrm>
        </p:spPr>
        <p:txBody>
          <a:bodyPr/>
          <a:lstStyle/>
          <a:p>
            <a:pPr algn="l"/>
            <a:r>
              <a:rPr lang="en-US" altLang="ko-KR" sz="1000">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7" name="Picture 6">
            <a:extLst>
              <a:ext uri="{FF2B5EF4-FFF2-40B4-BE49-F238E27FC236}">
                <a16:creationId xmlns:a16="http://schemas.microsoft.com/office/drawing/2014/main" id="{5CF96D9B-D301-636F-61E8-2FE0AB660581}"/>
              </a:ext>
            </a:extLst>
          </p:cNvPr>
          <p:cNvPicPr>
            <a:picLocks noChangeAspect="1"/>
          </p:cNvPicPr>
          <p:nvPr/>
        </p:nvPicPr>
        <p:blipFill>
          <a:blip r:embed="rId3"/>
          <a:srcRect/>
          <a:stretch/>
        </p:blipFill>
        <p:spPr>
          <a:xfrm>
            <a:off x="740080" y="3006829"/>
            <a:ext cx="10286999" cy="2952749"/>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8C806-831C-D419-B93A-7AE23DC5C773}"/>
              </a:ext>
            </a:extLst>
          </p:cNvPr>
          <p:cNvSpPr>
            <a:spLocks noGrp="1"/>
          </p:cNvSpPr>
          <p:nvPr>
            <p:ph type="title"/>
          </p:nvPr>
        </p:nvSpPr>
        <p:spPr/>
        <p:txBody>
          <a:bodyPr>
            <a:normAutofit fontScale="90000"/>
          </a:bodyPr>
          <a:lstStyle/>
          <a:p>
            <a:r>
              <a:rPr lang="en-US" altLang="ko-KR" sz="3000" b="1">
                <a:solidFill>
                  <a:srgbClr val="091F2E"/>
                </a:solidFill>
                <a:latin typeface="Segoe UI" panose="020B0702040204020203" pitchFamily="34" charset="0"/>
                <a:ea typeface="Segoe UI" panose="020B0503020000020004" pitchFamily="34" charset="-127"/>
                <a:cs typeface="Segoe UI"/>
              </a:rPr>
              <a:t>SharePoint</a:t>
            </a:r>
            <a:r>
              <a:rPr lang="ko-KR" altLang="en-US" sz="3000" b="1">
                <a:solidFill>
                  <a:srgbClr val="091F2E"/>
                </a:solidFill>
                <a:latin typeface="Segoe UI" panose="020B0702040204020203" pitchFamily="34" charset="0"/>
                <a:ea typeface="Segoe UI" panose="020B0503020000020004" pitchFamily="34" charset="-127"/>
                <a:cs typeface="Segoe UI"/>
              </a:rPr>
              <a:t>를 지식 원본으로 활용</a:t>
            </a:r>
            <a:endParaRPr lang="en-GB" sz="3000">
              <a:latin typeface="Segoe UI" panose="020B0702040204020203" pitchFamily="34" charset="0"/>
              <a:ea typeface="Segoe UI" panose="020B0503020000020004" pitchFamily="34" charset="-127"/>
            </a:endParaRPr>
          </a:p>
        </p:txBody>
      </p:sp>
      <p:sp>
        <p:nvSpPr>
          <p:cNvPr id="9" name="Footer Placeholder 10">
            <a:extLst>
              <a:ext uri="{FF2B5EF4-FFF2-40B4-BE49-F238E27FC236}">
                <a16:creationId xmlns:a16="http://schemas.microsoft.com/office/drawing/2014/main" id="{A87FC08B-CC69-ED5E-1E89-0FB4958D4A41}"/>
              </a:ext>
            </a:extLst>
          </p:cNvPr>
          <p:cNvSpPr>
            <a:spLocks noGrp="1"/>
          </p:cNvSpPr>
          <p:nvPr>
            <p:ph type="ftr" sz="quarter" idx="11"/>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3" name="Picture Placeholder 7">
            <a:extLst>
              <a:ext uri="{FF2B5EF4-FFF2-40B4-BE49-F238E27FC236}">
                <a16:creationId xmlns:a16="http://schemas.microsoft.com/office/drawing/2014/main" id="{1B494555-26A1-DF11-1E8C-ACD4B3DA74ED}"/>
              </a:ext>
            </a:extLst>
          </p:cNvPr>
          <p:cNvPicPr>
            <a:picLocks noChangeAspect="1"/>
          </p:cNvPicPr>
          <p:nvPr/>
        </p:nvPicPr>
        <p:blipFill>
          <a:blip r:embed="rId3"/>
          <a:srcRect t="6860" b="6860"/>
          <a:stretch/>
        </p:blipFill>
        <p:spPr>
          <a:xfrm>
            <a:off x="1588" y="1152526"/>
            <a:ext cx="12192000" cy="34448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73A10-22F1-BFFB-7DAC-3E72B1C87E78}"/>
              </a:ext>
            </a:extLst>
          </p:cNvPr>
          <p:cNvSpPr>
            <a:spLocks noGrp="1"/>
          </p:cNvSpPr>
          <p:nvPr>
            <p:ph type="title"/>
          </p:nvPr>
        </p:nvSpPr>
        <p:spPr/>
        <p:txBody>
          <a:bodyPr>
            <a:normAutofit fontScale="90000"/>
          </a:bodyPr>
          <a:lstStyle/>
          <a:p>
            <a:r>
              <a:rPr lang="en-US" altLang="ko-KR" sz="3000" b="1">
                <a:solidFill>
                  <a:srgbClr val="000000"/>
                </a:solidFill>
                <a:latin typeface="Segoe UI" panose="020B0502040204020203" pitchFamily="34" charset="0"/>
                <a:ea typeface="Segoe UI" panose="020B0503020000020004" pitchFamily="34" charset="-127"/>
                <a:cs typeface="Segoe UI"/>
              </a:rPr>
              <a:t>Dataverse </a:t>
            </a:r>
            <a:r>
              <a:rPr lang="ko-KR" altLang="en-US" sz="3000" b="1">
                <a:solidFill>
                  <a:srgbClr val="000000"/>
                </a:solidFill>
                <a:latin typeface="Segoe UI" panose="020B0502040204020203" pitchFamily="34" charset="0"/>
                <a:ea typeface="Segoe UI" panose="020B0503020000020004" pitchFamily="34" charset="-127"/>
                <a:cs typeface="Segoe UI"/>
              </a:rPr>
              <a:t>테이블을 지식 원본으로 사용</a:t>
            </a:r>
          </a:p>
        </p:txBody>
      </p:sp>
      <p:sp>
        <p:nvSpPr>
          <p:cNvPr id="17" name="Text Placeholder 16">
            <a:extLst>
              <a:ext uri="{FF2B5EF4-FFF2-40B4-BE49-F238E27FC236}">
                <a16:creationId xmlns:a16="http://schemas.microsoft.com/office/drawing/2014/main" id="{779E05C5-AB95-2AC6-DFA5-87A1B6105F82}"/>
              </a:ext>
            </a:extLst>
          </p:cNvPr>
          <p:cNvSpPr>
            <a:spLocks noGrp="1"/>
          </p:cNvSpPr>
          <p:nvPr>
            <p:ph type="body" sz="quarter" idx="16"/>
          </p:nvPr>
        </p:nvSpPr>
        <p:spPr/>
        <p:txBody>
          <a:bodyPr>
            <a:noAutofit/>
          </a:bodyPr>
          <a:lstStyle/>
          <a:p>
            <a:r>
              <a:rPr lang="ko-KR" altLang="en-US" b="1">
                <a:solidFill>
                  <a:srgbClr val="000000"/>
                </a:solidFill>
                <a:latin typeface="Segoe UI" panose="020B0502040204020203" pitchFamily="34" charset="0"/>
                <a:ea typeface="Segoe UI" panose="020B0503020000020004" pitchFamily="34" charset="-127"/>
                <a:cs typeface="Segoe UI"/>
              </a:rPr>
              <a:t>옵션 포함</a:t>
            </a:r>
            <a:r>
              <a:rPr lang="en-US" altLang="ko-KR" b="1">
                <a:solidFill>
                  <a:srgbClr val="000000"/>
                </a:solidFill>
                <a:latin typeface="Segoe UI" panose="020B0502040204020203" pitchFamily="34" charset="0"/>
                <a:ea typeface="Segoe UI" panose="020B0503020000020004" pitchFamily="34" charset="-127"/>
                <a:cs typeface="Segoe UI"/>
              </a:rPr>
              <a:t>/</a:t>
            </a:r>
            <a:r>
              <a:rPr lang="ko-KR" altLang="en-US" b="1">
                <a:solidFill>
                  <a:srgbClr val="000000"/>
                </a:solidFill>
                <a:latin typeface="Segoe UI" panose="020B0502040204020203" pitchFamily="34" charset="0"/>
                <a:ea typeface="Segoe UI" panose="020B0503020000020004" pitchFamily="34" charset="-127"/>
                <a:cs typeface="Segoe UI"/>
              </a:rPr>
              <a:t>제외</a:t>
            </a:r>
          </a:p>
        </p:txBody>
      </p:sp>
      <p:sp>
        <p:nvSpPr>
          <p:cNvPr id="16" name="Text Placeholder 15">
            <a:extLst>
              <a:ext uri="{FF2B5EF4-FFF2-40B4-BE49-F238E27FC236}">
                <a16:creationId xmlns:a16="http://schemas.microsoft.com/office/drawing/2014/main" id="{3893C796-74B0-10BC-2B41-773628121495}"/>
              </a:ext>
            </a:extLst>
          </p:cNvPr>
          <p:cNvSpPr>
            <a:spLocks noGrp="1"/>
          </p:cNvSpPr>
          <p:nvPr>
            <p:ph type="body" sz="quarter" idx="15"/>
          </p:nvPr>
        </p:nvSpPr>
        <p:spPr>
          <a:xfrm>
            <a:off x="587978" y="2085765"/>
            <a:ext cx="3172811" cy="535531"/>
          </a:xfrm>
        </p:spPr>
        <p:txBody>
          <a:bodyPr/>
          <a:lstStyle/>
          <a:p>
            <a:r>
              <a:rPr lang="en-US" altLang="ko-KR" sz="1600">
                <a:solidFill>
                  <a:srgbClr val="000000"/>
                </a:solidFill>
                <a:latin typeface="Segoe UI" panose="020B0502040204020203" pitchFamily="34" charset="0"/>
                <a:ea typeface="Segoe UI" panose="020B0503020000020004" pitchFamily="34" charset="-127"/>
                <a:cs typeface="Segoe UI"/>
              </a:rPr>
              <a:t>Dataverse </a:t>
            </a:r>
            <a:r>
              <a:rPr lang="ko-KR" altLang="en-US" sz="1600">
                <a:solidFill>
                  <a:srgbClr val="000000"/>
                </a:solidFill>
                <a:latin typeface="Segoe UI" panose="020B0502040204020203" pitchFamily="34" charset="0"/>
                <a:ea typeface="Segoe UI" panose="020B0503020000020004" pitchFamily="34" charset="-127"/>
                <a:cs typeface="Segoe UI"/>
              </a:rPr>
              <a:t>지식 원본을 토픽에서만 사용하도록 제한</a:t>
            </a:r>
          </a:p>
        </p:txBody>
      </p:sp>
      <p:sp>
        <p:nvSpPr>
          <p:cNvPr id="18"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4" name="Picture Placeholder 14">
            <a:extLst>
              <a:ext uri="{FF2B5EF4-FFF2-40B4-BE49-F238E27FC236}">
                <a16:creationId xmlns:a16="http://schemas.microsoft.com/office/drawing/2014/main" id="{DDDDB0D5-D85A-AFF6-D376-FB872D1D7A6D}"/>
              </a:ext>
            </a:extLst>
          </p:cNvPr>
          <p:cNvPicPr>
            <a:picLocks noGrp="1" noChangeAspect="1"/>
          </p:cNvPicPr>
          <p:nvPr>
            <p:ph type="pic" sz="quarter" idx="20"/>
          </p:nvPr>
        </p:nvPicPr>
        <p:blipFill>
          <a:blip r:embed="rId3"/>
          <a:srcRect t="8623" b="12550"/>
          <a:stretch>
            <a:fillRect/>
          </a:stretch>
        </p:blipFill>
        <p:spPr bwMode="ltGray">
          <a:xfrm>
            <a:off x="4065588" y="1348740"/>
            <a:ext cx="7535862" cy="4663130"/>
          </a:xfrm>
          <a:prstGeom prst="rect">
            <a:avLst/>
          </a:prstGeom>
          <a:solidFill>
            <a:srgbClr val="F4F4F7"/>
          </a:solid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09B8BC-6983-A8FB-C2CE-32EA86412DDE}"/>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데이터버스 테이블을 지식 원본으로 사용</a:t>
            </a:r>
          </a:p>
        </p:txBody>
      </p:sp>
      <p:sp>
        <p:nvSpPr>
          <p:cNvPr id="17" name="Text Placeholder 16">
            <a:extLst>
              <a:ext uri="{FF2B5EF4-FFF2-40B4-BE49-F238E27FC236}">
                <a16:creationId xmlns:a16="http://schemas.microsoft.com/office/drawing/2014/main" id="{C29865E5-20AD-E6D8-4B39-6B990A8F49A0}"/>
              </a:ext>
            </a:extLst>
          </p:cNvPr>
          <p:cNvSpPr>
            <a:spLocks noGrp="1"/>
          </p:cNvSpPr>
          <p:nvPr>
            <p:ph type="body" sz="quarter" idx="16"/>
          </p:nvPr>
        </p:nvSpPr>
        <p:spPr/>
        <p:txBody>
          <a:bodyPr>
            <a:normAutofit fontScale="85000" lnSpcReduction="20000"/>
          </a:bodyPr>
          <a:lstStyle/>
          <a:p>
            <a:r>
              <a:rPr lang="ko-KR" altLang="en-US" b="1">
                <a:solidFill>
                  <a:srgbClr val="000000"/>
                </a:solidFill>
                <a:latin typeface="Segoe UI" panose="020B0502040204020203" pitchFamily="34" charset="0"/>
                <a:ea typeface="Segoe UI" panose="020B0503020000020004" pitchFamily="34" charset="-127"/>
                <a:cs typeface="Segoe UI"/>
              </a:rPr>
              <a:t>동의어 및 용어집</a:t>
            </a:r>
          </a:p>
        </p:txBody>
      </p:sp>
      <p:sp>
        <p:nvSpPr>
          <p:cNvPr id="16" name="Text Placeholder 15">
            <a:extLst>
              <a:ext uri="{FF2B5EF4-FFF2-40B4-BE49-F238E27FC236}">
                <a16:creationId xmlns:a16="http://schemas.microsoft.com/office/drawing/2014/main" id="{25D5EE37-C96F-D734-D20F-B16869ADD686}"/>
              </a:ext>
            </a:extLst>
          </p:cNvPr>
          <p:cNvSpPr>
            <a:spLocks noGrp="1"/>
          </p:cNvSpPr>
          <p:nvPr>
            <p:ph type="body" sz="quarter" idx="15"/>
          </p:nvPr>
        </p:nvSpPr>
        <p:spPr>
          <a:xfrm>
            <a:off x="587978" y="2085765"/>
            <a:ext cx="3172811" cy="535531"/>
          </a:xfrm>
        </p:spPr>
        <p:txBody>
          <a:bodyPr/>
          <a:lstStyle/>
          <a:p>
            <a:r>
              <a:rPr lang="en-US" altLang="ko-KR" sz="1600">
                <a:solidFill>
                  <a:srgbClr val="000000"/>
                </a:solidFill>
                <a:latin typeface="Segoe UI" panose="020B0502040204020203" pitchFamily="34" charset="0"/>
                <a:ea typeface="Segoe UI" panose="020B0503020000020004" pitchFamily="34" charset="-127"/>
                <a:cs typeface="Segoe UI"/>
              </a:rPr>
              <a:t>Dataverse </a:t>
            </a:r>
            <a:r>
              <a:rPr lang="ko-KR" altLang="en-US" sz="1600">
                <a:solidFill>
                  <a:srgbClr val="000000"/>
                </a:solidFill>
                <a:latin typeface="Segoe UI" panose="020B0502040204020203" pitchFamily="34" charset="0"/>
                <a:ea typeface="Segoe UI" panose="020B0503020000020004" pitchFamily="34" charset="-127"/>
                <a:cs typeface="Segoe UI"/>
              </a:rPr>
              <a:t>지식 원본을 토픽에서만 사용하도록 제한</a:t>
            </a:r>
          </a:p>
        </p:txBody>
      </p:sp>
      <p:sp>
        <p:nvSpPr>
          <p:cNvPr id="18"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4" name="Picture Placeholder 14">
            <a:extLst>
              <a:ext uri="{FF2B5EF4-FFF2-40B4-BE49-F238E27FC236}">
                <a16:creationId xmlns:a16="http://schemas.microsoft.com/office/drawing/2014/main" id="{CED13A51-98E7-0AED-8204-B4A26766E53C}"/>
              </a:ext>
            </a:extLst>
          </p:cNvPr>
          <p:cNvPicPr>
            <a:picLocks noGrp="1" noChangeAspect="1"/>
          </p:cNvPicPr>
          <p:nvPr>
            <p:ph type="pic" sz="quarter" idx="20"/>
          </p:nvPr>
        </p:nvPicPr>
        <p:blipFill>
          <a:blip r:embed="rId3"/>
          <a:srcRect l="1262" r="18029"/>
          <a:stretch>
            <a:fillRect/>
          </a:stretch>
        </p:blipFill>
        <p:spPr bwMode="ltGray">
          <a:xfrm>
            <a:off x="4101148" y="1581150"/>
            <a:ext cx="7505700" cy="4430720"/>
          </a:xfrm>
          <a:prstGeom prst="rect">
            <a:avLst/>
          </a:prstGeom>
          <a:solidFill>
            <a:srgbClr val="F4F4F7"/>
          </a:solid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1A556-E715-12EB-F8D8-E6E55677E775}"/>
              </a:ext>
            </a:extLst>
          </p:cNvPr>
          <p:cNvSpPr>
            <a:spLocks noGrp="1"/>
          </p:cNvSpPr>
          <p:nvPr>
            <p:ph type="title"/>
          </p:nvPr>
        </p:nvSpPr>
        <p:spPr>
          <a:xfrm>
            <a:off x="589850" y="585216"/>
            <a:ext cx="11044938" cy="307648"/>
          </a:xfrm>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원본</a:t>
            </a:r>
          </a:p>
        </p:txBody>
      </p:sp>
      <p:sp>
        <p:nvSpPr>
          <p:cNvPr id="4" name="Text Placeholder 3">
            <a:extLst>
              <a:ext uri="{FF2B5EF4-FFF2-40B4-BE49-F238E27FC236}">
                <a16:creationId xmlns:a16="http://schemas.microsoft.com/office/drawing/2014/main" id="{A4E0A757-1FB3-4D09-6492-0120A4ED33F7}"/>
              </a:ext>
            </a:extLst>
          </p:cNvPr>
          <p:cNvSpPr>
            <a:spLocks noGrp="1"/>
          </p:cNvSpPr>
          <p:nvPr>
            <p:ph type="body" sz="quarter" idx="16"/>
          </p:nvPr>
        </p:nvSpPr>
        <p:spPr/>
        <p:txBody>
          <a:bodyPr>
            <a:noAutofit/>
          </a:bodyPr>
          <a:lstStyle/>
          <a:p>
            <a:r>
              <a:rPr lang="ko-KR" altLang="en-US" b="1">
                <a:solidFill>
                  <a:srgbClr val="000000"/>
                </a:solidFill>
                <a:latin typeface="Segoe UI" panose="020B0502040204020203" pitchFamily="34" charset="0"/>
                <a:ea typeface="Segoe UI" panose="020B0503020000020004" pitchFamily="34" charset="-127"/>
                <a:cs typeface="Segoe UI"/>
              </a:rPr>
              <a:t>신뢰받는 지식</a:t>
            </a:r>
          </a:p>
        </p:txBody>
      </p:sp>
      <p:sp>
        <p:nvSpPr>
          <p:cNvPr id="5" name="Text Placeholder 4">
            <a:extLst>
              <a:ext uri="{FF2B5EF4-FFF2-40B4-BE49-F238E27FC236}">
                <a16:creationId xmlns:a16="http://schemas.microsoft.com/office/drawing/2014/main" id="{339BAFB5-541E-F5EF-1BB1-E6C4F60829F0}"/>
              </a:ext>
            </a:extLst>
          </p:cNvPr>
          <p:cNvSpPr>
            <a:spLocks noGrp="1"/>
          </p:cNvSpPr>
          <p:nvPr>
            <p:ph type="body" sz="quarter" idx="15"/>
          </p:nvPr>
        </p:nvSpPr>
        <p:spPr>
          <a:xfrm>
            <a:off x="587978" y="2085764"/>
            <a:ext cx="3172811" cy="313932"/>
          </a:xfrm>
        </p:spPr>
        <p:txBody>
          <a:bodyPr/>
          <a:lstStyle/>
          <a:p>
            <a:r>
              <a:rPr lang="ko-KR" altLang="en-US" sz="1600">
                <a:solidFill>
                  <a:srgbClr val="000000"/>
                </a:solidFill>
                <a:latin typeface="Segoe UI" panose="020B0502040204020203" pitchFamily="34" charset="0"/>
                <a:ea typeface="Segoe UI" panose="020B0503020000020004" pitchFamily="34" charset="-127"/>
                <a:cs typeface="Segoe UI"/>
              </a:rPr>
              <a:t>공식 출처 선택</a:t>
            </a:r>
          </a:p>
        </p:txBody>
      </p:sp>
      <p:sp>
        <p:nvSpPr>
          <p:cNvPr id="8"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9" name="Picture Placeholder 6">
            <a:extLst>
              <a:ext uri="{FF2B5EF4-FFF2-40B4-BE49-F238E27FC236}">
                <a16:creationId xmlns:a16="http://schemas.microsoft.com/office/drawing/2014/main" id="{464DA471-68F3-D752-4DEB-53CCE865F343}"/>
              </a:ext>
            </a:extLst>
          </p:cNvPr>
          <p:cNvPicPr>
            <a:picLocks noGrp="1" noChangeAspect="1"/>
          </p:cNvPicPr>
          <p:nvPr>
            <p:ph type="pic" sz="quarter" idx="20"/>
          </p:nvPr>
        </p:nvPicPr>
        <p:blipFill>
          <a:blip r:embed="rId3"/>
          <a:srcRect t="2887" b="2887"/>
          <a:stretch/>
        </p:blipFill>
        <p:spPr bwMode="ltGray">
          <a:xfrm>
            <a:off x="4065588" y="1581150"/>
            <a:ext cx="7535862" cy="4430720"/>
          </a:xfrm>
          <a:prstGeom prst="rect">
            <a:avLst/>
          </a:prstGeom>
          <a:solidFill>
            <a:srgbClr val="F4F4F7"/>
          </a:solid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EB6A02-FB66-FB99-D087-5BADF76F1331}"/>
              </a:ext>
            </a:extLst>
          </p:cNvPr>
          <p:cNvSpPr>
            <a:spLocks noGrp="1"/>
          </p:cNvSpPr>
          <p:nvPr>
            <p:ph type="title"/>
          </p:nvPr>
        </p:nvSpPr>
        <p:spPr/>
        <p:txBody>
          <a:bodyPr/>
          <a:lstStyle/>
          <a:p>
            <a:r>
              <a:rPr lang="ko-KR" altLang="en-US" sz="3000">
                <a:solidFill>
                  <a:srgbClr val="000000"/>
                </a:solidFill>
                <a:latin typeface="Segoe UI" panose="020B0502040204020203" pitchFamily="34" charset="0"/>
                <a:ea typeface="Segoe UI" panose="020B0503020000020004" pitchFamily="34" charset="-127"/>
                <a:cs typeface="Segoe UI"/>
              </a:rPr>
              <a:t>생성형 답변</a:t>
            </a:r>
          </a:p>
        </p:txBody>
      </p:sp>
      <p:sp>
        <p:nvSpPr>
          <p:cNvPr id="2" name="Text Placeholder 1">
            <a:extLst>
              <a:ext uri="{FF2B5EF4-FFF2-40B4-BE49-F238E27FC236}">
                <a16:creationId xmlns:a16="http://schemas.microsoft.com/office/drawing/2014/main" id="{2888878A-04E7-AD0A-516D-F48A855C4BBF}"/>
              </a:ext>
            </a:extLst>
          </p:cNvPr>
          <p:cNvSpPr>
            <a:spLocks noGrp="1"/>
          </p:cNvSpPr>
          <p:nvPr>
            <p:ph type="body" sz="quarter" idx="12"/>
          </p:nvPr>
        </p:nvSpPr>
        <p:spPr/>
        <p:txBody>
          <a:bodyPr/>
          <a:lstStyle/>
          <a:p>
            <a:endParaRPr lang="en-US"/>
          </a:p>
        </p:txBody>
      </p:sp>
      <p:sp>
        <p:nvSpPr>
          <p:cNvPr id="4" name="Footer Placeholder 1">
            <a:extLst>
              <a:ext uri="{FF2B5EF4-FFF2-40B4-BE49-F238E27FC236}">
                <a16:creationId xmlns:a16="http://schemas.microsoft.com/office/drawing/2014/main" id="{D7EF4DFD-8945-5F0C-AE5C-283762E450DC}"/>
              </a:ext>
            </a:extLst>
          </p:cNvPr>
          <p:cNvSpPr>
            <a:spLocks noGrp="1"/>
          </p:cNvSpPr>
          <p:nvPr>
            <p:ph type="ftr" sz="quarter" idx="4294967295"/>
          </p:nvPr>
        </p:nvSpPr>
        <p:spPr>
          <a:xfrm>
            <a:off x="580876" y="6421083"/>
            <a:ext cx="4150231" cy="197976"/>
          </a:xfrm>
        </p:spPr>
        <p:txBody>
          <a:bodyPr/>
          <a:lstStyle/>
          <a:p>
            <a:pPr algn="l"/>
            <a:r>
              <a:rPr lang="en-US" altLang="ko-KR" sz="1000">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B89C-C1F5-1018-B516-9D30778399C7}"/>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생성형 답변에 대한 지식 사용</a:t>
            </a:r>
            <a:endParaRPr lang="en-GB" sz="3000">
              <a:latin typeface="Segoe UI" panose="020B0502040204020203" pitchFamily="34" charset="0"/>
              <a:ea typeface="Segoe UI" panose="020B0503020000020004" pitchFamily="34" charset="-127"/>
            </a:endParaRPr>
          </a:p>
        </p:txBody>
      </p:sp>
      <p:sp>
        <p:nvSpPr>
          <p:cNvPr id="3" name="Text Placeholder 2">
            <a:extLst>
              <a:ext uri="{FF2B5EF4-FFF2-40B4-BE49-F238E27FC236}">
                <a16:creationId xmlns:a16="http://schemas.microsoft.com/office/drawing/2014/main" id="{52FA77E7-F756-E9FE-9136-C0F8D01EF873}"/>
              </a:ext>
            </a:extLst>
          </p:cNvPr>
          <p:cNvSpPr>
            <a:spLocks noGrp="1"/>
          </p:cNvSpPr>
          <p:nvPr>
            <p:ph type="body" sz="quarter" idx="16"/>
          </p:nvPr>
        </p:nvSpPr>
        <p:spPr>
          <a:xfrm>
            <a:off x="587978" y="1273935"/>
            <a:ext cx="3174143" cy="304800"/>
          </a:xfrm>
        </p:spPr>
        <p:txBody>
          <a:bodyPr>
            <a:normAutofit fontScale="92500" lnSpcReduction="20000"/>
          </a:bodyPr>
          <a:lstStyle/>
          <a:p>
            <a:r>
              <a:rPr lang="ko-KR" altLang="en-US" sz="2000" b="1">
                <a:solidFill>
                  <a:srgbClr val="000000"/>
                </a:solidFill>
                <a:latin typeface="Segoe UI" panose="020B0502040204020203" pitchFamily="34" charset="0"/>
                <a:ea typeface="Segoe UI" panose="020B0503020000020004" pitchFamily="34" charset="-127"/>
                <a:cs typeface="Segoe UI"/>
              </a:rPr>
              <a:t>생성형 답변</a:t>
            </a:r>
          </a:p>
        </p:txBody>
      </p:sp>
      <p:sp>
        <p:nvSpPr>
          <p:cNvPr id="8" name="Text Placeholder 7">
            <a:extLst>
              <a:ext uri="{FF2B5EF4-FFF2-40B4-BE49-F238E27FC236}">
                <a16:creationId xmlns:a16="http://schemas.microsoft.com/office/drawing/2014/main" id="{016646EB-A3A8-8F84-E53C-98C177A021DC}"/>
              </a:ext>
            </a:extLst>
          </p:cNvPr>
          <p:cNvSpPr>
            <a:spLocks noGrp="1"/>
          </p:cNvSpPr>
          <p:nvPr>
            <p:ph type="body" sz="quarter" idx="15"/>
          </p:nvPr>
        </p:nvSpPr>
        <p:spPr>
          <a:xfrm>
            <a:off x="587977" y="2085765"/>
            <a:ext cx="4127654" cy="2585323"/>
          </a:xfrm>
        </p:spPr>
        <p:txBody>
          <a:bodyPr/>
          <a:lstStyle/>
          <a:p>
            <a:r>
              <a:rPr lang="ko-KR" altLang="en-US" sz="2000">
                <a:solidFill>
                  <a:srgbClr val="000000"/>
                </a:solidFill>
                <a:latin typeface="Segoe UI" panose="020B0502040204020203" pitchFamily="34" charset="0"/>
                <a:ea typeface="Segoe UI" panose="020B0503020000020004" pitchFamily="34" charset="-127"/>
                <a:cs typeface="Segoe UI"/>
              </a:rPr>
              <a:t>토픽을 정하지 않고 답변을 찾습니다</a:t>
            </a:r>
            <a:r>
              <a:rPr lang="en-US" altLang="ko-KR" sz="2000">
                <a:solidFill>
                  <a:srgbClr val="000000"/>
                </a:solidFill>
                <a:latin typeface="Segoe UI" panose="020B0502040204020203" pitchFamily="34" charset="0"/>
                <a:ea typeface="Segoe UI" panose="020B0503020000020004" pitchFamily="34" charset="-127"/>
                <a:cs typeface="Segoe UI"/>
              </a:rPr>
              <a:t>.</a:t>
            </a:r>
          </a:p>
          <a:p>
            <a:r>
              <a:rPr lang="ko-KR" altLang="en-US" sz="2000">
                <a:solidFill>
                  <a:srgbClr val="000000"/>
                </a:solidFill>
                <a:latin typeface="Segoe UI" panose="020B0502040204020203" pitchFamily="34" charset="0"/>
                <a:ea typeface="Segoe UI" panose="020B0503020000020004" pitchFamily="34" charset="-127"/>
                <a:cs typeface="Segoe UI"/>
              </a:rPr>
              <a:t>토픽을 기본 정보 소스로 사용하거나</a:t>
            </a:r>
            <a:r>
              <a:rPr lang="en-US" altLang="ko-KR" sz="2000">
                <a:solidFill>
                  <a:srgbClr val="000000"/>
                </a:solidFill>
                <a:latin typeface="Segoe UI" panose="020B0502040204020203" pitchFamily="34" charset="0"/>
                <a:ea typeface="Segoe UI" panose="020B0503020000020004" pitchFamily="34" charset="-127"/>
                <a:cs typeface="Segoe UI"/>
              </a:rPr>
              <a:t>, </a:t>
            </a:r>
            <a:r>
              <a:rPr lang="ko-KR" altLang="en-US" sz="2000">
                <a:solidFill>
                  <a:srgbClr val="000000"/>
                </a:solidFill>
                <a:latin typeface="Segoe UI" panose="020B0502040204020203" pitchFamily="34" charset="0"/>
                <a:ea typeface="Segoe UI" panose="020B0503020000020004" pitchFamily="34" charset="-127"/>
                <a:cs typeface="Segoe UI"/>
              </a:rPr>
              <a:t>토픽으로 답변할 수 없는 질문의 경우 대체 소스로 생성형 답변을 사용할 수 있습니다</a:t>
            </a:r>
            <a:r>
              <a:rPr lang="en-US" altLang="ko-KR" sz="2000">
                <a:solidFill>
                  <a:srgbClr val="000000"/>
                </a:solidFill>
                <a:latin typeface="Segoe UI" panose="020B0502040204020203" pitchFamily="34" charset="0"/>
                <a:ea typeface="Segoe UI" panose="020B0503020000020004" pitchFamily="34" charset="-127"/>
                <a:cs typeface="Segoe UI"/>
              </a:rPr>
              <a:t>.</a:t>
            </a:r>
          </a:p>
          <a:p>
            <a:r>
              <a:rPr lang="ko-KR" altLang="en-US" sz="2000">
                <a:solidFill>
                  <a:srgbClr val="000000"/>
                </a:solidFill>
                <a:latin typeface="Segoe UI" panose="020B0502040204020203" pitchFamily="34" charset="0"/>
                <a:ea typeface="Segoe UI" panose="020B0503020000020004" pitchFamily="34" charset="-127"/>
                <a:cs typeface="Segoe UI"/>
              </a:rPr>
              <a:t>생성형 답변은 지식 원본을 </a:t>
            </a:r>
            <a:r>
              <a:rPr lang="ko-KR" altLang="en-US" sz="2000" b="1">
                <a:solidFill>
                  <a:srgbClr val="000000"/>
                </a:solidFill>
                <a:latin typeface="Segoe UI" panose="020B0502040204020203" pitchFamily="34" charset="0"/>
                <a:ea typeface="Segoe UI" panose="020B0503020000020004" pitchFamily="34" charset="-127"/>
                <a:cs typeface="Segoe UI"/>
              </a:rPr>
              <a:t>근거 데이터</a:t>
            </a:r>
            <a:r>
              <a:rPr lang="ko-KR" altLang="en-US" sz="2000">
                <a:solidFill>
                  <a:srgbClr val="000000"/>
                </a:solidFill>
                <a:latin typeface="Segoe UI" panose="020B0502040204020203" pitchFamily="34" charset="0"/>
                <a:ea typeface="Segoe UI" panose="020B0503020000020004" pitchFamily="34" charset="-127"/>
                <a:cs typeface="Segoe UI"/>
              </a:rPr>
              <a:t>로 사용합니다</a:t>
            </a:r>
            <a:r>
              <a:rPr lang="en-US" altLang="ko-KR" sz="2000">
                <a:solidFill>
                  <a:srgbClr val="000000"/>
                </a:solidFill>
                <a:latin typeface="Segoe UI" panose="020B0502040204020203" pitchFamily="34" charset="0"/>
                <a:ea typeface="Segoe UI" panose="020B0503020000020004" pitchFamily="34" charset="-127"/>
                <a:cs typeface="Segoe UI"/>
              </a:rPr>
              <a:t>.</a:t>
            </a:r>
            <a:endParaRPr lang="en-GB" sz="2000" b="1">
              <a:latin typeface="Segoe UI" panose="020B0502040204020203" pitchFamily="34" charset="0"/>
              <a:ea typeface="Segoe UI" panose="020B0503020000020004" pitchFamily="34" charset="-127"/>
            </a:endParaRPr>
          </a:p>
        </p:txBody>
      </p:sp>
      <p:sp>
        <p:nvSpPr>
          <p:cNvPr id="10"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6" name="Picture Placeholder 8">
            <a:extLst>
              <a:ext uri="{FF2B5EF4-FFF2-40B4-BE49-F238E27FC236}">
                <a16:creationId xmlns:a16="http://schemas.microsoft.com/office/drawing/2014/main" id="{ED8F9C51-20D7-6A11-9384-BCD8C6B632BF}"/>
              </a:ext>
            </a:extLst>
          </p:cNvPr>
          <p:cNvPicPr>
            <a:picLocks noGrp="1" noChangeAspect="1"/>
          </p:cNvPicPr>
          <p:nvPr>
            <p:ph type="pic" sz="quarter" idx="20"/>
          </p:nvPr>
        </p:nvPicPr>
        <p:blipFill>
          <a:blip r:embed="rId3"/>
          <a:srcRect t="18825" b="18825"/>
          <a:stretch/>
        </p:blipFill>
        <p:spPr bwMode="ltGray">
          <a:xfrm>
            <a:off x="5650222" y="1622290"/>
            <a:ext cx="6145781" cy="3613420"/>
          </a:xfrm>
          <a:prstGeom prst="rect">
            <a:avLst/>
          </a:prstGeom>
          <a:solidFill>
            <a:srgbClr val="F4F4F7"/>
          </a:solidFill>
          <a:ln>
            <a:noFill/>
          </a:ln>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D9552-B441-EE3F-4383-86A824E0AA7A}"/>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생성형 답변에 대한 지식 사용</a:t>
            </a:r>
            <a:endParaRPr lang="en-GB" sz="3000" b="1">
              <a:latin typeface="Segoe UI" panose="020B0502040204020203" pitchFamily="34" charset="0"/>
              <a:ea typeface="Segoe UI" panose="020B0503020000020004" pitchFamily="34" charset="-127"/>
            </a:endParaRPr>
          </a:p>
        </p:txBody>
      </p:sp>
      <p:sp>
        <p:nvSpPr>
          <p:cNvPr id="3" name="Text Placeholder 2">
            <a:extLst>
              <a:ext uri="{FF2B5EF4-FFF2-40B4-BE49-F238E27FC236}">
                <a16:creationId xmlns:a16="http://schemas.microsoft.com/office/drawing/2014/main" id="{449DDDE4-221E-4CE6-A15C-81956AB239D4}"/>
              </a:ext>
            </a:extLst>
          </p:cNvPr>
          <p:cNvSpPr>
            <a:spLocks noGrp="1"/>
          </p:cNvSpPr>
          <p:nvPr>
            <p:ph type="body" sz="quarter" idx="16"/>
          </p:nvPr>
        </p:nvSpPr>
        <p:spPr>
          <a:xfrm>
            <a:off x="587978" y="1273935"/>
            <a:ext cx="3174143" cy="304800"/>
          </a:xfrm>
        </p:spPr>
        <p:txBody>
          <a:bodyPr>
            <a:normAutofit fontScale="92500" lnSpcReduction="20000"/>
          </a:bodyPr>
          <a:lstStyle/>
          <a:p>
            <a:r>
              <a:rPr lang="ko-KR" altLang="en-US" sz="2000" b="1">
                <a:solidFill>
                  <a:srgbClr val="000000"/>
                </a:solidFill>
                <a:latin typeface="Segoe UI" panose="020B0502040204020203" pitchFamily="34" charset="0"/>
                <a:ea typeface="Segoe UI" panose="020B0503020000020004" pitchFamily="34" charset="-127"/>
                <a:cs typeface="Segoe UI"/>
              </a:rPr>
              <a:t>생성형 답변 노드</a:t>
            </a:r>
          </a:p>
        </p:txBody>
      </p:sp>
      <p:sp>
        <p:nvSpPr>
          <p:cNvPr id="8" name="Text Placeholder 7">
            <a:extLst>
              <a:ext uri="{FF2B5EF4-FFF2-40B4-BE49-F238E27FC236}">
                <a16:creationId xmlns:a16="http://schemas.microsoft.com/office/drawing/2014/main" id="{2E6C473F-5E6A-0443-018A-BF934D26682D}"/>
              </a:ext>
            </a:extLst>
          </p:cNvPr>
          <p:cNvSpPr>
            <a:spLocks noGrp="1"/>
          </p:cNvSpPr>
          <p:nvPr>
            <p:ph type="body" sz="quarter" idx="15"/>
          </p:nvPr>
        </p:nvSpPr>
        <p:spPr>
          <a:xfrm>
            <a:off x="587977" y="2085765"/>
            <a:ext cx="4127654" cy="2277547"/>
          </a:xfrm>
        </p:spPr>
        <p:txBody>
          <a:bodyPr/>
          <a:lstStyle/>
          <a:p>
            <a:r>
              <a:rPr lang="ko-KR" altLang="en-US" sz="2000">
                <a:solidFill>
                  <a:srgbClr val="000000"/>
                </a:solidFill>
                <a:latin typeface="Segoe UI" panose="020B0502040204020203" pitchFamily="34" charset="0"/>
                <a:ea typeface="Segoe UI" panose="020B0503020000020004" pitchFamily="34" charset="-127"/>
                <a:cs typeface="Segoe UI"/>
              </a:rPr>
              <a:t>입력에 따라 노드에서 검색하는 원본을 더 지정할 수 있습니다</a:t>
            </a:r>
            <a:r>
              <a:rPr lang="en-US" altLang="ko-KR" sz="2000">
                <a:solidFill>
                  <a:srgbClr val="000000"/>
                </a:solidFill>
                <a:latin typeface="Segoe UI" panose="020B0502040204020203" pitchFamily="34" charset="0"/>
                <a:ea typeface="Segoe UI" panose="020B0503020000020004" pitchFamily="34" charset="-127"/>
                <a:cs typeface="Segoe UI"/>
              </a:rPr>
              <a:t>.</a:t>
            </a:r>
          </a:p>
          <a:p>
            <a:r>
              <a:rPr lang="ko-KR" altLang="en-US" sz="2000">
                <a:solidFill>
                  <a:srgbClr val="000000"/>
                </a:solidFill>
                <a:latin typeface="Segoe UI" panose="020B0502040204020203" pitchFamily="34" charset="0"/>
                <a:ea typeface="Segoe UI" panose="020B0503020000020004" pitchFamily="34" charset="-127"/>
                <a:cs typeface="Segoe UI"/>
              </a:rPr>
              <a:t>이러한 소스는 에이전트 수준에서 소스를 재정의합니다</a:t>
            </a:r>
            <a:r>
              <a:rPr lang="en-US" altLang="ko-KR" sz="2000">
                <a:solidFill>
                  <a:srgbClr val="000000"/>
                </a:solidFill>
                <a:latin typeface="Segoe UI" panose="020B0502040204020203" pitchFamily="34" charset="0"/>
                <a:ea typeface="Segoe UI" panose="020B0503020000020004" pitchFamily="34" charset="-127"/>
                <a:cs typeface="Segoe UI"/>
              </a:rPr>
              <a:t>.</a:t>
            </a:r>
          </a:p>
          <a:p>
            <a:r>
              <a:rPr lang="ko-KR" altLang="en-US" sz="2000" b="1">
                <a:solidFill>
                  <a:srgbClr val="000000"/>
                </a:solidFill>
                <a:latin typeface="Segoe UI" panose="020B0502040204020203" pitchFamily="34" charset="0"/>
                <a:ea typeface="Segoe UI" panose="020B0503020000020004" pitchFamily="34" charset="-127"/>
                <a:cs typeface="Segoe UI"/>
              </a:rPr>
              <a:t>대화형 부스팅</a:t>
            </a:r>
            <a:r>
              <a:rPr lang="ko-KR" altLang="en-US" sz="2000">
                <a:solidFill>
                  <a:srgbClr val="000000"/>
                </a:solidFill>
                <a:latin typeface="Segoe UI" panose="020B0502040204020203" pitchFamily="34" charset="0"/>
                <a:ea typeface="Segoe UI" panose="020B0503020000020004" pitchFamily="34" charset="-127"/>
                <a:cs typeface="Segoe UI"/>
              </a:rPr>
              <a:t> 토픽에는 기본적으로 답변 생성 노드가 포함되어 있습니다</a:t>
            </a:r>
            <a:r>
              <a:rPr lang="en-US" altLang="ko-KR" sz="2000">
                <a:solidFill>
                  <a:srgbClr val="000000"/>
                </a:solidFill>
                <a:latin typeface="Segoe UI" panose="020B0502040204020203" pitchFamily="34" charset="0"/>
                <a:ea typeface="Segoe UI" panose="020B0503020000020004" pitchFamily="34" charset="-127"/>
                <a:cs typeface="Segoe UI"/>
              </a:rPr>
              <a:t>.</a:t>
            </a:r>
          </a:p>
        </p:txBody>
      </p:sp>
      <p:sp>
        <p:nvSpPr>
          <p:cNvPr id="9"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6" name="Picture Placeholder 6">
            <a:extLst>
              <a:ext uri="{FF2B5EF4-FFF2-40B4-BE49-F238E27FC236}">
                <a16:creationId xmlns:a16="http://schemas.microsoft.com/office/drawing/2014/main" id="{9A2D2E55-9F6E-D48A-B1AE-F383F839C7C4}"/>
              </a:ext>
            </a:extLst>
          </p:cNvPr>
          <p:cNvPicPr>
            <a:picLocks noGrp="1" noChangeAspect="1"/>
          </p:cNvPicPr>
          <p:nvPr>
            <p:ph type="pic" sz="quarter" idx="20"/>
          </p:nvPr>
        </p:nvPicPr>
        <p:blipFill>
          <a:blip r:embed="rId3"/>
          <a:srcRect/>
          <a:stretch/>
        </p:blipFill>
        <p:spPr>
          <a:xfrm>
            <a:off x="5017472" y="1354206"/>
            <a:ext cx="6448557" cy="4609356"/>
          </a:xfrm>
          <a:ln>
            <a:solidFill>
              <a:schemeClr val="accent1"/>
            </a:solid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2339C7-804A-E949-4B11-CA7E5C9F9477}"/>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생성형 답변에 대한 지식 사용</a:t>
            </a:r>
            <a:endParaRPr lang="en-GB" sz="3000">
              <a:latin typeface="Segoe UI" panose="020B0502040204020203" pitchFamily="34" charset="0"/>
              <a:ea typeface="Segoe UI" panose="020B0503020000020004" pitchFamily="34" charset="-127"/>
            </a:endParaRPr>
          </a:p>
        </p:txBody>
      </p:sp>
      <p:sp>
        <p:nvSpPr>
          <p:cNvPr id="5" name="Text Placeholder 4">
            <a:extLst>
              <a:ext uri="{FF2B5EF4-FFF2-40B4-BE49-F238E27FC236}">
                <a16:creationId xmlns:a16="http://schemas.microsoft.com/office/drawing/2014/main" id="{9FE1DB6E-210B-6DCC-D008-7DBF82B3FCBB}"/>
              </a:ext>
            </a:extLst>
          </p:cNvPr>
          <p:cNvSpPr>
            <a:spLocks noGrp="1"/>
          </p:cNvSpPr>
          <p:nvPr>
            <p:ph type="body" sz="quarter" idx="16"/>
          </p:nvPr>
        </p:nvSpPr>
        <p:spPr/>
        <p:txBody>
          <a:bodyPr>
            <a:normAutofit fontScale="85000" lnSpcReduction="20000"/>
          </a:bodyPr>
          <a:lstStyle/>
          <a:p>
            <a:r>
              <a:rPr lang="ko-KR" altLang="en-US" b="1">
                <a:solidFill>
                  <a:srgbClr val="000000"/>
                </a:solidFill>
                <a:latin typeface="Segoe UI" panose="020B0502040204020203" pitchFamily="34" charset="0"/>
                <a:ea typeface="Segoe UI" panose="020B0503020000020004" pitchFamily="34" charset="-127"/>
                <a:cs typeface="Segoe UI"/>
              </a:rPr>
              <a:t>생성형 답변 노드 속성</a:t>
            </a:r>
          </a:p>
        </p:txBody>
      </p:sp>
      <p:sp>
        <p:nvSpPr>
          <p:cNvPr id="9" name="Text Placeholder 8">
            <a:extLst>
              <a:ext uri="{FF2B5EF4-FFF2-40B4-BE49-F238E27FC236}">
                <a16:creationId xmlns:a16="http://schemas.microsoft.com/office/drawing/2014/main" id="{6FA934E5-52FB-A044-0EC1-E3825A61B3F9}"/>
              </a:ext>
            </a:extLst>
          </p:cNvPr>
          <p:cNvSpPr>
            <a:spLocks noGrp="1"/>
          </p:cNvSpPr>
          <p:nvPr>
            <p:ph type="body" sz="quarter" idx="15"/>
          </p:nvPr>
        </p:nvSpPr>
        <p:spPr>
          <a:xfrm>
            <a:off x="587978" y="2085764"/>
            <a:ext cx="4557992" cy="2579168"/>
          </a:xfrm>
        </p:spPr>
        <p:txBody>
          <a:bodyPr/>
          <a:lstStyle/>
          <a:p>
            <a:r>
              <a:rPr lang="ko-KR" altLang="en-US" sz="1600">
                <a:solidFill>
                  <a:srgbClr val="000000"/>
                </a:solidFill>
                <a:latin typeface="Segoe UI" panose="020B0502040204020203" pitchFamily="34" charset="0"/>
                <a:ea typeface="Segoe UI" panose="020B0503020000020004" pitchFamily="34" charset="-127"/>
                <a:cs typeface="Segoe UI"/>
              </a:rPr>
              <a:t>지식 추가</a:t>
            </a:r>
          </a:p>
          <a:p>
            <a:r>
              <a:rPr lang="ko-KR" altLang="en-US" sz="1600">
                <a:solidFill>
                  <a:srgbClr val="000000"/>
                </a:solidFill>
                <a:latin typeface="Segoe UI" panose="020B0502040204020203" pitchFamily="34" charset="0"/>
                <a:ea typeface="Segoe UI" panose="020B0503020000020004" pitchFamily="34" charset="-127"/>
                <a:cs typeface="Segoe UI"/>
              </a:rPr>
              <a:t>지식 제한</a:t>
            </a:r>
          </a:p>
          <a:p>
            <a:r>
              <a:rPr lang="ko-KR" altLang="en-US" sz="1600">
                <a:solidFill>
                  <a:srgbClr val="000000"/>
                </a:solidFill>
                <a:latin typeface="Segoe UI" panose="020B0502040204020203" pitchFamily="34" charset="0"/>
                <a:ea typeface="Segoe UI" panose="020B0503020000020004" pitchFamily="34" charset="-127"/>
                <a:cs typeface="Segoe UI"/>
              </a:rPr>
              <a:t>웹 검색</a:t>
            </a:r>
          </a:p>
          <a:p>
            <a:r>
              <a:rPr lang="en-US" altLang="ko-KR" sz="1600">
                <a:solidFill>
                  <a:srgbClr val="000000"/>
                </a:solidFill>
                <a:latin typeface="Segoe UI" panose="020B0502040204020203" pitchFamily="34" charset="0"/>
                <a:ea typeface="Segoe UI" panose="020B0503020000020004" pitchFamily="34" charset="-127"/>
                <a:cs typeface="Segoe UI"/>
              </a:rPr>
              <a:t>AI</a:t>
            </a:r>
            <a:r>
              <a:rPr lang="ko-KR" altLang="en-US" sz="1600">
                <a:solidFill>
                  <a:srgbClr val="000000"/>
                </a:solidFill>
                <a:latin typeface="Segoe UI" panose="020B0502040204020203" pitchFamily="34" charset="0"/>
                <a:ea typeface="Segoe UI" panose="020B0503020000020004" pitchFamily="34" charset="-127"/>
                <a:cs typeface="Segoe UI"/>
              </a:rPr>
              <a:t>가 고유한 일반 지식을 사용하도록 허용</a:t>
            </a:r>
          </a:p>
          <a:p>
            <a:r>
              <a:rPr lang="ko-KR" altLang="en-US" sz="1600">
                <a:solidFill>
                  <a:srgbClr val="000000"/>
                </a:solidFill>
                <a:latin typeface="Segoe UI" panose="020B0502040204020203" pitchFamily="34" charset="0"/>
                <a:ea typeface="Segoe UI" panose="020B0503020000020004" pitchFamily="34" charset="-127"/>
                <a:cs typeface="Segoe UI"/>
              </a:rPr>
              <a:t>콘텐츠 조정 수준</a:t>
            </a:r>
          </a:p>
          <a:p>
            <a:r>
              <a:rPr lang="en-US" altLang="ko-KR" sz="1600">
                <a:solidFill>
                  <a:srgbClr val="000000"/>
                </a:solidFill>
                <a:latin typeface="Segoe UI" panose="020B0502040204020203" pitchFamily="34" charset="0"/>
                <a:ea typeface="Segoe UI" panose="020B0503020000020004" pitchFamily="34" charset="-127"/>
                <a:cs typeface="Segoe UI"/>
              </a:rPr>
              <a:t>LLM </a:t>
            </a:r>
            <a:r>
              <a:rPr lang="ko-KR" altLang="en-US" sz="1600">
                <a:solidFill>
                  <a:srgbClr val="000000"/>
                </a:solidFill>
                <a:latin typeface="Segoe UI" panose="020B0502040204020203" pitchFamily="34" charset="0"/>
                <a:ea typeface="Segoe UI" panose="020B0503020000020004" pitchFamily="34" charset="-127"/>
                <a:cs typeface="Segoe UI"/>
              </a:rPr>
              <a:t>응답 저장</a:t>
            </a:r>
          </a:p>
          <a:p>
            <a:pPr marL="0" indent="0">
              <a:buNone/>
            </a:pPr>
            <a:endParaRPr lang="en-GB"/>
          </a:p>
        </p:txBody>
      </p:sp>
      <p:sp>
        <p:nvSpPr>
          <p:cNvPr id="10"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pic>
        <p:nvPicPr>
          <p:cNvPr id="6" name="Picture Placeholder 7">
            <a:extLst>
              <a:ext uri="{FF2B5EF4-FFF2-40B4-BE49-F238E27FC236}">
                <a16:creationId xmlns:a16="http://schemas.microsoft.com/office/drawing/2014/main" id="{4E36D8F9-C030-4631-01A7-38AD702FCB86}"/>
              </a:ext>
            </a:extLst>
          </p:cNvPr>
          <p:cNvPicPr>
            <a:picLocks noGrp="1" noChangeAspect="1"/>
          </p:cNvPicPr>
          <p:nvPr>
            <p:ph type="pic" sz="quarter" idx="19"/>
          </p:nvPr>
        </p:nvPicPr>
        <p:blipFill>
          <a:blip r:embed="rId3"/>
          <a:srcRect/>
          <a:stretch/>
        </p:blipFill>
        <p:spPr bwMode="ltGray">
          <a:xfrm>
            <a:off x="5805389" y="608966"/>
            <a:ext cx="6128708" cy="5640068"/>
          </a:xfrm>
          <a:prstGeom prst="rect">
            <a:avLst/>
          </a:prstGeom>
          <a:solidFill>
            <a:srgbClr val="F4F4F7"/>
          </a:solid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fontScale="90000"/>
          </a:bodyPr>
          <a:lstStyle/>
          <a:p>
            <a:r>
              <a:rPr lang="ko-KR" altLang="en-US" sz="3000" b="1">
                <a:solidFill>
                  <a:srgbClr val="000000"/>
                </a:solidFill>
                <a:latin typeface="+mn-lt"/>
                <a:ea typeface="Segoe UI" panose="020B0503020000020004" pitchFamily="34" charset="-127"/>
                <a:cs typeface="Segoe UI"/>
              </a:rPr>
              <a:t>실습 랩 </a:t>
            </a:r>
            <a:endParaRPr lang="en-US" sz="3000" b="1">
              <a:latin typeface="+mn-lt"/>
              <a:ea typeface="Segoe UI" panose="020B0503020000020004" pitchFamily="34" charset="-127"/>
              <a:cs typeface="Segoe UI" charset="0"/>
            </a:endParaRPr>
          </a:p>
        </p:txBody>
      </p:sp>
      <p:sp>
        <p:nvSpPr>
          <p:cNvPr id="18"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918" y="6421100"/>
            <a:ext cx="4150187" cy="197968"/>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ea typeface="Segoe UI" panose="020B0503020000020004" pitchFamily="34" charset="-127"/>
                <a:cs typeface="Segoe UI"/>
              </a:rPr>
              <a:t>© Copyright Microsoft Corporation. AIl rights reserved.</a:t>
            </a:r>
          </a:p>
        </p:txBody>
      </p:sp>
      <p:sp>
        <p:nvSpPr>
          <p:cNvPr id="6" name="Text Placeholder 5"/>
          <p:cNvSpPr>
            <a:spLocks noGrp="1"/>
          </p:cNvSpPr>
          <p:nvPr>
            <p:ph type="body" sz="quarter" idx="17"/>
          </p:nvPr>
        </p:nvSpPr>
        <p:spPr>
          <a:xfrm>
            <a:off x="4274363" y="1916563"/>
            <a:ext cx="5364224" cy="246221"/>
          </a:xfrm>
        </p:spPr>
        <p:txBody>
          <a:bodyPr>
            <a:noAutofit/>
          </a:bodyPr>
          <a:lstStyle/>
          <a:p>
            <a:pPr marL="154940" lvl="1" indent="0">
              <a:buNone/>
            </a:pPr>
            <a:r>
              <a:rPr lang="ko-KR" altLang="en-US" sz="2000" b="1">
                <a:solidFill>
                  <a:srgbClr val="091F2E"/>
                </a:solidFill>
                <a:ea typeface="Segoe UI" panose="020B0503020000020004" pitchFamily="34" charset="-127"/>
              </a:rPr>
              <a:t>랩 </a:t>
            </a:r>
            <a:r>
              <a:rPr lang="en-US" altLang="ko-KR" sz="2000" b="1">
                <a:solidFill>
                  <a:srgbClr val="091F2E"/>
                </a:solidFill>
                <a:ea typeface="Segoe UI" panose="020B0503020000020004" pitchFamily="34" charset="-127"/>
              </a:rPr>
              <a:t>3</a:t>
            </a:r>
            <a:r>
              <a:rPr lang="en-US" altLang="ko-KR" sz="2000">
                <a:solidFill>
                  <a:srgbClr val="091F2E"/>
                </a:solidFill>
                <a:ea typeface="Segoe UI" panose="020B0503020000020004" pitchFamily="34" charset="-127"/>
              </a:rPr>
              <a:t>: Copilot</a:t>
            </a:r>
            <a:r>
              <a:rPr lang="ko-KR" altLang="en-US" sz="2000">
                <a:solidFill>
                  <a:srgbClr val="091F2E"/>
                </a:solidFill>
                <a:ea typeface="Segoe UI" panose="020B0503020000020004" pitchFamily="34" charset="-127"/>
              </a:rPr>
              <a:t> </a:t>
            </a:r>
            <a:r>
              <a:rPr lang="en-US" altLang="ko-KR" sz="2000">
                <a:solidFill>
                  <a:srgbClr val="091F2E"/>
                </a:solidFill>
                <a:ea typeface="Segoe UI" panose="020B0503020000020004" pitchFamily="34" charset="-127"/>
              </a:rPr>
              <a:t>Studio</a:t>
            </a:r>
            <a:r>
              <a:rPr lang="ko-KR" altLang="en-US" sz="2000">
                <a:solidFill>
                  <a:srgbClr val="091F2E"/>
                </a:solidFill>
                <a:ea typeface="Segoe UI" panose="020B0503020000020004" pitchFamily="34" charset="-127"/>
              </a:rPr>
              <a:t> 에이전트에서 지식 관리</a:t>
            </a:r>
          </a:p>
        </p:txBody>
      </p:sp>
      <p:sp>
        <p:nvSpPr>
          <p:cNvPr id="3" name="텍스트 개체 틀 2">
            <a:extLst>
              <a:ext uri="{FF2B5EF4-FFF2-40B4-BE49-F238E27FC236}">
                <a16:creationId xmlns:a16="http://schemas.microsoft.com/office/drawing/2014/main" id="{553342A7-4C37-84A2-A971-A41EAB6955FF}"/>
              </a:ext>
            </a:extLst>
          </p:cNvPr>
          <p:cNvSpPr>
            <a:spLocks noGrp="1"/>
          </p:cNvSpPr>
          <p:nvPr>
            <p:ph type="body" sz="quarter" idx="35"/>
          </p:nvPr>
        </p:nvSpPr>
        <p:spPr>
          <a:xfrm>
            <a:off x="4418217" y="2984547"/>
            <a:ext cx="5360577" cy="2412968"/>
          </a:xfrm>
        </p:spPr>
        <p:txBody>
          <a:bodyPr/>
          <a:lstStyle/>
          <a:p>
            <a:pPr lvl="0"/>
            <a:r>
              <a:rPr lang="ko-KR" altLang="en-US" sz="1600"/>
              <a:t>에이전트 만들기</a:t>
            </a:r>
          </a:p>
          <a:p>
            <a:pPr lvl="0"/>
            <a:r>
              <a:rPr lang="ko-KR" altLang="en-US" sz="1600"/>
              <a:t>파일 업로드 후 지식 소스로 사용</a:t>
            </a:r>
          </a:p>
          <a:p>
            <a:pPr lvl="0"/>
            <a:r>
              <a:rPr lang="ko-KR" altLang="en-US" sz="1600"/>
              <a:t>공개 웹사이트를 지식 소스로 추가</a:t>
            </a:r>
          </a:p>
          <a:p>
            <a:pPr lvl="0"/>
            <a:r>
              <a:rPr lang="en-US" altLang="ko-KR" sz="1600"/>
              <a:t>SharePoint </a:t>
            </a:r>
            <a:r>
              <a:rPr lang="ko-KR" altLang="en-US" sz="1600"/>
              <a:t>엑셀 데이터를 지식 소스로 추가</a:t>
            </a:r>
          </a:p>
          <a:p>
            <a:pPr lvl="0"/>
            <a:r>
              <a:rPr lang="ko-KR" altLang="en-US" sz="1600"/>
              <a:t>생성 오케스트레이션 설정 구성</a:t>
            </a:r>
          </a:p>
          <a:p>
            <a:pPr lvl="0"/>
            <a:r>
              <a:rPr lang="ko-KR" altLang="en-US" sz="1600"/>
              <a:t>생성형 답변 노드 구성</a:t>
            </a:r>
          </a:p>
          <a:p>
            <a:pPr lvl="0"/>
            <a:r>
              <a:rPr lang="ko-KR" altLang="en-US" sz="1600"/>
              <a:t>에이전트를 </a:t>
            </a:r>
            <a:r>
              <a:rPr lang="en-US" altLang="ko-KR" sz="1600"/>
              <a:t>Microsoft Teams</a:t>
            </a:r>
            <a:r>
              <a:rPr lang="ko-KR" altLang="en-US" sz="1600"/>
              <a:t>에 게시</a:t>
            </a:r>
            <a:endParaRPr lang="ko-KR" altLang="en-US" sz="1600" dirty="0"/>
          </a:p>
        </p:txBody>
      </p:sp>
      <p:sp>
        <p:nvSpPr>
          <p:cNvPr id="2" name="텍스트 개체 틀 1">
            <a:extLst>
              <a:ext uri="{FF2B5EF4-FFF2-40B4-BE49-F238E27FC236}">
                <a16:creationId xmlns:a16="http://schemas.microsoft.com/office/drawing/2014/main" id="{124A8FA2-6C9F-36DB-930F-C451872A5A39}"/>
              </a:ext>
            </a:extLst>
          </p:cNvPr>
          <p:cNvSpPr>
            <a:spLocks noGrp="1"/>
          </p:cNvSpPr>
          <p:nvPr>
            <p:ph type="body" sz="quarter" idx="34"/>
          </p:nvPr>
        </p:nvSpPr>
        <p:spPr/>
        <p:txBody>
          <a:bodyPr/>
          <a:lstStyle/>
          <a:p>
            <a:endParaRPr lang="ko-KR" altLang="en-US">
              <a:latin typeface="+mn-lt"/>
            </a:endParaRPr>
          </a:p>
        </p:txBody>
      </p:sp>
      <p:sp>
        <p:nvSpPr>
          <p:cNvPr id="5" name="TextBox 4">
            <a:extLst>
              <a:ext uri="{FF2B5EF4-FFF2-40B4-BE49-F238E27FC236}">
                <a16:creationId xmlns:a16="http://schemas.microsoft.com/office/drawing/2014/main" id="{7DD6700F-61A3-F0C1-4977-9873B61E8634}"/>
              </a:ext>
            </a:extLst>
          </p:cNvPr>
          <p:cNvSpPr txBox="1"/>
          <p:nvPr/>
        </p:nvSpPr>
        <p:spPr>
          <a:xfrm>
            <a:off x="4274363" y="2501364"/>
            <a:ext cx="6984380" cy="369332"/>
          </a:xfrm>
          <a:prstGeom prst="rect">
            <a:avLst/>
          </a:prstGeom>
          <a:noFill/>
        </p:spPr>
        <p:txBody>
          <a:bodyPr wrap="square">
            <a:spAutoFit/>
          </a:bodyPr>
          <a:lstStyle/>
          <a:p>
            <a:r>
              <a:rPr lang="ko-KR" altLang="ko-KR" dirty="0"/>
              <a:t>이 실습에서 수행할 작업:</a:t>
            </a:r>
            <a:endParaRPr lang="ko-KR"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2D46B5-EF3A-486E-87A6-637A4E6FFF64}"/>
              </a:ext>
            </a:extLst>
          </p:cNvPr>
          <p:cNvSpPr>
            <a:spLocks noGrp="1"/>
          </p:cNvSpPr>
          <p:nvPr>
            <p:ph type="title"/>
          </p:nvPr>
        </p:nvSpPr>
        <p:spPr/>
        <p:txBody>
          <a:bodyPr wrap="square" anchor="ctr">
            <a:normAutofit/>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점검 </a:t>
            </a:r>
          </a:p>
        </p:txBody>
      </p:sp>
      <p:sp>
        <p:nvSpPr>
          <p:cNvPr id="2" name="Text Placeholder 1">
            <a:extLst>
              <a:ext uri="{FF2B5EF4-FFF2-40B4-BE49-F238E27FC236}">
                <a16:creationId xmlns:a16="http://schemas.microsoft.com/office/drawing/2014/main" id="{756E7C2F-72E3-FEA4-5EEE-30216D21103F}"/>
              </a:ext>
            </a:extLst>
          </p:cNvPr>
          <p:cNvSpPr>
            <a:spLocks noGrp="1"/>
          </p:cNvSpPr>
          <p:nvPr>
            <p:ph type="body" sz="quarter" idx="12"/>
          </p:nvPr>
        </p:nvSpPr>
        <p:spPr/>
        <p:txBody>
          <a:bodyPr/>
          <a:lstStyle/>
          <a:p>
            <a:endParaRPr lang="en-US"/>
          </a:p>
        </p:txBody>
      </p:sp>
      <p:sp>
        <p:nvSpPr>
          <p:cNvPr id="6" name="Footer Placeholder 1">
            <a:extLst>
              <a:ext uri="{FF2B5EF4-FFF2-40B4-BE49-F238E27FC236}">
                <a16:creationId xmlns:a16="http://schemas.microsoft.com/office/drawing/2014/main" id="{D7EF4DFD-8945-5F0C-AE5C-283762E450DC}"/>
              </a:ext>
            </a:extLst>
          </p:cNvPr>
          <p:cNvSpPr>
            <a:spLocks noGrp="1"/>
          </p:cNvSpPr>
          <p:nvPr>
            <p:ph type="ftr" sz="quarter" idx="4294967295"/>
          </p:nvPr>
        </p:nvSpPr>
        <p:spPr>
          <a:xfrm>
            <a:off x="580876" y="6421083"/>
            <a:ext cx="4150231" cy="197976"/>
          </a:xfrm>
        </p:spPr>
        <p:txBody>
          <a:bodyPr/>
          <a:lstStyle/>
          <a:p>
            <a:pPr algn="l"/>
            <a:r>
              <a:rPr lang="en-US" altLang="ko-KR" sz="1000">
                <a:solidFill>
                  <a:srgbClr val="000000"/>
                </a:solidFill>
                <a:latin typeface="Segoe UI" panose="020B0502040204020203" pitchFamily="34" charset="0"/>
                <a:ea typeface="Segoe UI" panose="020B0503020000020004" pitchFamily="34" charset="-127"/>
                <a:cs typeface="Segoe UI"/>
              </a:rPr>
              <a:t>© Copyright Microsoft Corporation. AIl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itle 3">
            <a:extLst>
              <a:ext uri="{FF2B5EF4-FFF2-40B4-BE49-F238E27FC236}">
                <a16:creationId xmlns:a16="http://schemas.microsoft.com/office/drawing/2014/main" id="{470F02D6-55D5-4FF6-9EF6-8C4133929151}"/>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점검 </a:t>
            </a:r>
            <a:endParaRPr lang="en-US" sz="3000" b="1" i="1">
              <a:solidFill>
                <a:srgbClr val="C00000"/>
              </a:solidFill>
              <a:latin typeface="Segoe UI" panose="020B0502040204020203" pitchFamily="34" charset="0"/>
              <a:ea typeface="Segoe UI" panose="020B0503020000020004" pitchFamily="34" charset="-127"/>
            </a:endParaRPr>
          </a:p>
        </p:txBody>
      </p:sp>
      <p:sp>
        <p:nvSpPr>
          <p:cNvPr id="3" name="Text Placeholder 2">
            <a:extLst>
              <a:ext uri="{FF2B5EF4-FFF2-40B4-BE49-F238E27FC236}">
                <a16:creationId xmlns:a16="http://schemas.microsoft.com/office/drawing/2014/main" id="{B95AE38C-7B7E-4A34-8D68-33B017882CE1}"/>
              </a:ext>
            </a:extLst>
          </p:cNvPr>
          <p:cNvSpPr>
            <a:spLocks noGrp="1"/>
          </p:cNvSpPr>
          <p:nvPr>
            <p:ph type="body" sz="quarter" idx="34"/>
          </p:nvPr>
        </p:nvSpPr>
        <p:spPr>
          <a:xfrm>
            <a:off x="587979" y="1421978"/>
            <a:ext cx="3545705" cy="1426765"/>
          </a:xfrm>
        </p:spPr>
        <p:txBody>
          <a:bodyPr/>
          <a:lstStyle/>
          <a:p>
            <a:pPr marL="0" indent="0">
              <a:buNone/>
            </a:pPr>
            <a:r>
              <a:rPr lang="en-US" altLang="ko-KR" sz="2200" i="1">
                <a:solidFill>
                  <a:srgbClr val="C00000"/>
                </a:solidFill>
                <a:latin typeface="Segoe UI" panose="020B0502040204020203" pitchFamily="34" charset="0"/>
                <a:ea typeface="Segoe UI" panose="020B0503020000020004" pitchFamily="34" charset="-127"/>
                <a:cs typeface="Segoe UI"/>
              </a:rPr>
              <a:t>Microsoft Copilot Studio </a:t>
            </a:r>
            <a:r>
              <a:rPr lang="ko-KR" altLang="en-US" sz="2200" i="1">
                <a:solidFill>
                  <a:srgbClr val="C00000"/>
                </a:solidFill>
                <a:latin typeface="Segoe UI" panose="020B0502040204020203" pitchFamily="34" charset="0"/>
                <a:ea typeface="Segoe UI" panose="020B0503020000020004" pitchFamily="34" charset="-127"/>
                <a:cs typeface="Segoe UI"/>
              </a:rPr>
              <a:t>지능형 에이전트 빌드</a:t>
            </a:r>
            <a:endParaRPr lang="en-US" sz="2200" i="1">
              <a:solidFill>
                <a:srgbClr val="C00000"/>
              </a:solidFill>
              <a:latin typeface="Segoe UI" panose="020B0502040204020203" pitchFamily="34" charset="0"/>
              <a:ea typeface="Segoe UI" panose="020B0503020000020004" pitchFamily="34" charset="-127"/>
            </a:endParaRPr>
          </a:p>
        </p:txBody>
      </p:sp>
      <p:pic>
        <p:nvPicPr>
          <p:cNvPr id="11" name="Picture 10" descr="A page displayed on a computer screen with lines on it and one of them has Check mark.  This represents the need to take a knowledge check.">
            <a:extLst>
              <a:ext uri="{FF2B5EF4-FFF2-40B4-BE49-F238E27FC236}">
                <a16:creationId xmlns:a16="http://schemas.microsoft.com/office/drawing/2014/main" id="{E508C814-1FA1-41D2-8120-0784BFAB60C0}"/>
              </a:ext>
            </a:extLst>
          </p:cNvPr>
          <p:cNvPicPr/>
          <p:nvPr/>
        </p:nvPicPr>
        <p:blipFill>
          <a:blip r:embed="rId3"/>
          <a:stretch>
            <a:fillRect/>
          </a:stretch>
        </p:blipFill>
        <p:spPr>
          <a:xfrm>
            <a:off x="587978" y="3483490"/>
            <a:ext cx="1583442" cy="2302847"/>
          </a:xfrm>
          <a:prstGeom prst="rect">
            <a:avLst/>
          </a:prstGeom>
        </p:spPr>
      </p:pic>
      <p:sp>
        <p:nvSpPr>
          <p:cNvPr id="2" name="Text Placeholder 1">
            <a:extLst>
              <a:ext uri="{FF2B5EF4-FFF2-40B4-BE49-F238E27FC236}">
                <a16:creationId xmlns:a16="http://schemas.microsoft.com/office/drawing/2014/main" id="{F965430A-4799-3816-E8C2-AE9862281C96}"/>
              </a:ext>
            </a:extLst>
          </p:cNvPr>
          <p:cNvSpPr>
            <a:spLocks noGrp="1"/>
          </p:cNvSpPr>
          <p:nvPr>
            <p:ph type="body" sz="quarter" idx="17"/>
          </p:nvPr>
        </p:nvSpPr>
        <p:spPr>
          <a:xfrm>
            <a:off x="4357627" y="1926472"/>
            <a:ext cx="5364224" cy="304800"/>
          </a:xfrm>
        </p:spPr>
        <p:txBody>
          <a:bodyPr>
            <a:normAutofit fontScale="92500" lnSpcReduction="20000"/>
          </a:bodyPr>
          <a:lstStyle/>
          <a:p>
            <a:r>
              <a:rPr lang="ko-KR" altLang="en-US" sz="2000" b="1">
                <a:solidFill>
                  <a:srgbClr val="000000"/>
                </a:solidFill>
                <a:latin typeface="Segoe UI" panose="020B0502040204020203" pitchFamily="34" charset="0"/>
                <a:ea typeface="Segoe UI" panose="020B0503020000020004" pitchFamily="34" charset="-127"/>
                <a:cs typeface="Segoe UI"/>
              </a:rPr>
              <a:t>모듈 </a:t>
            </a:r>
            <a:r>
              <a:rPr lang="en-US" altLang="ko-KR" sz="2000" b="1">
                <a:solidFill>
                  <a:srgbClr val="000000"/>
                </a:solidFill>
                <a:latin typeface="Segoe UI" panose="020B0502040204020203" pitchFamily="34" charset="0"/>
                <a:ea typeface="Segoe UI" panose="020B0503020000020004" pitchFamily="34" charset="-127"/>
                <a:cs typeface="Segoe UI"/>
              </a:rPr>
              <a:t>3</a:t>
            </a:r>
          </a:p>
        </p:txBody>
      </p:sp>
      <p:sp>
        <p:nvSpPr>
          <p:cNvPr id="4" name="Text Placeholder 3">
            <a:extLst>
              <a:ext uri="{FF2B5EF4-FFF2-40B4-BE49-F238E27FC236}">
                <a16:creationId xmlns:a16="http://schemas.microsoft.com/office/drawing/2014/main" id="{DA4B52DF-ABE6-BE59-6C14-F80F2F90E4FB}"/>
              </a:ext>
            </a:extLst>
          </p:cNvPr>
          <p:cNvSpPr>
            <a:spLocks noGrp="1"/>
          </p:cNvSpPr>
          <p:nvPr>
            <p:ph type="body" sz="quarter" idx="35"/>
          </p:nvPr>
        </p:nvSpPr>
        <p:spPr>
          <a:xfrm>
            <a:off x="4359818" y="2578100"/>
            <a:ext cx="5361973" cy="8668512"/>
          </a:xfrm>
        </p:spPr>
        <p:txBody>
          <a:bodyPr vert="horz" wrap="square" lIns="0" tIns="0" rIns="0" bIns="0" rtlCol="0">
            <a:spAutoFit/>
          </a:bodyPr>
          <a:lstStyle/>
          <a:p>
            <a:pPr marL="342900" indent="-342900">
              <a:spcBef>
                <a:spcPct val="0"/>
              </a:spcBef>
              <a:spcAft>
                <a:spcPts val="1200"/>
              </a:spcAft>
              <a:buFont typeface="+mj-lt"/>
              <a:buAutoNum type="arabicPeriod"/>
            </a:pPr>
            <a:r>
              <a:rPr lang="en-US" altLang="ko-KR" sz="1800">
                <a:solidFill>
                  <a:srgbClr val="091F2E"/>
                </a:solidFill>
                <a:latin typeface="Segoe UI" panose="020B0502040204020203" pitchFamily="34" charset="0"/>
                <a:ea typeface="Segoe UI" panose="020B0503020000020004" pitchFamily="34" charset="-127"/>
                <a:cs typeface="Segoe UI"/>
              </a:rPr>
              <a:t>PC </a:t>
            </a:r>
            <a:r>
              <a:rPr lang="ko-KR" altLang="en-US" sz="1800">
                <a:solidFill>
                  <a:srgbClr val="091F2E"/>
                </a:solidFill>
                <a:latin typeface="Segoe UI" panose="020B0502040204020203" pitchFamily="34" charset="0"/>
                <a:ea typeface="Segoe UI" panose="020B0503020000020004" pitchFamily="34" charset="-127"/>
                <a:cs typeface="Segoe UI"/>
              </a:rPr>
              <a:t>또는 모바일 기기를 사용하세요</a:t>
            </a:r>
            <a:r>
              <a:rPr lang="en-US" altLang="ko-KR" sz="1800">
                <a:solidFill>
                  <a:srgbClr val="091F2E"/>
                </a:solidFill>
                <a:latin typeface="Segoe UI" panose="020B0502040204020203" pitchFamily="34" charset="0"/>
                <a:ea typeface="Segoe UI" panose="020B0503020000020004" pitchFamily="34" charset="-127"/>
                <a:cs typeface="Segoe UI"/>
              </a:rPr>
              <a:t>.</a:t>
            </a:r>
          </a:p>
          <a:p>
            <a:pPr marL="342900" indent="-342900">
              <a:spcBef>
                <a:spcPct val="0"/>
              </a:spcBef>
              <a:spcAft>
                <a:spcPts val="1200"/>
              </a:spcAft>
              <a:buFont typeface="+mj-lt"/>
              <a:buAutoNum type="arabicPeriod"/>
            </a:pPr>
            <a:r>
              <a:rPr lang="en-US" altLang="ko-KR" sz="1800">
                <a:solidFill>
                  <a:srgbClr val="091F2E"/>
                </a:solidFill>
                <a:latin typeface="Segoe UI" panose="020B0502040204020203" pitchFamily="34" charset="0"/>
                <a:ea typeface="Segoe UI" panose="020B0503020000020004" pitchFamily="34" charset="-127"/>
                <a:cs typeface="Segoe UI"/>
              </a:rPr>
              <a:t>(</a:t>
            </a:r>
            <a:r>
              <a:rPr lang="ko-KR" altLang="en-US" sz="1800" b="1" i="1">
                <a:solidFill>
                  <a:srgbClr val="0078D4"/>
                </a:solidFill>
                <a:latin typeface="Segoe UI" panose="020B0502040204020203" pitchFamily="34" charset="0"/>
                <a:ea typeface="Segoe UI" panose="020B0503020000020004" pitchFamily="34" charset="-127"/>
                <a:cs typeface="Segoe UI"/>
              </a:rPr>
              <a:t>선택한 폴링 앱 링크 삽입</a:t>
            </a:r>
            <a:r>
              <a:rPr lang="en-US" altLang="ko-KR" sz="1800">
                <a:solidFill>
                  <a:srgbClr val="091F2E"/>
                </a:solidFill>
                <a:latin typeface="Segoe UI" panose="020B0502040204020203" pitchFamily="34" charset="0"/>
                <a:ea typeface="Segoe UI" panose="020B0503020000020004" pitchFamily="34" charset="-127"/>
                <a:cs typeface="Segoe UI"/>
              </a:rPr>
              <a:t>)(</a:t>
            </a:r>
            <a:r>
              <a:rPr lang="ko-KR" altLang="en-US" sz="1800">
                <a:solidFill>
                  <a:srgbClr val="091F2E"/>
                </a:solidFill>
                <a:latin typeface="Segoe UI" panose="020B0502040204020203" pitchFamily="34" charset="0"/>
                <a:ea typeface="Segoe UI" panose="020B0503020000020004" pitchFamily="34" charset="-127"/>
                <a:cs typeface="Segoe UI"/>
              </a:rPr>
              <a:t>으</a:t>
            </a:r>
            <a:r>
              <a:rPr lang="en-US" altLang="ko-KR" sz="1800">
                <a:solidFill>
                  <a:srgbClr val="091F2E"/>
                </a:solidFill>
                <a:latin typeface="Segoe UI" panose="020B0502040204020203" pitchFamily="34" charset="0"/>
                <a:ea typeface="Segoe UI" panose="020B0503020000020004" pitchFamily="34" charset="-127"/>
                <a:cs typeface="Segoe UI"/>
              </a:rPr>
              <a:t>)</a:t>
            </a:r>
            <a:r>
              <a:rPr lang="ko-KR" altLang="en-US" sz="1800">
                <a:solidFill>
                  <a:srgbClr val="091F2E"/>
                </a:solidFill>
                <a:latin typeface="Segoe UI" panose="020B0502040204020203" pitchFamily="34" charset="0"/>
                <a:ea typeface="Segoe UI" panose="020B0503020000020004" pitchFamily="34" charset="-127"/>
                <a:cs typeface="Segoe UI"/>
              </a:rPr>
              <a:t>로 이동</a:t>
            </a:r>
          </a:p>
          <a:p>
            <a:pPr marL="342900" indent="-342900">
              <a:spcBef>
                <a:spcPct val="0"/>
              </a:spcBef>
              <a:spcAft>
                <a:spcPts val="1200"/>
              </a:spcAft>
              <a:buFont typeface="+mj-lt"/>
              <a:buAutoNum type="arabicPeriod"/>
            </a:pPr>
            <a:r>
              <a:rPr lang="ko-KR" altLang="en-US" sz="1800">
                <a:solidFill>
                  <a:srgbClr val="091F2E"/>
                </a:solidFill>
                <a:latin typeface="Segoe UI" panose="020B0502040204020203" pitchFamily="34" charset="0"/>
                <a:ea typeface="Segoe UI" panose="020B0503020000020004" pitchFamily="34" charset="-127"/>
                <a:cs typeface="Segoe UI"/>
              </a:rPr>
              <a:t>코드 입력</a:t>
            </a:r>
            <a:r>
              <a:rPr lang="en-US" altLang="ko-KR" sz="1800">
                <a:solidFill>
                  <a:srgbClr val="091F2E"/>
                </a:solidFill>
                <a:latin typeface="Segoe UI" panose="020B0502040204020203" pitchFamily="34" charset="0"/>
                <a:ea typeface="Segoe UI" panose="020B0503020000020004" pitchFamily="34" charset="-127"/>
                <a:cs typeface="Segoe UI"/>
              </a:rPr>
              <a:t>: </a:t>
            </a:r>
            <a:r>
              <a:rPr lang="en-US" altLang="ko-KR" sz="1800" b="1">
                <a:solidFill>
                  <a:srgbClr val="0078D4"/>
                </a:solidFill>
                <a:latin typeface="Segoe UI" panose="020B0502040204020203" pitchFamily="34" charset="0"/>
                <a:ea typeface="Segoe UI" panose="020B0503020000020004" pitchFamily="34" charset="-127"/>
                <a:cs typeface="Segoe UI"/>
              </a:rPr>
              <a:t>123-45-678</a:t>
            </a:r>
          </a:p>
          <a:p>
            <a:pPr marL="342900" indent="-342900">
              <a:spcBef>
                <a:spcPct val="0"/>
              </a:spcBef>
              <a:spcAft>
                <a:spcPts val="1200"/>
              </a:spcAft>
              <a:buFont typeface="+mj-lt"/>
              <a:buAutoNum type="arabicPeriod"/>
            </a:pPr>
            <a:r>
              <a:rPr lang="ko-KR" altLang="en-US" sz="1800">
                <a:solidFill>
                  <a:srgbClr val="091F2E"/>
                </a:solidFill>
                <a:latin typeface="Segoe UI" panose="020B0502040204020203" pitchFamily="34" charset="0"/>
                <a:ea typeface="Segoe UI" panose="020B0503020000020004" pitchFamily="34" charset="-127"/>
                <a:cs typeface="Segoe UI"/>
              </a:rPr>
              <a:t>참여해 주세요</a:t>
            </a:r>
            <a:r>
              <a:rPr lang="en-US" altLang="ko-KR" sz="1800">
                <a:solidFill>
                  <a:srgbClr val="091F2E"/>
                </a:solidFill>
                <a:latin typeface="Segoe UI" panose="020B0502040204020203" pitchFamily="34" charset="0"/>
                <a:ea typeface="Segoe UI" panose="020B0503020000020004" pitchFamily="34" charset="-127"/>
                <a:cs typeface="Segoe UI"/>
              </a:rPr>
              <a:t>.</a:t>
            </a:r>
          </a:p>
        </p:txBody>
      </p:sp>
      <p:sp>
        <p:nvSpPr>
          <p:cNvPr id="7" name="TextBox 6">
            <a:extLst>
              <a:ext uri="{FF2B5EF4-FFF2-40B4-BE49-F238E27FC236}">
                <a16:creationId xmlns:a16="http://schemas.microsoft.com/office/drawing/2014/main" id="{C992AFED-3EB5-A768-A39F-0D8D2D2883E2}"/>
              </a:ext>
            </a:extLst>
          </p:cNvPr>
          <p:cNvSpPr txBox="1"/>
          <p:nvPr/>
        </p:nvSpPr>
        <p:spPr>
          <a:xfrm>
            <a:off x="4359818" y="4474651"/>
            <a:ext cx="3276285" cy="1280160"/>
          </a:xfrm>
          <a:prstGeom prst="rect">
            <a:avLst/>
          </a:prstGeom>
          <a:noFill/>
          <a:ln>
            <a:noFill/>
          </a:ln>
        </p:spPr>
        <p:txBody>
          <a:bodyPr wrap="square" lIns="0" tIns="0" rIns="0" bIns="0" rtlCol="0">
            <a:spAutoFit/>
          </a:bodyPr>
          <a:lstStyle/>
          <a:p>
            <a:r>
              <a:rPr lang="ko-KR" altLang="en-US" sz="2000" b="1">
                <a:solidFill>
                  <a:srgbClr val="000000"/>
                </a:solidFill>
                <a:latin typeface="Segoe UI" panose="020B0502040204020203" pitchFamily="34" charset="0"/>
                <a:ea typeface="Segoe UI" panose="020B0503020000020004" pitchFamily="34" charset="-127"/>
                <a:cs typeface="Segoe UI"/>
              </a:rPr>
              <a:t>다음 중 어느 것인가요</a:t>
            </a:r>
            <a:r>
              <a:rPr lang="en-US" altLang="ko-KR" sz="2000" b="1">
                <a:solidFill>
                  <a:srgbClr val="000000"/>
                </a:solidFill>
                <a:latin typeface="Segoe UI" panose="020B0502040204020203" pitchFamily="34" charset="0"/>
                <a:ea typeface="Segoe UI" panose="020B0503020000020004" pitchFamily="34" charset="-127"/>
                <a:cs typeface="Segoe UI"/>
              </a:rPr>
              <a:t>?</a:t>
            </a:r>
          </a:p>
          <a:p>
            <a:pPr marL="514350" indent="-342900">
              <a:spcAft>
                <a:spcPts val="600"/>
              </a:spcAft>
              <a:buFont typeface="+mj-lt"/>
              <a:buAutoNum type="alphaUcPeriod"/>
            </a:pPr>
            <a:r>
              <a:rPr lang="ko-KR" altLang="en-US">
                <a:solidFill>
                  <a:srgbClr val="000000"/>
                </a:solidFill>
                <a:latin typeface="Segoe UI" panose="020B0502040204020203" pitchFamily="34" charset="0"/>
                <a:ea typeface="Segoe UI" panose="020B0503020000020004" pitchFamily="34" charset="-127"/>
                <a:cs typeface="Segoe UI"/>
              </a:rPr>
              <a:t>없음</a:t>
            </a:r>
          </a:p>
          <a:p>
            <a:pPr marL="514350" indent="-342900">
              <a:spcAft>
                <a:spcPts val="600"/>
              </a:spcAft>
              <a:buFont typeface="+mj-lt"/>
              <a:buAutoNum type="alphaUcPeriod"/>
            </a:pPr>
            <a:r>
              <a:rPr lang="ko-KR" altLang="en-US">
                <a:solidFill>
                  <a:srgbClr val="000000"/>
                </a:solidFill>
                <a:latin typeface="Segoe UI" panose="020B0502040204020203" pitchFamily="34" charset="0"/>
                <a:ea typeface="Segoe UI" panose="020B0503020000020004" pitchFamily="34" charset="-127"/>
                <a:cs typeface="Segoe UI"/>
              </a:rPr>
              <a:t>조금</a:t>
            </a:r>
          </a:p>
          <a:p>
            <a:pPr marL="514350" indent="-342900">
              <a:spcAft>
                <a:spcPts val="600"/>
              </a:spcAft>
              <a:buFont typeface="+mj-lt"/>
              <a:buAutoNum type="alphaUcPeriod"/>
            </a:pPr>
            <a:r>
              <a:rPr lang="ko-KR" altLang="en-US">
                <a:solidFill>
                  <a:srgbClr val="000000"/>
                </a:solidFill>
                <a:latin typeface="Segoe UI" panose="020B0502040204020203" pitchFamily="34" charset="0"/>
                <a:ea typeface="Segoe UI" panose="020B0503020000020004" pitchFamily="34" charset="-127"/>
                <a:cs typeface="Segoe UI"/>
              </a:rPr>
              <a:t>많음</a:t>
            </a:r>
          </a:p>
        </p:txBody>
      </p:sp>
      <p:sp>
        <p:nvSpPr>
          <p:cNvPr id="16"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AIl rights reserved.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type="wd">
                                    <p:tmPct val="10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iterate type="wd">
                                    <p:tmPct val="1000"/>
                                  </p:iterate>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500"/>
                                        <p:tgtEl>
                                          <p:spTgt spid="7">
                                            <p:txEl>
                                              <p:pRg st="1" end="1"/>
                                            </p:txEl>
                                          </p:spTgt>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iterate type="wd">
                                    <p:tmPct val="1000"/>
                                  </p:iterate>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par>
                          <p:cTn id="16" fill="hold" nodeType="afterGroup">
                            <p:stCondLst>
                              <p:cond delay="1500"/>
                            </p:stCondLst>
                            <p:childTnLst>
                              <p:par>
                                <p:cTn id="17" presetID="10" presetClass="entr" presetSubtype="0" fill="hold" nodeType="afterEffect">
                                  <p:stCondLst>
                                    <p:cond delay="0"/>
                                  </p:stCondLst>
                                  <p:iterate type="wd">
                                    <p:tmPct val="1000"/>
                                  </p:iterate>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48D92E-FD91-408F-BE95-CD5DDEDB5E9B}"/>
              </a:ext>
            </a:extLst>
          </p:cNvPr>
          <p:cNvSpPr>
            <a:spLocks noGrp="1"/>
          </p:cNvSpPr>
          <p:nvPr>
            <p:ph type="title"/>
          </p:nvPr>
        </p:nvSpPr>
        <p:spPr/>
        <p:txBody>
          <a:bodyPr>
            <a:normAutofit fontScale="90000"/>
          </a:bodyPr>
          <a:lstStyle/>
          <a:p>
            <a:r>
              <a:rPr lang="ko-KR" altLang="en-US" sz="3000" b="1">
                <a:solidFill>
                  <a:srgbClr val="000000"/>
                </a:solidFill>
                <a:latin typeface="Segoe UI" panose="020B0702040204020203" pitchFamily="34" charset="0"/>
                <a:ea typeface="Segoe UI" panose="020B0503020000020004" pitchFamily="34" charset="-127"/>
                <a:cs typeface="Segoe UI"/>
              </a:rPr>
              <a:t>지식 점검 </a:t>
            </a:r>
            <a:endParaRPr lang="de-DE" sz="3000" b="1" noProof="0">
              <a:solidFill>
                <a:schemeClr val="bg1"/>
              </a:solidFill>
              <a:latin typeface="Segoe UI" panose="020B0702040204020203" pitchFamily="34" charset="0"/>
              <a:ea typeface="Segoe UI" panose="020B0503020000020004" pitchFamily="34" charset="-127"/>
            </a:endParaRPr>
          </a:p>
        </p:txBody>
      </p:sp>
      <p:sp>
        <p:nvSpPr>
          <p:cNvPr id="2" name="Oval 1">
            <a:extLst>
              <a:ext uri="{FF2B5EF4-FFF2-40B4-BE49-F238E27FC236}">
                <a16:creationId xmlns:a16="http://schemas.microsoft.com/office/drawing/2014/main" id="{115DD0A1-D542-D89E-8529-DBAD0B853295}"/>
              </a:ext>
              <a:ext uri="{C183D7F6-B498-43B3-948B-1728B52AA6E4}">
                <adec:decorative xmlns:adec="http://schemas.microsoft.com/office/drawing/2017/decorative" val="0"/>
              </a:ext>
            </a:extLst>
          </p:cNvPr>
          <p:cNvSpPr/>
          <p:nvPr/>
        </p:nvSpPr>
        <p:spPr bwMode="auto">
          <a:xfrm>
            <a:off x="724170" y="1532745"/>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ct val="0"/>
              </a:spcAft>
            </a:pPr>
            <a:r>
              <a:rPr lang="en-US" altLang="ko-KR" b="1">
                <a:solidFill>
                  <a:srgbClr val="000000"/>
                </a:solidFill>
                <a:latin typeface="Segoe UI" panose="020B0502040204020203" pitchFamily="34" charset="0"/>
                <a:ea typeface="Segoe UI" panose="020B0503020000020004" pitchFamily="34" charset="-127"/>
                <a:cs typeface="Segoe UI"/>
              </a:rPr>
              <a:t>1</a:t>
            </a:r>
            <a:endParaRPr lang="en-IN" b="1">
              <a:solidFill>
                <a:schemeClr val="tx1"/>
              </a:solidFill>
              <a:latin typeface="Segoe UI" panose="020B0502040204020203" pitchFamily="34" charset="0"/>
              <a:ea typeface="Segoe UI" panose="020B0503020000020004" pitchFamily="34" charset="-127"/>
            </a:endParaRPr>
          </a:p>
        </p:txBody>
      </p:sp>
      <p:sp>
        <p:nvSpPr>
          <p:cNvPr id="54" name="Text Placeholder 54">
            <a:extLst>
              <a:ext uri="{FF2B5EF4-FFF2-40B4-BE49-F238E27FC236}">
                <a16:creationId xmlns:a16="http://schemas.microsoft.com/office/drawing/2014/main" id="{1EED2A62-DF5C-0C84-86DD-0E3C8A06B8E3}"/>
              </a:ext>
            </a:extLst>
          </p:cNvPr>
          <p:cNvSpPr>
            <a:spLocks noGrp="1"/>
          </p:cNvSpPr>
          <p:nvPr>
            <p:ph type="body" sz="quarter" idx="17"/>
          </p:nvPr>
        </p:nvSpPr>
        <p:spPr>
          <a:xfrm>
            <a:off x="1236664" y="1532745"/>
            <a:ext cx="8778875" cy="553998"/>
          </a:xfrm>
        </p:spPr>
        <p:txBody>
          <a:bodyPr>
            <a:normAutofit lnSpcReduction="10000"/>
          </a:bodyPr>
          <a:lstStyle/>
          <a:p>
            <a:pPr fontAlgn="t">
              <a:buSzTx/>
              <a:defRPr/>
            </a:pPr>
            <a:r>
              <a:rPr lang="ko-KR" altLang="en-US" sz="1800" b="1">
                <a:solidFill>
                  <a:srgbClr val="000000"/>
                </a:solidFill>
                <a:latin typeface="Segoe UI" panose="020B0702040204020203" pitchFamily="34" charset="0"/>
                <a:ea typeface="Segoe UI" panose="020B0503020000020004" pitchFamily="34" charset="-127"/>
                <a:cs typeface="Segoe UI"/>
              </a:rPr>
              <a:t>제공된 옵션 중 </a:t>
            </a:r>
            <a:r>
              <a:rPr lang="en-US" altLang="ko-KR" sz="1800" b="1">
                <a:solidFill>
                  <a:srgbClr val="000000"/>
                </a:solidFill>
                <a:latin typeface="Segoe UI" panose="020B0702040204020203" pitchFamily="34" charset="0"/>
                <a:ea typeface="Segoe UI" panose="020B0503020000020004" pitchFamily="34" charset="-127"/>
                <a:cs typeface="Segoe UI"/>
              </a:rPr>
              <a:t>Microsoft Copilot Studio</a:t>
            </a:r>
            <a:r>
              <a:rPr lang="ko-KR" altLang="en-US" sz="1800" b="1">
                <a:solidFill>
                  <a:srgbClr val="000000"/>
                </a:solidFill>
                <a:latin typeface="Segoe UI" panose="020B0702040204020203" pitchFamily="34" charset="0"/>
                <a:ea typeface="Segoe UI" panose="020B0503020000020004" pitchFamily="34" charset="-127"/>
                <a:cs typeface="Segoe UI"/>
              </a:rPr>
              <a:t>를 생성형 답변 기능을 사용하여 연결할 수 있는 데이터 원본은 무엇인가요</a:t>
            </a:r>
            <a:r>
              <a:rPr lang="en-US" altLang="ko-KR" sz="1800" b="1">
                <a:solidFill>
                  <a:srgbClr val="000000"/>
                </a:solidFill>
                <a:latin typeface="Segoe UI" panose="020B0702040204020203" pitchFamily="34" charset="0"/>
                <a:ea typeface="Segoe UI" panose="020B0503020000020004" pitchFamily="34" charset="-127"/>
                <a:cs typeface="Segoe UI"/>
              </a:rPr>
              <a:t>?</a:t>
            </a:r>
            <a:endParaRPr lang="en-US" sz="1800" b="1">
              <a:latin typeface="Segoe UI" panose="020B0702040204020203" pitchFamily="34" charset="0"/>
              <a:ea typeface="Segoe UI" panose="020B0503020000020004" pitchFamily="34" charset="-127"/>
              <a:cs typeface="+mn-cs"/>
            </a:endParaRPr>
          </a:p>
        </p:txBody>
      </p:sp>
      <p:sp>
        <p:nvSpPr>
          <p:cNvPr id="55" name="Text Placeholder 3">
            <a:extLst>
              <a:ext uri="{FF2B5EF4-FFF2-40B4-BE49-F238E27FC236}">
                <a16:creationId xmlns:a16="http://schemas.microsoft.com/office/drawing/2014/main" id="{C673CF19-70D4-5851-8CD4-AEA0F8A23B05}"/>
              </a:ext>
            </a:extLst>
          </p:cNvPr>
          <p:cNvSpPr>
            <a:spLocks noGrp="1"/>
          </p:cNvSpPr>
          <p:nvPr>
            <p:ph type="body" sz="quarter" idx="15"/>
          </p:nvPr>
        </p:nvSpPr>
        <p:spPr>
          <a:xfrm>
            <a:off x="1238251" y="2294925"/>
            <a:ext cx="8775700" cy="1252651"/>
          </a:xfrm>
        </p:spPr>
        <p:txBody>
          <a:bodyPr/>
          <a:lstStyle/>
          <a:p>
            <a:r>
              <a:rPr lang="ko-KR" altLang="en-US">
                <a:solidFill>
                  <a:srgbClr val="000000"/>
                </a:solidFill>
                <a:latin typeface="Segoe UI" panose="020B0502040204020203" pitchFamily="34" charset="0"/>
                <a:ea typeface="Segoe UI" panose="020B0503020000020004" pitchFamily="34" charset="-127"/>
                <a:cs typeface="Segoe UI"/>
              </a:rPr>
              <a:t>공용 웹 사이트</a:t>
            </a:r>
          </a:p>
          <a:p>
            <a:r>
              <a:rPr lang="ko-KR" altLang="en-US">
                <a:solidFill>
                  <a:srgbClr val="000000"/>
                </a:solidFill>
                <a:latin typeface="Segoe UI" panose="020B0502040204020203" pitchFamily="34" charset="0"/>
                <a:ea typeface="Segoe UI" panose="020B0503020000020004" pitchFamily="34" charset="-127"/>
                <a:cs typeface="Segoe UI"/>
              </a:rPr>
              <a:t>내부 웹 사이트</a:t>
            </a:r>
          </a:p>
          <a:p>
            <a:r>
              <a:rPr lang="ko-KR" altLang="en-US">
                <a:solidFill>
                  <a:srgbClr val="000000"/>
                </a:solidFill>
                <a:latin typeface="Segoe UI" panose="020B0502040204020203" pitchFamily="34" charset="0"/>
                <a:ea typeface="Segoe UI" panose="020B0503020000020004" pitchFamily="34" charset="-127"/>
                <a:cs typeface="Segoe UI"/>
              </a:rPr>
              <a:t>개인용 </a:t>
            </a:r>
            <a:r>
              <a:rPr lang="en-US" altLang="ko-KR">
                <a:solidFill>
                  <a:srgbClr val="000000"/>
                </a:solidFill>
                <a:latin typeface="Segoe UI" panose="020B0502040204020203" pitchFamily="34" charset="0"/>
                <a:ea typeface="Segoe UI" panose="020B0503020000020004" pitchFamily="34" charset="-127"/>
                <a:cs typeface="Segoe UI"/>
              </a:rPr>
              <a:t>OneDrive</a:t>
            </a:r>
            <a:r>
              <a:rPr lang="ko-KR" altLang="en-US">
                <a:solidFill>
                  <a:srgbClr val="000000"/>
                </a:solidFill>
                <a:latin typeface="Segoe UI" panose="020B0502040204020203" pitchFamily="34" charset="0"/>
                <a:ea typeface="Segoe UI" panose="020B0503020000020004" pitchFamily="34" charset="-127"/>
                <a:cs typeface="Segoe UI"/>
              </a:rPr>
              <a:t>의 호스팅된 </a:t>
            </a:r>
            <a:r>
              <a:rPr lang="en-US" altLang="ko-KR">
                <a:solidFill>
                  <a:srgbClr val="000000"/>
                </a:solidFill>
                <a:latin typeface="Segoe UI" panose="020B0502040204020203" pitchFamily="34" charset="0"/>
                <a:ea typeface="Segoe UI" panose="020B0503020000020004" pitchFamily="34" charset="-127"/>
                <a:cs typeface="Segoe UI"/>
              </a:rPr>
              <a:t>PDF</a:t>
            </a:r>
            <a:endParaRPr lang="en-US">
              <a:latin typeface="Segoe UI" panose="020B0502040204020203" pitchFamily="34" charset="0"/>
              <a:ea typeface="Segoe UI" panose="020B0503020000020004" pitchFamily="34" charset="-127"/>
            </a:endParaRPr>
          </a:p>
          <a:p>
            <a:r>
              <a:rPr lang="en-US" altLang="ko-KR">
                <a:solidFill>
                  <a:srgbClr val="000000"/>
                </a:solidFill>
                <a:latin typeface="Segoe UI" panose="020B0502040204020203" pitchFamily="34" charset="0"/>
                <a:ea typeface="Segoe UI" panose="020B0503020000020004" pitchFamily="34" charset="-127"/>
                <a:cs typeface="Segoe UI"/>
              </a:rPr>
              <a:t>GitHub</a:t>
            </a:r>
            <a:r>
              <a:rPr lang="ko-KR" altLang="en-US">
                <a:solidFill>
                  <a:srgbClr val="000000"/>
                </a:solidFill>
                <a:latin typeface="Segoe UI" panose="020B0502040204020203" pitchFamily="34" charset="0"/>
                <a:ea typeface="Segoe UI" panose="020B0503020000020004" pitchFamily="34" charset="-127"/>
                <a:cs typeface="Segoe UI"/>
              </a:rPr>
              <a:t>의 파일</a:t>
            </a:r>
          </a:p>
        </p:txBody>
      </p:sp>
      <p:sp>
        <p:nvSpPr>
          <p:cNvPr id="57" name="Graphic 26">
            <a:extLst>
              <a:ext uri="{FF2B5EF4-FFF2-40B4-BE49-F238E27FC236}">
                <a16:creationId xmlns:a16="http://schemas.microsoft.com/office/drawing/2014/main" id="{BB554AF5-D76F-DAEE-1C05-EF88DA1E1EAC}"/>
              </a:ext>
              <a:ext uri="{C183D7F6-B498-43B3-948B-1728B52AA6E4}">
                <adec:decorative xmlns:adec="http://schemas.microsoft.com/office/drawing/2017/decorative" val="1"/>
              </a:ext>
            </a:extLst>
          </p:cNvPr>
          <p:cNvSpPr/>
          <p:nvPr/>
        </p:nvSpPr>
        <p:spPr>
          <a:xfrm>
            <a:off x="1280308" y="231035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latinLnBrk="0">
              <a:spcBef>
                <a:spcPct val="0"/>
              </a:spcBef>
              <a:spcAft>
                <a:spcPct val="0"/>
              </a:spcAft>
              <a:defRPr/>
            </a:pPr>
            <a:endParaRPr lang="en-US" kern="0">
              <a:solidFill>
                <a:srgbClr val="000000"/>
              </a:solidFill>
            </a:endParaRPr>
          </a:p>
        </p:txBody>
      </p:sp>
      <p:sp>
        <p:nvSpPr>
          <p:cNvPr id="102" name="Clock_Pie_Big">
            <a:extLst>
              <a:ext uri="{FF2B5EF4-FFF2-40B4-BE49-F238E27FC236}">
                <a16:creationId xmlns:a16="http://schemas.microsoft.com/office/drawing/2014/main" id="{CEECF60E-C44C-5F33-4339-6088B30A0C7D}"/>
              </a:ext>
              <a:ext uri="{C183D7F6-B498-43B3-948B-1728B52AA6E4}">
                <adec:decorative xmlns:adec="http://schemas.microsoft.com/office/drawing/2017/decorative" val="1"/>
              </a:ext>
            </a:extLst>
          </p:cNvPr>
          <p:cNvSpPr/>
          <p:nvPr>
            <p:custDataLst>
              <p:tags r:id="rId1"/>
            </p:custDataLst>
          </p:nvPr>
        </p:nvSpPr>
        <p:spPr bwMode="gray">
          <a:xfrm>
            <a:off x="1236028" y="4623477"/>
            <a:ext cx="1242060" cy="1242058"/>
          </a:xfrm>
          <a:prstGeom prst="pie">
            <a:avLst>
              <a:gd name="adj1" fmla="val 16188133"/>
              <a:gd name="adj2" fmla="val 1786652"/>
            </a:avLst>
          </a:prstGeom>
          <a:solidFill>
            <a:schemeClr val="accent2"/>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03" name="Group 406">
            <a:extLst>
              <a:ext uri="{FF2B5EF4-FFF2-40B4-BE49-F238E27FC236}">
                <a16:creationId xmlns:a16="http://schemas.microsoft.com/office/drawing/2014/main" id="{9C963CC1-C388-84FA-00FF-240413ED293A}"/>
              </a:ext>
              <a:ext uri="{C183D7F6-B498-43B3-948B-1728B52AA6E4}">
                <adec:decorative xmlns:adec="http://schemas.microsoft.com/office/drawing/2017/decorative" val="1"/>
              </a:ext>
            </a:extLst>
          </p:cNvPr>
          <p:cNvGrpSpPr/>
          <p:nvPr>
            <p:custDataLst>
              <p:tags r:id="rId2"/>
            </p:custDataLst>
          </p:nvPr>
        </p:nvGrpSpPr>
        <p:grpSpPr>
          <a:xfrm>
            <a:off x="1236028" y="4623477"/>
            <a:ext cx="1242060" cy="1242058"/>
            <a:chOff x="5000736" y="-1903280"/>
            <a:chExt cx="1656230" cy="1656230"/>
          </a:xfrm>
        </p:grpSpPr>
        <p:grpSp>
          <p:nvGrpSpPr>
            <p:cNvPr id="104" name="Ticks_1minute">
              <a:extLst>
                <a:ext uri="{FF2B5EF4-FFF2-40B4-BE49-F238E27FC236}">
                  <a16:creationId xmlns:a16="http://schemas.microsoft.com/office/drawing/2014/main" id="{073F0FC1-31C8-650D-1AEF-4F778E777E9E}"/>
                </a:ext>
              </a:extLst>
            </p:cNvPr>
            <p:cNvGrpSpPr/>
            <p:nvPr/>
          </p:nvGrpSpPr>
          <p:grpSpPr>
            <a:xfrm rot="5400000">
              <a:off x="6462293" y="-938736"/>
              <a:ext cx="239383" cy="134955"/>
              <a:chOff x="8076251" y="4591685"/>
              <a:chExt cx="239383" cy="134955"/>
            </a:xfrm>
          </p:grpSpPr>
          <p:cxnSp>
            <p:nvCxnSpPr>
              <p:cNvPr id="134" name="Straight Connector 521">
                <a:extLst>
                  <a:ext uri="{FF2B5EF4-FFF2-40B4-BE49-F238E27FC236}">
                    <a16:creationId xmlns:a16="http://schemas.microsoft.com/office/drawing/2014/main" id="{F64B937E-665A-0F62-9FBB-E8112419DDFA}"/>
                  </a:ext>
                </a:extLst>
              </p:cNvPr>
              <p:cNvCxnSpPr/>
              <p:nvPr>
                <p:custDataLst>
                  <p:tags r:id="rId39"/>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Straight Connector 522">
                <a:extLst>
                  <a:ext uri="{FF2B5EF4-FFF2-40B4-BE49-F238E27FC236}">
                    <a16:creationId xmlns:a16="http://schemas.microsoft.com/office/drawing/2014/main" id="{1C7D6F3E-6EF0-3665-48DE-177CEE8BB81A}"/>
                  </a:ext>
                </a:extLst>
              </p:cNvPr>
              <p:cNvCxnSpPr/>
              <p:nvPr>
                <p:custDataLst>
                  <p:tags r:id="rId40"/>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Straight Connector 523">
                <a:extLst>
                  <a:ext uri="{FF2B5EF4-FFF2-40B4-BE49-F238E27FC236}">
                    <a16:creationId xmlns:a16="http://schemas.microsoft.com/office/drawing/2014/main" id="{6B8913DA-6237-C4ED-4832-A242E3A07385}"/>
                  </a:ext>
                </a:extLst>
              </p:cNvPr>
              <p:cNvCxnSpPr/>
              <p:nvPr>
                <p:custDataLst>
                  <p:tags r:id="rId41"/>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Straight Connector 524">
                <a:extLst>
                  <a:ext uri="{FF2B5EF4-FFF2-40B4-BE49-F238E27FC236}">
                    <a16:creationId xmlns:a16="http://schemas.microsoft.com/office/drawing/2014/main" id="{5310F677-1ADE-05AF-6480-FC6F4107DC51}"/>
                  </a:ext>
                </a:extLst>
              </p:cNvPr>
              <p:cNvCxnSpPr/>
              <p:nvPr>
                <p:custDataLst>
                  <p:tags r:id="rId42"/>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5" name="Ticks_1minute">
              <a:extLst>
                <a:ext uri="{FF2B5EF4-FFF2-40B4-BE49-F238E27FC236}">
                  <a16:creationId xmlns:a16="http://schemas.microsoft.com/office/drawing/2014/main" id="{47753112-4500-BD9C-6F42-477485F89697}"/>
                </a:ext>
              </a:extLst>
            </p:cNvPr>
            <p:cNvGrpSpPr/>
            <p:nvPr>
              <p:custDataLst>
                <p:tags r:id="rId10"/>
              </p:custDataLst>
            </p:nvPr>
          </p:nvGrpSpPr>
          <p:grpSpPr>
            <a:xfrm rot="3600000">
              <a:off x="6463345" y="-1342621"/>
              <a:ext cx="239383" cy="134955"/>
              <a:chOff x="8076251" y="4591685"/>
              <a:chExt cx="239383" cy="134955"/>
            </a:xfrm>
          </p:grpSpPr>
          <p:cxnSp>
            <p:nvCxnSpPr>
              <p:cNvPr id="130" name="Straight Connector 517">
                <a:extLst>
                  <a:ext uri="{FF2B5EF4-FFF2-40B4-BE49-F238E27FC236}">
                    <a16:creationId xmlns:a16="http://schemas.microsoft.com/office/drawing/2014/main" id="{DA91BF45-2A94-B2D8-EDE8-012D3A31736E}"/>
                  </a:ext>
                </a:extLst>
              </p:cNvPr>
              <p:cNvCxnSpPr/>
              <p:nvPr>
                <p:custDataLst>
                  <p:tags r:id="rId3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Straight Connector 518">
                <a:extLst>
                  <a:ext uri="{FF2B5EF4-FFF2-40B4-BE49-F238E27FC236}">
                    <a16:creationId xmlns:a16="http://schemas.microsoft.com/office/drawing/2014/main" id="{F80AD062-A537-9F78-2F0F-DDAB750F1365}"/>
                  </a:ext>
                </a:extLst>
              </p:cNvPr>
              <p:cNvCxnSpPr/>
              <p:nvPr>
                <p:custDataLst>
                  <p:tags r:id="rId3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Straight Connector 519">
                <a:extLst>
                  <a:ext uri="{FF2B5EF4-FFF2-40B4-BE49-F238E27FC236}">
                    <a16:creationId xmlns:a16="http://schemas.microsoft.com/office/drawing/2014/main" id="{FCB7B8EA-2798-F3FB-A0AD-6D5DDBA1DE62}"/>
                  </a:ext>
                </a:extLst>
              </p:cNvPr>
              <p:cNvCxnSpPr/>
              <p:nvPr>
                <p:custDataLst>
                  <p:tags r:id="rId3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Straight Connector 520">
                <a:extLst>
                  <a:ext uri="{FF2B5EF4-FFF2-40B4-BE49-F238E27FC236}">
                    <a16:creationId xmlns:a16="http://schemas.microsoft.com/office/drawing/2014/main" id="{951AEC70-97A0-3518-2D38-D059C37168FD}"/>
                  </a:ext>
                </a:extLst>
              </p:cNvPr>
              <p:cNvCxnSpPr/>
              <p:nvPr>
                <p:custDataLst>
                  <p:tags r:id="rId3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6" name="Ticks_1minute">
              <a:extLst>
                <a:ext uri="{FF2B5EF4-FFF2-40B4-BE49-F238E27FC236}">
                  <a16:creationId xmlns:a16="http://schemas.microsoft.com/office/drawing/2014/main" id="{9F7208CF-81CD-3AA8-FE99-2101ADD9FE30}"/>
                </a:ext>
              </a:extLst>
            </p:cNvPr>
            <p:cNvGrpSpPr/>
            <p:nvPr>
              <p:custDataLst>
                <p:tags r:id="rId11"/>
              </p:custDataLst>
            </p:nvPr>
          </p:nvGrpSpPr>
          <p:grpSpPr>
            <a:xfrm rot="1800000">
              <a:off x="6262314" y="-1692922"/>
              <a:ext cx="239383" cy="134955"/>
              <a:chOff x="8076251" y="4591685"/>
              <a:chExt cx="239383" cy="134955"/>
            </a:xfrm>
          </p:grpSpPr>
          <p:cxnSp>
            <p:nvCxnSpPr>
              <p:cNvPr id="126" name="Straight Connector 513">
                <a:extLst>
                  <a:ext uri="{FF2B5EF4-FFF2-40B4-BE49-F238E27FC236}">
                    <a16:creationId xmlns:a16="http://schemas.microsoft.com/office/drawing/2014/main" id="{58EA826C-7F90-02D1-37EE-F1965FBFCDC8}"/>
                  </a:ext>
                </a:extLst>
              </p:cNvPr>
              <p:cNvCxnSpPr/>
              <p:nvPr>
                <p:custDataLst>
                  <p:tags r:id="rId31"/>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Straight Connector 514">
                <a:extLst>
                  <a:ext uri="{FF2B5EF4-FFF2-40B4-BE49-F238E27FC236}">
                    <a16:creationId xmlns:a16="http://schemas.microsoft.com/office/drawing/2014/main" id="{7EA4B280-3E0C-A62B-1A4B-5272AE25543F}"/>
                  </a:ext>
                </a:extLst>
              </p:cNvPr>
              <p:cNvCxnSpPr/>
              <p:nvPr>
                <p:custDataLst>
                  <p:tags r:id="rId32"/>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Straight Connector 515">
                <a:extLst>
                  <a:ext uri="{FF2B5EF4-FFF2-40B4-BE49-F238E27FC236}">
                    <a16:creationId xmlns:a16="http://schemas.microsoft.com/office/drawing/2014/main" id="{4E8AECEE-870D-736D-C287-FC6322796B34}"/>
                  </a:ext>
                </a:extLst>
              </p:cNvPr>
              <p:cNvCxnSpPr/>
              <p:nvPr>
                <p:custDataLst>
                  <p:tags r:id="rId33"/>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Straight Connector 516">
                <a:extLst>
                  <a:ext uri="{FF2B5EF4-FFF2-40B4-BE49-F238E27FC236}">
                    <a16:creationId xmlns:a16="http://schemas.microsoft.com/office/drawing/2014/main" id="{24C29BC1-FAD8-CD80-D428-92F6839D6946}"/>
                  </a:ext>
                </a:extLst>
              </p:cNvPr>
              <p:cNvCxnSpPr/>
              <p:nvPr>
                <p:custDataLst>
                  <p:tags r:id="rId34"/>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7" name="Oval 494">
              <a:extLst>
                <a:ext uri="{FF2B5EF4-FFF2-40B4-BE49-F238E27FC236}">
                  <a16:creationId xmlns:a16="http://schemas.microsoft.com/office/drawing/2014/main" id="{FC902D14-680F-553E-95CB-63F0218B120D}"/>
                </a:ext>
              </a:extLst>
            </p:cNvPr>
            <p:cNvSpPr/>
            <p:nvPr>
              <p:custDataLst>
                <p:tags r:id="rId12"/>
              </p:custDataLst>
            </p:nvPr>
          </p:nvSpPr>
          <p:spPr bwMode="gray">
            <a:xfrm>
              <a:off x="5000736" y="-1903280"/>
              <a:ext cx="1656230" cy="1656230"/>
            </a:xfrm>
            <a:prstGeom prst="ellipse">
              <a:avLst/>
            </a:prstGeom>
            <a:noFill/>
            <a:ln w="6350" algn="ctr">
              <a:solidFill>
                <a:schemeClr val="accent6"/>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08" name="Ticks_5minutes">
              <a:extLst>
                <a:ext uri="{FF2B5EF4-FFF2-40B4-BE49-F238E27FC236}">
                  <a16:creationId xmlns:a16="http://schemas.microsoft.com/office/drawing/2014/main" id="{B602EC3D-E94A-58C8-30AB-EC11D97E38D5}"/>
                </a:ext>
              </a:extLst>
            </p:cNvPr>
            <p:cNvGrpSpPr/>
            <p:nvPr>
              <p:custDataLst>
                <p:tags r:id="rId13"/>
              </p:custDataLst>
            </p:nvPr>
          </p:nvGrpSpPr>
          <p:grpSpPr>
            <a:xfrm>
              <a:off x="5000736" y="-1903280"/>
              <a:ext cx="1656230" cy="1656230"/>
              <a:chOff x="899490" y="2483871"/>
              <a:chExt cx="1656230" cy="1656230"/>
            </a:xfrm>
          </p:grpSpPr>
          <p:cxnSp>
            <p:nvCxnSpPr>
              <p:cNvPr id="114" name="Straight Connector 501">
                <a:extLst>
                  <a:ext uri="{FF2B5EF4-FFF2-40B4-BE49-F238E27FC236}">
                    <a16:creationId xmlns:a16="http://schemas.microsoft.com/office/drawing/2014/main" id="{2451401B-4158-D30A-733C-9558C2EF4190}"/>
                  </a:ext>
                </a:extLst>
              </p:cNvPr>
              <p:cNvCxnSpPr/>
              <p:nvPr>
                <p:custDataLst>
                  <p:tags r:id="rId19"/>
                </p:custDataLst>
              </p:nvPr>
            </p:nvCxnSpPr>
            <p:spPr bwMode="gray">
              <a:xfrm rot="1800000" flipH="1">
                <a:off x="1352614"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Straight Connector 502">
                <a:extLst>
                  <a:ext uri="{FF2B5EF4-FFF2-40B4-BE49-F238E27FC236}">
                    <a16:creationId xmlns:a16="http://schemas.microsoft.com/office/drawing/2014/main" id="{9E57132D-B8DE-B9FE-B13B-C51A45315475}"/>
                  </a:ext>
                </a:extLst>
              </p:cNvPr>
              <p:cNvCxnSpPr/>
              <p:nvPr>
                <p:custDataLst>
                  <p:tags r:id="rId20"/>
                </p:custDataLst>
              </p:nvPr>
            </p:nvCxnSpPr>
            <p:spPr bwMode="gray">
              <a:xfrm rot="3600000" flipH="1">
                <a:off x="2382421" y="2861928"/>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Straight Connector 503">
                <a:extLst>
                  <a:ext uri="{FF2B5EF4-FFF2-40B4-BE49-F238E27FC236}">
                    <a16:creationId xmlns:a16="http://schemas.microsoft.com/office/drawing/2014/main" id="{2F4E588E-8C9A-A378-A127-A6206E138EAA}"/>
                  </a:ext>
                </a:extLst>
              </p:cNvPr>
              <p:cNvCxnSpPr/>
              <p:nvPr>
                <p:custDataLst>
                  <p:tags r:id="rId21"/>
                </p:custDataLst>
              </p:nvPr>
            </p:nvCxnSpPr>
            <p:spPr bwMode="gray">
              <a:xfrm flipH="1">
                <a:off x="1727605" y="248387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Straight Connector 504">
                <a:extLst>
                  <a:ext uri="{FF2B5EF4-FFF2-40B4-BE49-F238E27FC236}">
                    <a16:creationId xmlns:a16="http://schemas.microsoft.com/office/drawing/2014/main" id="{32285C99-C8EC-D60E-D3C5-84AA0E9DE707}"/>
                  </a:ext>
                </a:extLst>
              </p:cNvPr>
              <p:cNvCxnSpPr/>
              <p:nvPr>
                <p:custDataLst>
                  <p:tags r:id="rId22"/>
                </p:custDataLst>
              </p:nvPr>
            </p:nvCxnSpPr>
            <p:spPr bwMode="gray">
              <a:xfrm rot="9000000" flipH="1">
                <a:off x="1349547" y="2590319"/>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Straight Connector 505">
                <a:extLst>
                  <a:ext uri="{FF2B5EF4-FFF2-40B4-BE49-F238E27FC236}">
                    <a16:creationId xmlns:a16="http://schemas.microsoft.com/office/drawing/2014/main" id="{9F7B591F-B68E-CB47-F54D-DAD46A8C5677}"/>
                  </a:ext>
                </a:extLst>
              </p:cNvPr>
              <p:cNvCxnSpPr/>
              <p:nvPr>
                <p:custDataLst>
                  <p:tags r:id="rId23"/>
                </p:custDataLst>
              </p:nvPr>
            </p:nvCxnSpPr>
            <p:spPr bwMode="gray">
              <a:xfrm rot="7200000" flipH="1">
                <a:off x="2382421" y="3618044"/>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Straight Connector 506">
                <a:extLst>
                  <a:ext uri="{FF2B5EF4-FFF2-40B4-BE49-F238E27FC236}">
                    <a16:creationId xmlns:a16="http://schemas.microsoft.com/office/drawing/2014/main" id="{FBEDFB1D-9436-484E-CB8C-547FED186484}"/>
                  </a:ext>
                </a:extLst>
              </p:cNvPr>
              <p:cNvCxnSpPr/>
              <p:nvPr>
                <p:custDataLst>
                  <p:tags r:id="rId24"/>
                </p:custDataLst>
              </p:nvPr>
            </p:nvCxnSpPr>
            <p:spPr bwMode="gray">
              <a:xfrm rot="5400000" flipH="1">
                <a:off x="248372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Straight Connector 507">
                <a:extLst>
                  <a:ext uri="{FF2B5EF4-FFF2-40B4-BE49-F238E27FC236}">
                    <a16:creationId xmlns:a16="http://schemas.microsoft.com/office/drawing/2014/main" id="{AEEABFDE-6220-C8B7-E20F-49A81195067F}"/>
                  </a:ext>
                </a:extLst>
              </p:cNvPr>
              <p:cNvCxnSpPr/>
              <p:nvPr>
                <p:custDataLst>
                  <p:tags r:id="rId25"/>
                </p:custDataLst>
              </p:nvPr>
            </p:nvCxnSpPr>
            <p:spPr bwMode="gray">
              <a:xfrm flipH="1">
                <a:off x="1727605" y="399610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Straight Connector 508">
                <a:extLst>
                  <a:ext uri="{FF2B5EF4-FFF2-40B4-BE49-F238E27FC236}">
                    <a16:creationId xmlns:a16="http://schemas.microsoft.com/office/drawing/2014/main" id="{28199A04-07C4-B72A-48A5-C66D006963A8}"/>
                  </a:ext>
                </a:extLst>
              </p:cNvPr>
              <p:cNvCxnSpPr/>
              <p:nvPr>
                <p:custDataLst>
                  <p:tags r:id="rId26"/>
                </p:custDataLst>
              </p:nvPr>
            </p:nvCxnSpPr>
            <p:spPr bwMode="gray">
              <a:xfrm rot="1800000" flipH="1">
                <a:off x="2105662" y="258447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Straight Connector 509">
                <a:extLst>
                  <a:ext uri="{FF2B5EF4-FFF2-40B4-BE49-F238E27FC236}">
                    <a16:creationId xmlns:a16="http://schemas.microsoft.com/office/drawing/2014/main" id="{0BF60CBE-988B-7DA7-8FB9-2C1292DC8E75}"/>
                  </a:ext>
                </a:extLst>
              </p:cNvPr>
              <p:cNvCxnSpPr/>
              <p:nvPr>
                <p:custDataLst>
                  <p:tags r:id="rId27"/>
                </p:custDataLst>
              </p:nvPr>
            </p:nvCxnSpPr>
            <p:spPr bwMode="gray">
              <a:xfrm rot="3600000" flipH="1">
                <a:off x="1072790" y="361804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Straight Connector 510">
                <a:extLst>
                  <a:ext uri="{FF2B5EF4-FFF2-40B4-BE49-F238E27FC236}">
                    <a16:creationId xmlns:a16="http://schemas.microsoft.com/office/drawing/2014/main" id="{44DF18E0-08EA-50A5-17DA-BCED6D41E00C}"/>
                  </a:ext>
                </a:extLst>
              </p:cNvPr>
              <p:cNvCxnSpPr/>
              <p:nvPr>
                <p:custDataLst>
                  <p:tags r:id="rId28"/>
                </p:custDataLst>
              </p:nvPr>
            </p:nvCxnSpPr>
            <p:spPr bwMode="gray">
              <a:xfrm rot="9000000" flipH="1">
                <a:off x="2105663"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Straight Connector 511">
                <a:extLst>
                  <a:ext uri="{FF2B5EF4-FFF2-40B4-BE49-F238E27FC236}">
                    <a16:creationId xmlns:a16="http://schemas.microsoft.com/office/drawing/2014/main" id="{DD3E700D-B811-A990-3E1D-79A12069DD7A}"/>
                  </a:ext>
                </a:extLst>
              </p:cNvPr>
              <p:cNvCxnSpPr/>
              <p:nvPr>
                <p:custDataLst>
                  <p:tags r:id="rId29"/>
                </p:custDataLst>
              </p:nvPr>
            </p:nvCxnSpPr>
            <p:spPr bwMode="gray">
              <a:xfrm rot="7200000" flipH="1">
                <a:off x="1072790" y="2865892"/>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Straight Connector 512">
                <a:extLst>
                  <a:ext uri="{FF2B5EF4-FFF2-40B4-BE49-F238E27FC236}">
                    <a16:creationId xmlns:a16="http://schemas.microsoft.com/office/drawing/2014/main" id="{0CD3B2B9-8AD0-D1C6-2333-3DEE880A1CB4}"/>
                  </a:ext>
                </a:extLst>
              </p:cNvPr>
              <p:cNvCxnSpPr/>
              <p:nvPr>
                <p:custDataLst>
                  <p:tags r:id="rId30"/>
                </p:custDataLst>
              </p:nvPr>
            </p:nvCxnSpPr>
            <p:spPr bwMode="gray">
              <a:xfrm rot="5400000" flipH="1">
                <a:off x="97149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9" name="Ticks_1minute">
              <a:extLst>
                <a:ext uri="{FF2B5EF4-FFF2-40B4-BE49-F238E27FC236}">
                  <a16:creationId xmlns:a16="http://schemas.microsoft.com/office/drawing/2014/main" id="{9F19589F-4112-E24B-4E4B-3A50F5BF3D5E}"/>
                </a:ext>
              </a:extLst>
            </p:cNvPr>
            <p:cNvGrpSpPr/>
            <p:nvPr>
              <p:custDataLst>
                <p:tags r:id="rId14"/>
              </p:custDataLst>
            </p:nvPr>
          </p:nvGrpSpPr>
          <p:grpSpPr>
            <a:xfrm>
              <a:off x="5913066" y="-1895776"/>
              <a:ext cx="239383" cy="134955"/>
              <a:chOff x="8076251" y="4591685"/>
              <a:chExt cx="239383" cy="134955"/>
            </a:xfrm>
          </p:grpSpPr>
          <p:cxnSp>
            <p:nvCxnSpPr>
              <p:cNvPr id="110" name="Straight Connector 497">
                <a:extLst>
                  <a:ext uri="{FF2B5EF4-FFF2-40B4-BE49-F238E27FC236}">
                    <a16:creationId xmlns:a16="http://schemas.microsoft.com/office/drawing/2014/main" id="{5F95A422-0654-BC27-879A-9C7AA93BEA85}"/>
                  </a:ext>
                </a:extLst>
              </p:cNvPr>
              <p:cNvCxnSpPr/>
              <p:nvPr>
                <p:custDataLst>
                  <p:tags r:id="rId1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Straight Connector 498">
                <a:extLst>
                  <a:ext uri="{FF2B5EF4-FFF2-40B4-BE49-F238E27FC236}">
                    <a16:creationId xmlns:a16="http://schemas.microsoft.com/office/drawing/2014/main" id="{6FCD9504-79D4-4463-43EC-54985B2FBB4E}"/>
                  </a:ext>
                </a:extLst>
              </p:cNvPr>
              <p:cNvCxnSpPr/>
              <p:nvPr>
                <p:custDataLst>
                  <p:tags r:id="rId1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Straight Connector 499">
                <a:extLst>
                  <a:ext uri="{FF2B5EF4-FFF2-40B4-BE49-F238E27FC236}">
                    <a16:creationId xmlns:a16="http://schemas.microsoft.com/office/drawing/2014/main" id="{8D980494-1320-CD0A-E086-2FD86044373A}"/>
                  </a:ext>
                </a:extLst>
              </p:cNvPr>
              <p:cNvCxnSpPr/>
              <p:nvPr>
                <p:custDataLst>
                  <p:tags r:id="rId1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Straight Connector 500">
                <a:extLst>
                  <a:ext uri="{FF2B5EF4-FFF2-40B4-BE49-F238E27FC236}">
                    <a16:creationId xmlns:a16="http://schemas.microsoft.com/office/drawing/2014/main" id="{D377D493-F8B9-F32A-55B8-4B396D316913}"/>
                  </a:ext>
                </a:extLst>
              </p:cNvPr>
              <p:cNvCxnSpPr/>
              <p:nvPr>
                <p:custDataLst>
                  <p:tags r:id="rId1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38" name="Indicator_Seconds">
            <a:extLst>
              <a:ext uri="{FF2B5EF4-FFF2-40B4-BE49-F238E27FC236}">
                <a16:creationId xmlns:a16="http://schemas.microsoft.com/office/drawing/2014/main" id="{EBECB7DC-710E-C22C-98C7-351E97117803}"/>
              </a:ext>
              <a:ext uri="{C183D7F6-B498-43B3-948B-1728B52AA6E4}">
                <adec:decorative xmlns:adec="http://schemas.microsoft.com/office/drawing/2017/decorative" val="1"/>
              </a:ext>
            </a:extLst>
          </p:cNvPr>
          <p:cNvGrpSpPr/>
          <p:nvPr>
            <p:custDataLst>
              <p:tags r:id="rId3"/>
            </p:custDataLst>
          </p:nvPr>
        </p:nvGrpSpPr>
        <p:grpSpPr>
          <a:xfrm>
            <a:off x="1236028" y="4623477"/>
            <a:ext cx="1242060" cy="1242058"/>
            <a:chOff x="1511575" y="2744904"/>
            <a:chExt cx="1656230" cy="1656230"/>
          </a:xfrm>
        </p:grpSpPr>
        <p:sp>
          <p:nvSpPr>
            <p:cNvPr id="139" name="Pentagon 526">
              <a:extLst>
                <a:ext uri="{FF2B5EF4-FFF2-40B4-BE49-F238E27FC236}">
                  <a16:creationId xmlns:a16="http://schemas.microsoft.com/office/drawing/2014/main" id="{FEEB1BB8-E316-E26D-0505-AEDD9E3D6B4A}"/>
                </a:ext>
              </a:extLst>
            </p:cNvPr>
            <p:cNvSpPr/>
            <p:nvPr>
              <p:custDataLst>
                <p:tags r:id="rId8"/>
              </p:custDataLst>
            </p:nvPr>
          </p:nvSpPr>
          <p:spPr bwMode="gray">
            <a:xfrm rot="16200000">
              <a:off x="1925691" y="3122900"/>
              <a:ext cx="828000" cy="72010"/>
            </a:xfrm>
            <a:prstGeom prst="homePlate">
              <a:avLst>
                <a:gd name="adj" fmla="val 283564"/>
              </a:avLst>
            </a:prstGeom>
            <a:solidFill>
              <a:schemeClr val="accent1"/>
            </a:solidFill>
            <a:ln w="6350" algn="ctr">
              <a:noFill/>
              <a:miter lim="800000"/>
            </a:ln>
          </p:spPr>
          <p:txBody>
            <a:bodyPr wrap="square" lIns="90000" tIns="72000" rIns="102097"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40" name="Oval 527">
              <a:extLst>
                <a:ext uri="{FF2B5EF4-FFF2-40B4-BE49-F238E27FC236}">
                  <a16:creationId xmlns:a16="http://schemas.microsoft.com/office/drawing/2014/main" id="{AAEDC8C8-7FC6-6ED8-895B-DAE338F3ADFE}"/>
                </a:ext>
              </a:extLst>
            </p:cNvPr>
            <p:cNvSpPr/>
            <p:nvPr>
              <p:custDataLst>
                <p:tags r:id="rId9"/>
              </p:custDataLst>
            </p:nvPr>
          </p:nvSpPr>
          <p:spPr bwMode="gray">
            <a:xfrm>
              <a:off x="1511575" y="2744904"/>
              <a:ext cx="1656230" cy="1656230"/>
            </a:xfrm>
            <a:prstGeom prst="ellipse">
              <a:avLst/>
            </a:prstGeom>
            <a:noFill/>
            <a:ln w="6350" algn="ctr">
              <a:solidFill>
                <a:schemeClr val="lt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grpSp>
        <p:nvGrpSpPr>
          <p:cNvPr id="141" name="Clock_Top">
            <a:extLst>
              <a:ext uri="{FF2B5EF4-FFF2-40B4-BE49-F238E27FC236}">
                <a16:creationId xmlns:a16="http://schemas.microsoft.com/office/drawing/2014/main" id="{49341A03-B08E-94B2-56FB-A71777D25261}"/>
              </a:ext>
              <a:ext uri="{C183D7F6-B498-43B3-948B-1728B52AA6E4}">
                <adec:decorative xmlns:adec="http://schemas.microsoft.com/office/drawing/2017/decorative" val="1"/>
              </a:ext>
            </a:extLst>
          </p:cNvPr>
          <p:cNvGrpSpPr/>
          <p:nvPr>
            <p:custDataLst>
              <p:tags r:id="rId4"/>
            </p:custDataLst>
          </p:nvPr>
        </p:nvGrpSpPr>
        <p:grpSpPr>
          <a:xfrm>
            <a:off x="1236028" y="4623477"/>
            <a:ext cx="1242060" cy="1242058"/>
            <a:chOff x="3347830" y="2708900"/>
            <a:chExt cx="1656230" cy="1656230"/>
          </a:xfrm>
        </p:grpSpPr>
        <p:sp>
          <p:nvSpPr>
            <p:cNvPr id="142" name="Clock_Dot">
              <a:extLst>
                <a:ext uri="{FF2B5EF4-FFF2-40B4-BE49-F238E27FC236}">
                  <a16:creationId xmlns:a16="http://schemas.microsoft.com/office/drawing/2014/main" id="{1F5244CA-EA8E-BB54-09F3-C793B5624AAE}"/>
                </a:ext>
              </a:extLst>
            </p:cNvPr>
            <p:cNvSpPr/>
            <p:nvPr>
              <p:custDataLst>
                <p:tags r:id="rId6"/>
              </p:custDataLst>
            </p:nvPr>
          </p:nvSpPr>
          <p:spPr bwMode="gray">
            <a:xfrm flipV="1">
              <a:off x="4067930" y="3429000"/>
              <a:ext cx="216030" cy="216030"/>
            </a:xfrm>
            <a:prstGeom prst="ellipse">
              <a:avLst/>
            </a:prstGeom>
            <a:solidFill>
              <a:schemeClr val="accent1"/>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43" name="Clock_Glas">
              <a:extLst>
                <a:ext uri="{FF2B5EF4-FFF2-40B4-BE49-F238E27FC236}">
                  <a16:creationId xmlns:a16="http://schemas.microsoft.com/office/drawing/2014/main" id="{E3FF2675-7CA3-A311-F0E1-1B8570B660E0}"/>
                </a:ext>
              </a:extLst>
            </p:cNvPr>
            <p:cNvSpPr/>
            <p:nvPr>
              <p:custDataLst>
                <p:tags r:id="rId7"/>
              </p:custDataLst>
            </p:nvPr>
          </p:nvSpPr>
          <p:spPr bwMode="gray">
            <a:xfrm>
              <a:off x="3347830" y="2708900"/>
              <a:ext cx="1656230" cy="1656230"/>
            </a:xfrm>
            <a:prstGeom prst="ellipse">
              <a:avLst/>
            </a:prstGeom>
            <a:noFill/>
            <a:ln w="6350" algn="ctr">
              <a:solidFill>
                <a:schemeClr val="tx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sp>
        <p:nvSpPr>
          <p:cNvPr id="144" name="Time_Over_20min">
            <a:extLst>
              <a:ext uri="{FF2B5EF4-FFF2-40B4-BE49-F238E27FC236}">
                <a16:creationId xmlns:a16="http://schemas.microsoft.com/office/drawing/2014/main" id="{A90F37E0-76D6-7EFF-B195-E0E0C96DDACC}"/>
              </a:ext>
            </a:extLst>
          </p:cNvPr>
          <p:cNvSpPr/>
          <p:nvPr>
            <p:custDataLst>
              <p:tags r:id="rId5"/>
            </p:custDataLst>
          </p:nvPr>
        </p:nvSpPr>
        <p:spPr bwMode="gray">
          <a:xfrm>
            <a:off x="1236028" y="4623477"/>
            <a:ext cx="1242060" cy="1242058"/>
          </a:xfrm>
          <a:prstGeom prst="ellipse">
            <a:avLst/>
          </a:prstGeom>
          <a:solidFill>
            <a:srgbClr val="F4364C"/>
          </a:solidFill>
          <a:ln w="6350" algn="ctr">
            <a:solidFill>
              <a:schemeClr val="tx1">
                <a:alpha val="69804"/>
              </a:schemeClr>
            </a:solidFill>
            <a:miter lim="800000"/>
          </a:ln>
        </p:spPr>
        <p:txBody>
          <a:bodyPr wrap="none" lIns="0" tIns="72000" rIns="0" bIns="72000" rtlCol="0" anchor="ctr" anchorCtr="0">
            <a:noAutofit/>
          </a:bodyPr>
          <a:lstStyle/>
          <a:p>
            <a:pPr algn="ctr" fontAlgn="base">
              <a:spcBef>
                <a:spcPct val="40000"/>
              </a:spcBef>
              <a:spcAft>
                <a:spcPct val="0"/>
              </a:spcAft>
              <a:buClr>
                <a:srgbClr val="215283"/>
              </a:buClr>
              <a:buSzPct val="85000"/>
            </a:pPr>
            <a:r>
              <a:rPr lang="ko-KR" altLang="en-US" sz="2000" b="1">
                <a:solidFill>
                  <a:srgbClr val="000000"/>
                </a:solidFill>
                <a:latin typeface="Segoe UI" panose="020B0502040204020203" pitchFamily="34" charset="0"/>
                <a:ea typeface="Segoe UI" panose="020B0503020000020004" pitchFamily="34" charset="-127"/>
                <a:cs typeface="Segoe UI"/>
              </a:rPr>
              <a:t>솔루션</a:t>
            </a:r>
          </a:p>
        </p:txBody>
      </p:sp>
      <p:sp>
        <p:nvSpPr>
          <p:cNvPr id="101" name="TextBox 100">
            <a:extLst>
              <a:ext uri="{FF2B5EF4-FFF2-40B4-BE49-F238E27FC236}">
                <a16:creationId xmlns:a16="http://schemas.microsoft.com/office/drawing/2014/main" id="{C89403B7-7566-D500-B3BA-A20BE24600D0}"/>
              </a:ext>
            </a:extLst>
          </p:cNvPr>
          <p:cNvSpPr txBox="1"/>
          <p:nvPr/>
        </p:nvSpPr>
        <p:spPr>
          <a:xfrm>
            <a:off x="6491186" y="5160435"/>
            <a:ext cx="3816453" cy="670560"/>
          </a:xfrm>
          <a:prstGeom prst="rect">
            <a:avLst/>
          </a:prstGeom>
          <a:noFill/>
        </p:spPr>
        <p:txBody>
          <a:bodyPr wrap="square" lIns="0" tIns="0" rIns="0" bIns="0" rtlCol="0">
            <a:spAutoFit/>
          </a:bodyPr>
          <a:lstStyle/>
          <a:p>
            <a:pPr algn="r" defTabSz="914367">
              <a:defRPr/>
            </a:pPr>
            <a:r>
              <a:rPr lang="ko-KR" altLang="en-US" sz="4400">
                <a:solidFill>
                  <a:srgbClr val="000000"/>
                </a:solidFill>
                <a:latin typeface="Segoe UI" panose="020B0502040204020203" pitchFamily="34" charset="0"/>
                <a:ea typeface="Segoe UI" panose="020B0503020000020004" pitchFamily="34" charset="-127"/>
                <a:cs typeface="Segoe UI"/>
              </a:rPr>
              <a:t>정답</a:t>
            </a:r>
            <a:r>
              <a:rPr lang="en-US" altLang="ko-KR" sz="4400">
                <a:solidFill>
                  <a:srgbClr val="000000"/>
                </a:solidFill>
                <a:latin typeface="Segoe UI" panose="020B0502040204020203" pitchFamily="34" charset="0"/>
                <a:ea typeface="Segoe UI" panose="020B0503020000020004" pitchFamily="34" charset="-127"/>
                <a:cs typeface="Segoe UI"/>
              </a:rPr>
              <a:t>=A</a:t>
            </a:r>
          </a:p>
        </p:txBody>
      </p:sp>
      <p:sp>
        <p:nvSpPr>
          <p:cNvPr id="14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AIl rights reserved.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8" presetClass="emph" presetSubtype="0" fill="hold" nodeType="clickEffect">
                                  <p:stCondLst>
                                    <p:cond delay="0"/>
                                  </p:stCondLst>
                                  <p:childTnLst>
                                    <p:animRot by="7200000">
                                      <p:cBhvr>
                                        <p:cTn id="6" dur="20000" fill="hold"/>
                                        <p:tgtEl>
                                          <p:spTgt spid="138"/>
                                        </p:tgtEl>
                                        <p:attrNameLst>
                                          <p:attrName>r</p:attrName>
                                        </p:attrNameLst>
                                      </p:cBhvr>
                                    </p:animRot>
                                  </p:childTnLst>
                                </p:cTn>
                              </p:par>
                            </p:childTnLst>
                          </p:cTn>
                        </p:par>
                        <p:par>
                          <p:cTn id="7" fill="hold" nodeType="afterGroup">
                            <p:stCondLst>
                              <p:cond delay="20000"/>
                            </p:stCondLst>
                            <p:childTnLst>
                              <p:par>
                                <p:cTn id="8" presetID="10" presetClass="entr" presetSubtype="0" fill="hold" grpId="0" nodeType="after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fade">
                                      <p:cBhvr>
                                        <p:cTn id="10" dur="500"/>
                                        <p:tgtEl>
                                          <p:spTgt spid="144"/>
                                        </p:tgtEl>
                                      </p:cBhvr>
                                    </p:animEffect>
                                  </p:childTnLst>
                                </p:cTn>
                              </p:par>
                            </p:childTnLst>
                          </p:cTn>
                        </p:par>
                        <p:par>
                          <p:cTn id="11" fill="hold" nodeType="afterGroup">
                            <p:stCondLst>
                              <p:cond delay="20500"/>
                            </p:stCondLst>
                            <p:childTnLst>
                              <p:par>
                                <p:cTn id="12" presetID="16" presetClass="entr" presetSubtype="21" fill="hold" nodeType="afterEffect">
                                  <p:stCondLst>
                                    <p:cond delay="0"/>
                                  </p:stCondLst>
                                  <p:childTnLst>
                                    <p:set>
                                      <p:cBhvr>
                                        <p:cTn id="13" dur="1" fill="hold">
                                          <p:stCondLst>
                                            <p:cond delay="0"/>
                                          </p:stCondLst>
                                        </p:cTn>
                                        <p:tgtEl>
                                          <p:spTgt spid="101">
                                            <p:txEl>
                                              <p:pRg st="0" end="0"/>
                                            </p:txEl>
                                          </p:spTgt>
                                        </p:tgtEl>
                                        <p:attrNameLst>
                                          <p:attrName>style.visibility</p:attrName>
                                        </p:attrNameLst>
                                      </p:cBhvr>
                                      <p:to>
                                        <p:strVal val="visible"/>
                                      </p:to>
                                    </p:set>
                                    <p:animEffect transition="in" filter="barn(inVertical)">
                                      <p:cBhvr>
                                        <p:cTn id="14" dur="500"/>
                                        <p:tgtEl>
                                          <p:spTgt spid="101">
                                            <p:txEl>
                                              <p:pRg st="0" end="0"/>
                                            </p:txEl>
                                          </p:spTgt>
                                        </p:tgtEl>
                                      </p:cBhvr>
                                    </p:animEffect>
                                  </p:childTnLst>
                                </p:cTn>
                              </p:par>
                            </p:childTnLst>
                          </p:cTn>
                        </p:par>
                        <p:par>
                          <p:cTn id="15" fill="hold" nodeType="afterGroup">
                            <p:stCondLst>
                              <p:cond delay="21000"/>
                            </p:stCondLst>
                            <p:childTnLst>
                              <p:par>
                                <p:cTn id="16" presetID="16" presetClass="entr" presetSubtype="21" fill="hold" grpId="0" nodeType="after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barn(inVertical)">
                                      <p:cBhvr>
                                        <p:cTn id="1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144"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48D92E-FD91-408F-BE95-CD5DDEDB5E9B}"/>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점검 </a:t>
            </a:r>
            <a:endParaRPr lang="de-DE" sz="3000" b="1" noProof="0">
              <a:latin typeface="Segoe UI" panose="020B0502040204020203" pitchFamily="34" charset="0"/>
              <a:ea typeface="Segoe UI" panose="020B0503020000020004" pitchFamily="34" charset="-127"/>
            </a:endParaRPr>
          </a:p>
        </p:txBody>
      </p:sp>
      <p:sp>
        <p:nvSpPr>
          <p:cNvPr id="4" name="Oval 3">
            <a:extLst>
              <a:ext uri="{FF2B5EF4-FFF2-40B4-BE49-F238E27FC236}">
                <a16:creationId xmlns:a16="http://schemas.microsoft.com/office/drawing/2014/main" id="{465B3BD5-1271-09C4-914E-C3C045F44F22}"/>
              </a:ext>
              <a:ext uri="{C183D7F6-B498-43B3-948B-1728B52AA6E4}">
                <adec:decorative xmlns:adec="http://schemas.microsoft.com/office/drawing/2017/decorative" val="0"/>
              </a:ext>
            </a:extLst>
          </p:cNvPr>
          <p:cNvSpPr/>
          <p:nvPr/>
        </p:nvSpPr>
        <p:spPr bwMode="auto">
          <a:xfrm>
            <a:off x="724170" y="1532745"/>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ct val="0"/>
              </a:spcAft>
            </a:pPr>
            <a:r>
              <a:rPr lang="en-US" altLang="ko-KR" b="1">
                <a:solidFill>
                  <a:srgbClr val="000000"/>
                </a:solidFill>
                <a:latin typeface="Segoe UI" panose="020B0502040204020203" pitchFamily="34" charset="0"/>
                <a:ea typeface="Segoe UI" panose="020B0503020000020004" pitchFamily="34" charset="-127"/>
                <a:cs typeface="Segoe UI"/>
              </a:rPr>
              <a:t>2</a:t>
            </a:r>
            <a:endParaRPr lang="en-IN" b="1">
              <a:solidFill>
                <a:schemeClr val="tx1"/>
              </a:solidFill>
              <a:latin typeface="Segoe UI" panose="020B0502040204020203" pitchFamily="34" charset="0"/>
              <a:ea typeface="Segoe UI" panose="020B0503020000020004" pitchFamily="34" charset="-127"/>
            </a:endParaRPr>
          </a:p>
        </p:txBody>
      </p:sp>
      <p:sp>
        <p:nvSpPr>
          <p:cNvPr id="100" name="Text Placeholder 54">
            <a:extLst>
              <a:ext uri="{FF2B5EF4-FFF2-40B4-BE49-F238E27FC236}">
                <a16:creationId xmlns:a16="http://schemas.microsoft.com/office/drawing/2014/main" id="{50F6B968-C0BE-E342-2D05-B5F8C48D01B7}"/>
              </a:ext>
            </a:extLst>
          </p:cNvPr>
          <p:cNvSpPr>
            <a:spLocks noGrp="1"/>
          </p:cNvSpPr>
          <p:nvPr>
            <p:ph type="body" sz="quarter" idx="17"/>
          </p:nvPr>
        </p:nvSpPr>
        <p:spPr>
          <a:xfrm>
            <a:off x="1236664" y="1593850"/>
            <a:ext cx="8778875" cy="1107996"/>
          </a:xfrm>
        </p:spPr>
        <p:txBody>
          <a:bodyPr/>
          <a:lstStyle/>
          <a:p>
            <a:pPr fontAlgn="t">
              <a:buSzTx/>
              <a:defRPr/>
            </a:pPr>
            <a:r>
              <a:rPr lang="ko-KR" altLang="en-US" sz="1800" b="1">
                <a:solidFill>
                  <a:srgbClr val="000000"/>
                </a:solidFill>
                <a:latin typeface="Segoe UI" panose="020B0502040204020203" pitchFamily="34" charset="0"/>
                <a:ea typeface="Segoe UI" panose="020B0503020000020004" pitchFamily="34" charset="-127"/>
                <a:cs typeface="Segoe UI"/>
              </a:rPr>
              <a:t>현재 에이전트가 고객에게 제시할 토픽을 식별할 수 없는 경우 대화가 자동으로 담당자로 에스컬레이션됩니다</a:t>
            </a:r>
            <a:r>
              <a:rPr lang="en-US" altLang="ko-KR" sz="1800" b="1">
                <a:solidFill>
                  <a:srgbClr val="000000"/>
                </a:solidFill>
                <a:latin typeface="Segoe UI" panose="020B0502040204020203" pitchFamily="34" charset="0"/>
                <a:ea typeface="Segoe UI" panose="020B0503020000020004" pitchFamily="34" charset="-127"/>
                <a:cs typeface="Segoe UI"/>
              </a:rPr>
              <a:t>.  </a:t>
            </a:r>
            <a:r>
              <a:rPr lang="ko-KR" altLang="en-US" sz="1800" b="1">
                <a:solidFill>
                  <a:srgbClr val="000000"/>
                </a:solidFill>
                <a:latin typeface="Segoe UI" panose="020B0502040204020203" pitchFamily="34" charset="0"/>
                <a:ea typeface="Segoe UI" panose="020B0503020000020004" pitchFamily="34" charset="-127"/>
                <a:cs typeface="Segoe UI"/>
              </a:rPr>
              <a:t>대화를 에스컬레이션하기 전에 먼저 고객에게 몇 가지 질문을 하여 해당 토픽이 도움이 될 수 있는지 판단하도록 에이전트를 구성하라는 요청을 받았습니다</a:t>
            </a:r>
            <a:r>
              <a:rPr lang="en-US" altLang="ko-KR" sz="1800" b="1">
                <a:solidFill>
                  <a:srgbClr val="000000"/>
                </a:solidFill>
                <a:latin typeface="Segoe UI" panose="020B0502040204020203" pitchFamily="34" charset="0"/>
                <a:ea typeface="Segoe UI" panose="020B0503020000020004" pitchFamily="34" charset="-127"/>
                <a:cs typeface="Segoe UI"/>
              </a:rPr>
              <a:t>. </a:t>
            </a:r>
            <a:r>
              <a:rPr lang="ko-KR" altLang="en-US" sz="1800" b="1">
                <a:solidFill>
                  <a:srgbClr val="000000"/>
                </a:solidFill>
                <a:latin typeface="Segoe UI" panose="020B0502040204020203" pitchFamily="34" charset="0"/>
                <a:ea typeface="Segoe UI" panose="020B0503020000020004" pitchFamily="34" charset="-127"/>
                <a:cs typeface="Segoe UI"/>
              </a:rPr>
              <a:t>사용해야 하는 토픽은 무엇인가요</a:t>
            </a:r>
            <a:r>
              <a:rPr lang="en-US" altLang="ko-KR" sz="1800" b="1">
                <a:solidFill>
                  <a:srgbClr val="000000"/>
                </a:solidFill>
                <a:latin typeface="Segoe UI" panose="020B0502040204020203" pitchFamily="34" charset="0"/>
                <a:ea typeface="Segoe UI" panose="020B0503020000020004" pitchFamily="34" charset="-127"/>
                <a:cs typeface="Segoe UI"/>
              </a:rPr>
              <a:t>?</a:t>
            </a:r>
            <a:endParaRPr lang="en-US" sz="1800" b="1">
              <a:latin typeface="Segoe UI" panose="020B0502040204020203" pitchFamily="34" charset="0"/>
              <a:ea typeface="Segoe UI" panose="020B0503020000020004" pitchFamily="34" charset="-127"/>
              <a:cs typeface="+mn-cs"/>
            </a:endParaRPr>
          </a:p>
        </p:txBody>
      </p:sp>
      <p:sp>
        <p:nvSpPr>
          <p:cNvPr id="101" name="Text Placeholder 3">
            <a:extLst>
              <a:ext uri="{FF2B5EF4-FFF2-40B4-BE49-F238E27FC236}">
                <a16:creationId xmlns:a16="http://schemas.microsoft.com/office/drawing/2014/main" id="{240746CA-A77E-44E1-E2EC-87B770493E6B}"/>
              </a:ext>
            </a:extLst>
          </p:cNvPr>
          <p:cNvSpPr>
            <a:spLocks noGrp="1"/>
          </p:cNvSpPr>
          <p:nvPr>
            <p:ph type="body" sz="quarter" idx="15"/>
          </p:nvPr>
        </p:nvSpPr>
        <p:spPr>
          <a:xfrm>
            <a:off x="1239838" y="3014061"/>
            <a:ext cx="8775700" cy="1252651"/>
          </a:xfrm>
        </p:spPr>
        <p:txBody>
          <a:bodyPr/>
          <a:lstStyle/>
          <a:p>
            <a:r>
              <a:rPr lang="ko-KR" altLang="en-US">
                <a:solidFill>
                  <a:srgbClr val="000000"/>
                </a:solidFill>
                <a:latin typeface="Segoe UI" panose="020B0502040204020203" pitchFamily="34" charset="0"/>
                <a:ea typeface="Segoe UI" panose="020B0503020000020004" pitchFamily="34" charset="-127"/>
                <a:cs typeface="Segoe UI"/>
              </a:rPr>
              <a:t>오류 시</a:t>
            </a:r>
          </a:p>
          <a:p>
            <a:r>
              <a:rPr lang="ko-KR" altLang="en-US">
                <a:solidFill>
                  <a:srgbClr val="000000"/>
                </a:solidFill>
                <a:latin typeface="Segoe UI" panose="020B0502040204020203" pitchFamily="34" charset="0"/>
                <a:ea typeface="Segoe UI" panose="020B0503020000020004" pitchFamily="34" charset="-127"/>
                <a:cs typeface="Segoe UI"/>
              </a:rPr>
              <a:t>여러 토픽 일치</a:t>
            </a:r>
          </a:p>
          <a:p>
            <a:r>
              <a:rPr lang="ko-KR" altLang="en-US">
                <a:solidFill>
                  <a:srgbClr val="000000"/>
                </a:solidFill>
                <a:latin typeface="Segoe UI" panose="020B0502040204020203" pitchFamily="34" charset="0"/>
                <a:ea typeface="Segoe UI" panose="020B0503020000020004" pitchFamily="34" charset="-127"/>
                <a:cs typeface="Segoe UI"/>
              </a:rPr>
              <a:t>대체</a:t>
            </a:r>
          </a:p>
          <a:p>
            <a:r>
              <a:rPr lang="ko-KR" altLang="en-US">
                <a:solidFill>
                  <a:srgbClr val="000000"/>
                </a:solidFill>
                <a:latin typeface="Segoe UI" panose="020B0502040204020203" pitchFamily="34" charset="0"/>
                <a:ea typeface="Segoe UI" panose="020B0503020000020004" pitchFamily="34" charset="-127"/>
                <a:cs typeface="Segoe UI"/>
              </a:rPr>
              <a:t>대화 부스팅</a:t>
            </a:r>
          </a:p>
        </p:txBody>
      </p:sp>
      <p:sp>
        <p:nvSpPr>
          <p:cNvPr id="103" name="Graphic 26">
            <a:extLst>
              <a:ext uri="{FF2B5EF4-FFF2-40B4-BE49-F238E27FC236}">
                <a16:creationId xmlns:a16="http://schemas.microsoft.com/office/drawing/2014/main" id="{68213B0D-76AF-8FCA-E8B5-DACD8EF6939B}"/>
              </a:ext>
              <a:ext uri="{C183D7F6-B498-43B3-948B-1728B52AA6E4}">
                <adec:decorative xmlns:adec="http://schemas.microsoft.com/office/drawing/2017/decorative" val="1"/>
              </a:ext>
            </a:extLst>
          </p:cNvPr>
          <p:cNvSpPr/>
          <p:nvPr/>
        </p:nvSpPr>
        <p:spPr>
          <a:xfrm>
            <a:off x="1284003" y="353963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latinLnBrk="0">
              <a:spcBef>
                <a:spcPct val="0"/>
              </a:spcBef>
              <a:spcAft>
                <a:spcPct val="0"/>
              </a:spcAft>
              <a:defRPr/>
            </a:pPr>
            <a:endParaRPr lang="en-US" kern="0">
              <a:solidFill>
                <a:srgbClr val="000000"/>
              </a:solidFill>
            </a:endParaRPr>
          </a:p>
        </p:txBody>
      </p:sp>
      <p:sp>
        <p:nvSpPr>
          <p:cNvPr id="148" name="Clock_Pie_Big">
            <a:extLst>
              <a:ext uri="{FF2B5EF4-FFF2-40B4-BE49-F238E27FC236}">
                <a16:creationId xmlns:a16="http://schemas.microsoft.com/office/drawing/2014/main" id="{9166999F-479A-C0E5-6D09-C31443624CBA}"/>
              </a:ext>
              <a:ext uri="{C183D7F6-B498-43B3-948B-1728B52AA6E4}">
                <adec:decorative xmlns:adec="http://schemas.microsoft.com/office/drawing/2017/decorative" val="1"/>
              </a:ext>
            </a:extLst>
          </p:cNvPr>
          <p:cNvSpPr/>
          <p:nvPr>
            <p:custDataLst>
              <p:tags r:id="rId1"/>
            </p:custDataLst>
          </p:nvPr>
        </p:nvSpPr>
        <p:spPr bwMode="gray">
          <a:xfrm>
            <a:off x="1236028" y="4623477"/>
            <a:ext cx="1242060" cy="1242058"/>
          </a:xfrm>
          <a:prstGeom prst="pie">
            <a:avLst>
              <a:gd name="adj1" fmla="val 16188133"/>
              <a:gd name="adj2" fmla="val 1786652"/>
            </a:avLst>
          </a:prstGeom>
          <a:solidFill>
            <a:schemeClr val="accent2"/>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49" name="Group 406">
            <a:extLst>
              <a:ext uri="{FF2B5EF4-FFF2-40B4-BE49-F238E27FC236}">
                <a16:creationId xmlns:a16="http://schemas.microsoft.com/office/drawing/2014/main" id="{463A1A5E-B820-2E6A-86E2-02EF9CBF7538}"/>
              </a:ext>
              <a:ext uri="{C183D7F6-B498-43B3-948B-1728B52AA6E4}">
                <adec:decorative xmlns:adec="http://schemas.microsoft.com/office/drawing/2017/decorative" val="1"/>
              </a:ext>
            </a:extLst>
          </p:cNvPr>
          <p:cNvGrpSpPr/>
          <p:nvPr>
            <p:custDataLst>
              <p:tags r:id="rId2"/>
            </p:custDataLst>
          </p:nvPr>
        </p:nvGrpSpPr>
        <p:grpSpPr>
          <a:xfrm>
            <a:off x="1236028" y="4623477"/>
            <a:ext cx="1242060" cy="1242058"/>
            <a:chOff x="5000736" y="-1903280"/>
            <a:chExt cx="1656230" cy="1656230"/>
          </a:xfrm>
        </p:grpSpPr>
        <p:grpSp>
          <p:nvGrpSpPr>
            <p:cNvPr id="150" name="Ticks_1minute">
              <a:extLst>
                <a:ext uri="{FF2B5EF4-FFF2-40B4-BE49-F238E27FC236}">
                  <a16:creationId xmlns:a16="http://schemas.microsoft.com/office/drawing/2014/main" id="{76E180FA-F610-5B5D-5E34-7A0668A0A943}"/>
                </a:ext>
              </a:extLst>
            </p:cNvPr>
            <p:cNvGrpSpPr/>
            <p:nvPr/>
          </p:nvGrpSpPr>
          <p:grpSpPr>
            <a:xfrm rot="5400000">
              <a:off x="6462293" y="-938736"/>
              <a:ext cx="239383" cy="134955"/>
              <a:chOff x="8076251" y="4591685"/>
              <a:chExt cx="239383" cy="134955"/>
            </a:xfrm>
          </p:grpSpPr>
          <p:cxnSp>
            <p:nvCxnSpPr>
              <p:cNvPr id="180" name="Straight Connector 521">
                <a:extLst>
                  <a:ext uri="{FF2B5EF4-FFF2-40B4-BE49-F238E27FC236}">
                    <a16:creationId xmlns:a16="http://schemas.microsoft.com/office/drawing/2014/main" id="{5AE8B0D7-24C9-D1C4-6617-296806D1A8AD}"/>
                  </a:ext>
                </a:extLst>
              </p:cNvPr>
              <p:cNvCxnSpPr/>
              <p:nvPr>
                <p:custDataLst>
                  <p:tags r:id="rId39"/>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Straight Connector 522">
                <a:extLst>
                  <a:ext uri="{FF2B5EF4-FFF2-40B4-BE49-F238E27FC236}">
                    <a16:creationId xmlns:a16="http://schemas.microsoft.com/office/drawing/2014/main" id="{F4427E63-3362-6BE8-DE6D-1CF13FB459AF}"/>
                  </a:ext>
                </a:extLst>
              </p:cNvPr>
              <p:cNvCxnSpPr/>
              <p:nvPr>
                <p:custDataLst>
                  <p:tags r:id="rId40"/>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Straight Connector 523">
                <a:extLst>
                  <a:ext uri="{FF2B5EF4-FFF2-40B4-BE49-F238E27FC236}">
                    <a16:creationId xmlns:a16="http://schemas.microsoft.com/office/drawing/2014/main" id="{AA5467CD-568A-6769-F236-04E5DF23DBBE}"/>
                  </a:ext>
                </a:extLst>
              </p:cNvPr>
              <p:cNvCxnSpPr/>
              <p:nvPr>
                <p:custDataLst>
                  <p:tags r:id="rId41"/>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Straight Connector 524">
                <a:extLst>
                  <a:ext uri="{FF2B5EF4-FFF2-40B4-BE49-F238E27FC236}">
                    <a16:creationId xmlns:a16="http://schemas.microsoft.com/office/drawing/2014/main" id="{470B6955-9EE8-88DD-0C3D-0C9F5D42518B}"/>
                  </a:ext>
                </a:extLst>
              </p:cNvPr>
              <p:cNvCxnSpPr/>
              <p:nvPr>
                <p:custDataLst>
                  <p:tags r:id="rId42"/>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1" name="Ticks_1minute">
              <a:extLst>
                <a:ext uri="{FF2B5EF4-FFF2-40B4-BE49-F238E27FC236}">
                  <a16:creationId xmlns:a16="http://schemas.microsoft.com/office/drawing/2014/main" id="{4CB9EE70-4B0A-4471-D2B1-F8D8ACCA88B9}"/>
                </a:ext>
              </a:extLst>
            </p:cNvPr>
            <p:cNvGrpSpPr/>
            <p:nvPr>
              <p:custDataLst>
                <p:tags r:id="rId10"/>
              </p:custDataLst>
            </p:nvPr>
          </p:nvGrpSpPr>
          <p:grpSpPr>
            <a:xfrm rot="3600000">
              <a:off x="6463345" y="-1342621"/>
              <a:ext cx="239383" cy="134955"/>
              <a:chOff x="8076251" y="4591685"/>
              <a:chExt cx="239383" cy="134955"/>
            </a:xfrm>
          </p:grpSpPr>
          <p:cxnSp>
            <p:nvCxnSpPr>
              <p:cNvPr id="176" name="Straight Connector 517">
                <a:extLst>
                  <a:ext uri="{FF2B5EF4-FFF2-40B4-BE49-F238E27FC236}">
                    <a16:creationId xmlns:a16="http://schemas.microsoft.com/office/drawing/2014/main" id="{3854DF8D-5259-3071-2820-09328A309D18}"/>
                  </a:ext>
                </a:extLst>
              </p:cNvPr>
              <p:cNvCxnSpPr/>
              <p:nvPr>
                <p:custDataLst>
                  <p:tags r:id="rId3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Straight Connector 518">
                <a:extLst>
                  <a:ext uri="{FF2B5EF4-FFF2-40B4-BE49-F238E27FC236}">
                    <a16:creationId xmlns:a16="http://schemas.microsoft.com/office/drawing/2014/main" id="{48E686F2-4F28-3CFD-F592-9790E9F64E3E}"/>
                  </a:ext>
                </a:extLst>
              </p:cNvPr>
              <p:cNvCxnSpPr/>
              <p:nvPr>
                <p:custDataLst>
                  <p:tags r:id="rId3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Straight Connector 519">
                <a:extLst>
                  <a:ext uri="{FF2B5EF4-FFF2-40B4-BE49-F238E27FC236}">
                    <a16:creationId xmlns:a16="http://schemas.microsoft.com/office/drawing/2014/main" id="{9F6158DD-6F20-8C85-A587-4E745FBA93E2}"/>
                  </a:ext>
                </a:extLst>
              </p:cNvPr>
              <p:cNvCxnSpPr/>
              <p:nvPr>
                <p:custDataLst>
                  <p:tags r:id="rId3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Straight Connector 520">
                <a:extLst>
                  <a:ext uri="{FF2B5EF4-FFF2-40B4-BE49-F238E27FC236}">
                    <a16:creationId xmlns:a16="http://schemas.microsoft.com/office/drawing/2014/main" id="{F4A1BDEC-B97F-B20F-91EA-B330FA230C47}"/>
                  </a:ext>
                </a:extLst>
              </p:cNvPr>
              <p:cNvCxnSpPr/>
              <p:nvPr>
                <p:custDataLst>
                  <p:tags r:id="rId3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2" name="Ticks_1minute">
              <a:extLst>
                <a:ext uri="{FF2B5EF4-FFF2-40B4-BE49-F238E27FC236}">
                  <a16:creationId xmlns:a16="http://schemas.microsoft.com/office/drawing/2014/main" id="{8866C41F-8BC9-5E91-08FB-A71117449FC7}"/>
                </a:ext>
              </a:extLst>
            </p:cNvPr>
            <p:cNvGrpSpPr/>
            <p:nvPr>
              <p:custDataLst>
                <p:tags r:id="rId11"/>
              </p:custDataLst>
            </p:nvPr>
          </p:nvGrpSpPr>
          <p:grpSpPr>
            <a:xfrm rot="1800000">
              <a:off x="6262314" y="-1692922"/>
              <a:ext cx="239383" cy="134955"/>
              <a:chOff x="8076251" y="4591685"/>
              <a:chExt cx="239383" cy="134955"/>
            </a:xfrm>
          </p:grpSpPr>
          <p:cxnSp>
            <p:nvCxnSpPr>
              <p:cNvPr id="172" name="Straight Connector 513">
                <a:extLst>
                  <a:ext uri="{FF2B5EF4-FFF2-40B4-BE49-F238E27FC236}">
                    <a16:creationId xmlns:a16="http://schemas.microsoft.com/office/drawing/2014/main" id="{3B484A8D-A076-4FE3-5AFD-5FEC9C67CEC4}"/>
                  </a:ext>
                </a:extLst>
              </p:cNvPr>
              <p:cNvCxnSpPr/>
              <p:nvPr>
                <p:custDataLst>
                  <p:tags r:id="rId31"/>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Straight Connector 514">
                <a:extLst>
                  <a:ext uri="{FF2B5EF4-FFF2-40B4-BE49-F238E27FC236}">
                    <a16:creationId xmlns:a16="http://schemas.microsoft.com/office/drawing/2014/main" id="{94C062B7-260C-18AD-DEAA-D609B6F010AB}"/>
                  </a:ext>
                </a:extLst>
              </p:cNvPr>
              <p:cNvCxnSpPr/>
              <p:nvPr>
                <p:custDataLst>
                  <p:tags r:id="rId32"/>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Straight Connector 515">
                <a:extLst>
                  <a:ext uri="{FF2B5EF4-FFF2-40B4-BE49-F238E27FC236}">
                    <a16:creationId xmlns:a16="http://schemas.microsoft.com/office/drawing/2014/main" id="{ECB8724B-59C1-8368-1D9C-518039437B5B}"/>
                  </a:ext>
                </a:extLst>
              </p:cNvPr>
              <p:cNvCxnSpPr/>
              <p:nvPr>
                <p:custDataLst>
                  <p:tags r:id="rId33"/>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Straight Connector 516">
                <a:extLst>
                  <a:ext uri="{FF2B5EF4-FFF2-40B4-BE49-F238E27FC236}">
                    <a16:creationId xmlns:a16="http://schemas.microsoft.com/office/drawing/2014/main" id="{DC6E2CCF-4C49-28DC-B145-A2D4E388D4FA}"/>
                  </a:ext>
                </a:extLst>
              </p:cNvPr>
              <p:cNvCxnSpPr/>
              <p:nvPr>
                <p:custDataLst>
                  <p:tags r:id="rId34"/>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3" name="Oval 494">
              <a:extLst>
                <a:ext uri="{FF2B5EF4-FFF2-40B4-BE49-F238E27FC236}">
                  <a16:creationId xmlns:a16="http://schemas.microsoft.com/office/drawing/2014/main" id="{82D7F45B-F2A2-6B2F-9A0C-32C55E2DBF37}"/>
                </a:ext>
              </a:extLst>
            </p:cNvPr>
            <p:cNvSpPr/>
            <p:nvPr>
              <p:custDataLst>
                <p:tags r:id="rId12"/>
              </p:custDataLst>
            </p:nvPr>
          </p:nvSpPr>
          <p:spPr bwMode="gray">
            <a:xfrm>
              <a:off x="5000736" y="-1903280"/>
              <a:ext cx="1656230" cy="1656230"/>
            </a:xfrm>
            <a:prstGeom prst="ellipse">
              <a:avLst/>
            </a:prstGeom>
            <a:noFill/>
            <a:ln w="6350" algn="ctr">
              <a:solidFill>
                <a:schemeClr val="accent6"/>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54" name="Ticks_5minutes">
              <a:extLst>
                <a:ext uri="{FF2B5EF4-FFF2-40B4-BE49-F238E27FC236}">
                  <a16:creationId xmlns:a16="http://schemas.microsoft.com/office/drawing/2014/main" id="{43E90507-4921-7E20-DE79-F3274775F3BF}"/>
                </a:ext>
              </a:extLst>
            </p:cNvPr>
            <p:cNvGrpSpPr/>
            <p:nvPr>
              <p:custDataLst>
                <p:tags r:id="rId13"/>
              </p:custDataLst>
            </p:nvPr>
          </p:nvGrpSpPr>
          <p:grpSpPr>
            <a:xfrm>
              <a:off x="5000736" y="-1903280"/>
              <a:ext cx="1656230" cy="1656230"/>
              <a:chOff x="899490" y="2483871"/>
              <a:chExt cx="1656230" cy="1656230"/>
            </a:xfrm>
          </p:grpSpPr>
          <p:cxnSp>
            <p:nvCxnSpPr>
              <p:cNvPr id="160" name="Straight Connector 501">
                <a:extLst>
                  <a:ext uri="{FF2B5EF4-FFF2-40B4-BE49-F238E27FC236}">
                    <a16:creationId xmlns:a16="http://schemas.microsoft.com/office/drawing/2014/main" id="{74CAC600-C883-CFF7-C8E9-94E19CB13CF4}"/>
                  </a:ext>
                </a:extLst>
              </p:cNvPr>
              <p:cNvCxnSpPr/>
              <p:nvPr>
                <p:custDataLst>
                  <p:tags r:id="rId19"/>
                </p:custDataLst>
              </p:nvPr>
            </p:nvCxnSpPr>
            <p:spPr bwMode="gray">
              <a:xfrm rot="1800000" flipH="1">
                <a:off x="1352614"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Straight Connector 502">
                <a:extLst>
                  <a:ext uri="{FF2B5EF4-FFF2-40B4-BE49-F238E27FC236}">
                    <a16:creationId xmlns:a16="http://schemas.microsoft.com/office/drawing/2014/main" id="{32E73B23-B268-4D4C-B340-DB3FB5A86D4A}"/>
                  </a:ext>
                </a:extLst>
              </p:cNvPr>
              <p:cNvCxnSpPr/>
              <p:nvPr>
                <p:custDataLst>
                  <p:tags r:id="rId20"/>
                </p:custDataLst>
              </p:nvPr>
            </p:nvCxnSpPr>
            <p:spPr bwMode="gray">
              <a:xfrm rot="3600000" flipH="1">
                <a:off x="2382421" y="2861928"/>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Straight Connector 503">
                <a:extLst>
                  <a:ext uri="{FF2B5EF4-FFF2-40B4-BE49-F238E27FC236}">
                    <a16:creationId xmlns:a16="http://schemas.microsoft.com/office/drawing/2014/main" id="{728A35BD-C7B2-EED4-18B0-A9EB4634481B}"/>
                  </a:ext>
                </a:extLst>
              </p:cNvPr>
              <p:cNvCxnSpPr/>
              <p:nvPr>
                <p:custDataLst>
                  <p:tags r:id="rId21"/>
                </p:custDataLst>
              </p:nvPr>
            </p:nvCxnSpPr>
            <p:spPr bwMode="gray">
              <a:xfrm flipH="1">
                <a:off x="1727605" y="248387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Straight Connector 504">
                <a:extLst>
                  <a:ext uri="{FF2B5EF4-FFF2-40B4-BE49-F238E27FC236}">
                    <a16:creationId xmlns:a16="http://schemas.microsoft.com/office/drawing/2014/main" id="{652B9413-B18A-05CE-C0BE-9E04531C43ED}"/>
                  </a:ext>
                </a:extLst>
              </p:cNvPr>
              <p:cNvCxnSpPr/>
              <p:nvPr>
                <p:custDataLst>
                  <p:tags r:id="rId22"/>
                </p:custDataLst>
              </p:nvPr>
            </p:nvCxnSpPr>
            <p:spPr bwMode="gray">
              <a:xfrm rot="9000000" flipH="1">
                <a:off x="1349547" y="2590319"/>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Straight Connector 505">
                <a:extLst>
                  <a:ext uri="{FF2B5EF4-FFF2-40B4-BE49-F238E27FC236}">
                    <a16:creationId xmlns:a16="http://schemas.microsoft.com/office/drawing/2014/main" id="{19FD611C-46CD-94E4-AA26-1623090BEAA8}"/>
                  </a:ext>
                </a:extLst>
              </p:cNvPr>
              <p:cNvCxnSpPr/>
              <p:nvPr>
                <p:custDataLst>
                  <p:tags r:id="rId23"/>
                </p:custDataLst>
              </p:nvPr>
            </p:nvCxnSpPr>
            <p:spPr bwMode="gray">
              <a:xfrm rot="7200000" flipH="1">
                <a:off x="2382421" y="3618044"/>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Straight Connector 506">
                <a:extLst>
                  <a:ext uri="{FF2B5EF4-FFF2-40B4-BE49-F238E27FC236}">
                    <a16:creationId xmlns:a16="http://schemas.microsoft.com/office/drawing/2014/main" id="{FC74E05D-198F-4F1C-8C4B-FA374871BDB0}"/>
                  </a:ext>
                </a:extLst>
              </p:cNvPr>
              <p:cNvCxnSpPr/>
              <p:nvPr>
                <p:custDataLst>
                  <p:tags r:id="rId24"/>
                </p:custDataLst>
              </p:nvPr>
            </p:nvCxnSpPr>
            <p:spPr bwMode="gray">
              <a:xfrm rot="5400000" flipH="1">
                <a:off x="248372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Straight Connector 507">
                <a:extLst>
                  <a:ext uri="{FF2B5EF4-FFF2-40B4-BE49-F238E27FC236}">
                    <a16:creationId xmlns:a16="http://schemas.microsoft.com/office/drawing/2014/main" id="{0772085A-A7A0-38DB-EAE1-8DC9FADF753C}"/>
                  </a:ext>
                </a:extLst>
              </p:cNvPr>
              <p:cNvCxnSpPr/>
              <p:nvPr>
                <p:custDataLst>
                  <p:tags r:id="rId25"/>
                </p:custDataLst>
              </p:nvPr>
            </p:nvCxnSpPr>
            <p:spPr bwMode="gray">
              <a:xfrm flipH="1">
                <a:off x="1727605" y="399610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Straight Connector 508">
                <a:extLst>
                  <a:ext uri="{FF2B5EF4-FFF2-40B4-BE49-F238E27FC236}">
                    <a16:creationId xmlns:a16="http://schemas.microsoft.com/office/drawing/2014/main" id="{20548FA6-C13A-F9D6-8F20-0EAB5B88FD79}"/>
                  </a:ext>
                </a:extLst>
              </p:cNvPr>
              <p:cNvCxnSpPr/>
              <p:nvPr>
                <p:custDataLst>
                  <p:tags r:id="rId26"/>
                </p:custDataLst>
              </p:nvPr>
            </p:nvCxnSpPr>
            <p:spPr bwMode="gray">
              <a:xfrm rot="1800000" flipH="1">
                <a:off x="2105662" y="258447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Straight Connector 509">
                <a:extLst>
                  <a:ext uri="{FF2B5EF4-FFF2-40B4-BE49-F238E27FC236}">
                    <a16:creationId xmlns:a16="http://schemas.microsoft.com/office/drawing/2014/main" id="{93523A7B-0B1E-D1D8-1EB8-45D47BA4E08C}"/>
                  </a:ext>
                </a:extLst>
              </p:cNvPr>
              <p:cNvCxnSpPr/>
              <p:nvPr>
                <p:custDataLst>
                  <p:tags r:id="rId27"/>
                </p:custDataLst>
              </p:nvPr>
            </p:nvCxnSpPr>
            <p:spPr bwMode="gray">
              <a:xfrm rot="3600000" flipH="1">
                <a:off x="1072790" y="361804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Straight Connector 510">
                <a:extLst>
                  <a:ext uri="{FF2B5EF4-FFF2-40B4-BE49-F238E27FC236}">
                    <a16:creationId xmlns:a16="http://schemas.microsoft.com/office/drawing/2014/main" id="{AB61CB4A-A1F2-2C60-2703-BB58DE153147}"/>
                  </a:ext>
                </a:extLst>
              </p:cNvPr>
              <p:cNvCxnSpPr/>
              <p:nvPr>
                <p:custDataLst>
                  <p:tags r:id="rId28"/>
                </p:custDataLst>
              </p:nvPr>
            </p:nvCxnSpPr>
            <p:spPr bwMode="gray">
              <a:xfrm rot="9000000" flipH="1">
                <a:off x="2105663"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Straight Connector 511">
                <a:extLst>
                  <a:ext uri="{FF2B5EF4-FFF2-40B4-BE49-F238E27FC236}">
                    <a16:creationId xmlns:a16="http://schemas.microsoft.com/office/drawing/2014/main" id="{2DDB03C3-EDAD-D55F-A5D0-BFADE9559384}"/>
                  </a:ext>
                </a:extLst>
              </p:cNvPr>
              <p:cNvCxnSpPr/>
              <p:nvPr>
                <p:custDataLst>
                  <p:tags r:id="rId29"/>
                </p:custDataLst>
              </p:nvPr>
            </p:nvCxnSpPr>
            <p:spPr bwMode="gray">
              <a:xfrm rot="7200000" flipH="1">
                <a:off x="1072790" y="2865892"/>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Straight Connector 512">
                <a:extLst>
                  <a:ext uri="{FF2B5EF4-FFF2-40B4-BE49-F238E27FC236}">
                    <a16:creationId xmlns:a16="http://schemas.microsoft.com/office/drawing/2014/main" id="{40DB3B62-6503-7430-0D06-A66809B42628}"/>
                  </a:ext>
                </a:extLst>
              </p:cNvPr>
              <p:cNvCxnSpPr/>
              <p:nvPr>
                <p:custDataLst>
                  <p:tags r:id="rId30"/>
                </p:custDataLst>
              </p:nvPr>
            </p:nvCxnSpPr>
            <p:spPr bwMode="gray">
              <a:xfrm rot="5400000" flipH="1">
                <a:off x="97149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Ticks_1minute">
              <a:extLst>
                <a:ext uri="{FF2B5EF4-FFF2-40B4-BE49-F238E27FC236}">
                  <a16:creationId xmlns:a16="http://schemas.microsoft.com/office/drawing/2014/main" id="{83C14C82-F153-CB95-93E0-8A8AB69FC271}"/>
                </a:ext>
              </a:extLst>
            </p:cNvPr>
            <p:cNvGrpSpPr/>
            <p:nvPr>
              <p:custDataLst>
                <p:tags r:id="rId14"/>
              </p:custDataLst>
            </p:nvPr>
          </p:nvGrpSpPr>
          <p:grpSpPr>
            <a:xfrm>
              <a:off x="5913066" y="-1895776"/>
              <a:ext cx="239383" cy="134955"/>
              <a:chOff x="8076251" y="4591685"/>
              <a:chExt cx="239383" cy="134955"/>
            </a:xfrm>
          </p:grpSpPr>
          <p:cxnSp>
            <p:nvCxnSpPr>
              <p:cNvPr id="156" name="Straight Connector 497">
                <a:extLst>
                  <a:ext uri="{FF2B5EF4-FFF2-40B4-BE49-F238E27FC236}">
                    <a16:creationId xmlns:a16="http://schemas.microsoft.com/office/drawing/2014/main" id="{FE1E797C-03C3-A35E-9479-672727EE52DA}"/>
                  </a:ext>
                </a:extLst>
              </p:cNvPr>
              <p:cNvCxnSpPr/>
              <p:nvPr>
                <p:custDataLst>
                  <p:tags r:id="rId1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Straight Connector 498">
                <a:extLst>
                  <a:ext uri="{FF2B5EF4-FFF2-40B4-BE49-F238E27FC236}">
                    <a16:creationId xmlns:a16="http://schemas.microsoft.com/office/drawing/2014/main" id="{57890EB4-29D8-9ED7-4920-B732F8DDC2AF}"/>
                  </a:ext>
                </a:extLst>
              </p:cNvPr>
              <p:cNvCxnSpPr/>
              <p:nvPr>
                <p:custDataLst>
                  <p:tags r:id="rId1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Straight Connector 499">
                <a:extLst>
                  <a:ext uri="{FF2B5EF4-FFF2-40B4-BE49-F238E27FC236}">
                    <a16:creationId xmlns:a16="http://schemas.microsoft.com/office/drawing/2014/main" id="{5CA059F4-775C-6B6D-D406-B4B3F3B8B6D6}"/>
                  </a:ext>
                </a:extLst>
              </p:cNvPr>
              <p:cNvCxnSpPr/>
              <p:nvPr>
                <p:custDataLst>
                  <p:tags r:id="rId1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Straight Connector 500">
                <a:extLst>
                  <a:ext uri="{FF2B5EF4-FFF2-40B4-BE49-F238E27FC236}">
                    <a16:creationId xmlns:a16="http://schemas.microsoft.com/office/drawing/2014/main" id="{E55934CC-B022-E52D-0CF6-340B05A95CD2}"/>
                  </a:ext>
                </a:extLst>
              </p:cNvPr>
              <p:cNvCxnSpPr/>
              <p:nvPr>
                <p:custDataLst>
                  <p:tags r:id="rId1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84" name="Indicator_Seconds">
            <a:extLst>
              <a:ext uri="{FF2B5EF4-FFF2-40B4-BE49-F238E27FC236}">
                <a16:creationId xmlns:a16="http://schemas.microsoft.com/office/drawing/2014/main" id="{4DD2EAC6-42E4-2BC0-C43F-CAB1DF184648}"/>
              </a:ext>
              <a:ext uri="{C183D7F6-B498-43B3-948B-1728B52AA6E4}">
                <adec:decorative xmlns:adec="http://schemas.microsoft.com/office/drawing/2017/decorative" val="1"/>
              </a:ext>
            </a:extLst>
          </p:cNvPr>
          <p:cNvGrpSpPr/>
          <p:nvPr>
            <p:custDataLst>
              <p:tags r:id="rId3"/>
            </p:custDataLst>
          </p:nvPr>
        </p:nvGrpSpPr>
        <p:grpSpPr>
          <a:xfrm>
            <a:off x="1236028" y="4623477"/>
            <a:ext cx="1242060" cy="1242058"/>
            <a:chOff x="1511575" y="2744904"/>
            <a:chExt cx="1656230" cy="1656230"/>
          </a:xfrm>
        </p:grpSpPr>
        <p:sp>
          <p:nvSpPr>
            <p:cNvPr id="185" name="Pentagon 526">
              <a:extLst>
                <a:ext uri="{FF2B5EF4-FFF2-40B4-BE49-F238E27FC236}">
                  <a16:creationId xmlns:a16="http://schemas.microsoft.com/office/drawing/2014/main" id="{30DB7218-26EA-DB99-22E2-050384D14537}"/>
                </a:ext>
              </a:extLst>
            </p:cNvPr>
            <p:cNvSpPr/>
            <p:nvPr>
              <p:custDataLst>
                <p:tags r:id="rId8"/>
              </p:custDataLst>
            </p:nvPr>
          </p:nvSpPr>
          <p:spPr bwMode="gray">
            <a:xfrm rot="16200000">
              <a:off x="1925691" y="3122900"/>
              <a:ext cx="828000" cy="72010"/>
            </a:xfrm>
            <a:prstGeom prst="homePlate">
              <a:avLst>
                <a:gd name="adj" fmla="val 283564"/>
              </a:avLst>
            </a:prstGeom>
            <a:solidFill>
              <a:schemeClr val="accent1"/>
            </a:solidFill>
            <a:ln w="6350" algn="ctr">
              <a:noFill/>
              <a:miter lim="800000"/>
            </a:ln>
          </p:spPr>
          <p:txBody>
            <a:bodyPr wrap="square" lIns="90000" tIns="72000" rIns="102097"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86" name="Oval 527">
              <a:extLst>
                <a:ext uri="{FF2B5EF4-FFF2-40B4-BE49-F238E27FC236}">
                  <a16:creationId xmlns:a16="http://schemas.microsoft.com/office/drawing/2014/main" id="{FEF15904-ACDD-CD63-A296-95951EBFC3D2}"/>
                </a:ext>
              </a:extLst>
            </p:cNvPr>
            <p:cNvSpPr/>
            <p:nvPr>
              <p:custDataLst>
                <p:tags r:id="rId9"/>
              </p:custDataLst>
            </p:nvPr>
          </p:nvSpPr>
          <p:spPr bwMode="gray">
            <a:xfrm>
              <a:off x="1511575" y="2744904"/>
              <a:ext cx="1656230" cy="1656230"/>
            </a:xfrm>
            <a:prstGeom prst="ellipse">
              <a:avLst/>
            </a:prstGeom>
            <a:noFill/>
            <a:ln w="6350" algn="ctr">
              <a:solidFill>
                <a:schemeClr val="lt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grpSp>
        <p:nvGrpSpPr>
          <p:cNvPr id="187" name="Clock_Top">
            <a:extLst>
              <a:ext uri="{FF2B5EF4-FFF2-40B4-BE49-F238E27FC236}">
                <a16:creationId xmlns:a16="http://schemas.microsoft.com/office/drawing/2014/main" id="{CFB5E32A-91F1-FC3C-1497-5525FF762907}"/>
              </a:ext>
              <a:ext uri="{C183D7F6-B498-43B3-948B-1728B52AA6E4}">
                <adec:decorative xmlns:adec="http://schemas.microsoft.com/office/drawing/2017/decorative" val="1"/>
              </a:ext>
            </a:extLst>
          </p:cNvPr>
          <p:cNvGrpSpPr/>
          <p:nvPr>
            <p:custDataLst>
              <p:tags r:id="rId4"/>
            </p:custDataLst>
          </p:nvPr>
        </p:nvGrpSpPr>
        <p:grpSpPr>
          <a:xfrm>
            <a:off x="1236028" y="4623477"/>
            <a:ext cx="1242060" cy="1242058"/>
            <a:chOff x="3347830" y="2708900"/>
            <a:chExt cx="1656230" cy="1656230"/>
          </a:xfrm>
        </p:grpSpPr>
        <p:sp>
          <p:nvSpPr>
            <p:cNvPr id="188" name="Clock_Dot">
              <a:extLst>
                <a:ext uri="{FF2B5EF4-FFF2-40B4-BE49-F238E27FC236}">
                  <a16:creationId xmlns:a16="http://schemas.microsoft.com/office/drawing/2014/main" id="{93BE7F76-281C-E1C5-B51A-A72EBB9E66A7}"/>
                </a:ext>
              </a:extLst>
            </p:cNvPr>
            <p:cNvSpPr/>
            <p:nvPr>
              <p:custDataLst>
                <p:tags r:id="rId6"/>
              </p:custDataLst>
            </p:nvPr>
          </p:nvSpPr>
          <p:spPr bwMode="gray">
            <a:xfrm flipV="1">
              <a:off x="4067930" y="3429000"/>
              <a:ext cx="216030" cy="216030"/>
            </a:xfrm>
            <a:prstGeom prst="ellipse">
              <a:avLst/>
            </a:prstGeom>
            <a:solidFill>
              <a:schemeClr val="accent1"/>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89" name="Clock_Glas">
              <a:extLst>
                <a:ext uri="{FF2B5EF4-FFF2-40B4-BE49-F238E27FC236}">
                  <a16:creationId xmlns:a16="http://schemas.microsoft.com/office/drawing/2014/main" id="{654E7DD0-D770-0F56-B935-C67540CB1766}"/>
                </a:ext>
              </a:extLst>
            </p:cNvPr>
            <p:cNvSpPr/>
            <p:nvPr>
              <p:custDataLst>
                <p:tags r:id="rId7"/>
              </p:custDataLst>
            </p:nvPr>
          </p:nvSpPr>
          <p:spPr bwMode="gray">
            <a:xfrm>
              <a:off x="3347830" y="2708900"/>
              <a:ext cx="1656230" cy="1656230"/>
            </a:xfrm>
            <a:prstGeom prst="ellipse">
              <a:avLst/>
            </a:prstGeom>
            <a:noFill/>
            <a:ln w="6350" algn="ctr">
              <a:solidFill>
                <a:schemeClr val="tx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sp>
        <p:nvSpPr>
          <p:cNvPr id="190" name="Time_Over_20min">
            <a:extLst>
              <a:ext uri="{FF2B5EF4-FFF2-40B4-BE49-F238E27FC236}">
                <a16:creationId xmlns:a16="http://schemas.microsoft.com/office/drawing/2014/main" id="{B4D14A71-B726-6833-140B-EF45BF6C2BB9}"/>
              </a:ext>
            </a:extLst>
          </p:cNvPr>
          <p:cNvSpPr/>
          <p:nvPr>
            <p:custDataLst>
              <p:tags r:id="rId5"/>
            </p:custDataLst>
          </p:nvPr>
        </p:nvSpPr>
        <p:spPr bwMode="gray">
          <a:xfrm>
            <a:off x="1236028" y="4623477"/>
            <a:ext cx="1242060" cy="1242058"/>
          </a:xfrm>
          <a:prstGeom prst="ellipse">
            <a:avLst/>
          </a:prstGeom>
          <a:solidFill>
            <a:srgbClr val="F4364C"/>
          </a:solidFill>
          <a:ln w="6350" algn="ctr">
            <a:solidFill>
              <a:schemeClr val="tx1">
                <a:alpha val="69804"/>
              </a:schemeClr>
            </a:solidFill>
            <a:miter lim="800000"/>
          </a:ln>
        </p:spPr>
        <p:txBody>
          <a:bodyPr wrap="none" lIns="0" tIns="72000" rIns="0" bIns="72000" rtlCol="0" anchor="ctr" anchorCtr="0">
            <a:noAutofit/>
          </a:bodyPr>
          <a:lstStyle/>
          <a:p>
            <a:pPr algn="ctr" fontAlgn="base">
              <a:spcBef>
                <a:spcPct val="40000"/>
              </a:spcBef>
              <a:spcAft>
                <a:spcPct val="0"/>
              </a:spcAft>
              <a:buClr>
                <a:srgbClr val="215283"/>
              </a:buClr>
              <a:buSzPct val="85000"/>
            </a:pPr>
            <a:r>
              <a:rPr lang="ko-KR" altLang="en-US" sz="2000" b="1">
                <a:solidFill>
                  <a:srgbClr val="000000"/>
                </a:solidFill>
                <a:latin typeface="Segoe UI" panose="020B0502040204020203" pitchFamily="34" charset="0"/>
                <a:ea typeface="Segoe UI" panose="020B0503020000020004" pitchFamily="34" charset="-127"/>
                <a:cs typeface="Segoe UI"/>
              </a:rPr>
              <a:t>솔루션</a:t>
            </a:r>
          </a:p>
        </p:txBody>
      </p:sp>
      <p:sp>
        <p:nvSpPr>
          <p:cNvPr id="147" name="TextBox 146">
            <a:extLst>
              <a:ext uri="{FF2B5EF4-FFF2-40B4-BE49-F238E27FC236}">
                <a16:creationId xmlns:a16="http://schemas.microsoft.com/office/drawing/2014/main" id="{4B59C8A0-E614-31F0-AFC5-32A5CE7B9B5F}"/>
              </a:ext>
            </a:extLst>
          </p:cNvPr>
          <p:cNvSpPr txBox="1"/>
          <p:nvPr/>
        </p:nvSpPr>
        <p:spPr>
          <a:xfrm>
            <a:off x="6491186" y="5160435"/>
            <a:ext cx="3816453" cy="670560"/>
          </a:xfrm>
          <a:prstGeom prst="rect">
            <a:avLst/>
          </a:prstGeom>
          <a:noFill/>
        </p:spPr>
        <p:txBody>
          <a:bodyPr wrap="square" lIns="0" tIns="0" rIns="0" bIns="0" rtlCol="0">
            <a:spAutoFit/>
          </a:bodyPr>
          <a:lstStyle/>
          <a:p>
            <a:pPr algn="r" defTabSz="914367">
              <a:defRPr/>
            </a:pPr>
            <a:r>
              <a:rPr lang="ko-KR" altLang="en-US" sz="4400">
                <a:solidFill>
                  <a:srgbClr val="000000"/>
                </a:solidFill>
                <a:latin typeface="Segoe UI" panose="020B0502040204020203" pitchFamily="34" charset="0"/>
                <a:ea typeface="Segoe UI" panose="020B0503020000020004" pitchFamily="34" charset="-127"/>
                <a:cs typeface="Segoe UI"/>
              </a:rPr>
              <a:t>정답</a:t>
            </a:r>
            <a:r>
              <a:rPr lang="en-US" altLang="ko-KR" sz="4400">
                <a:solidFill>
                  <a:srgbClr val="000000"/>
                </a:solidFill>
                <a:latin typeface="Segoe UI" panose="020B0502040204020203" pitchFamily="34" charset="0"/>
                <a:ea typeface="Segoe UI" panose="020B0503020000020004" pitchFamily="34" charset="-127"/>
                <a:cs typeface="Segoe UI"/>
              </a:rPr>
              <a:t>=C</a:t>
            </a:r>
          </a:p>
        </p:txBody>
      </p:sp>
      <p:sp>
        <p:nvSpPr>
          <p:cNvPr id="191"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AIl rights reserved.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8" presetClass="emph" presetSubtype="0" fill="hold" nodeType="clickEffect">
                                  <p:stCondLst>
                                    <p:cond delay="0"/>
                                  </p:stCondLst>
                                  <p:childTnLst>
                                    <p:animRot by="7200000">
                                      <p:cBhvr>
                                        <p:cTn id="6" dur="20000" fill="hold"/>
                                        <p:tgtEl>
                                          <p:spTgt spid="184"/>
                                        </p:tgtEl>
                                        <p:attrNameLst>
                                          <p:attrName>r</p:attrName>
                                        </p:attrNameLst>
                                      </p:cBhvr>
                                    </p:animRot>
                                  </p:childTnLst>
                                </p:cTn>
                              </p:par>
                            </p:childTnLst>
                          </p:cTn>
                        </p:par>
                        <p:par>
                          <p:cTn id="7" fill="hold" nodeType="afterGroup">
                            <p:stCondLst>
                              <p:cond delay="20000"/>
                            </p:stCondLst>
                            <p:childTnLst>
                              <p:par>
                                <p:cTn id="8" presetID="10" presetClass="entr" presetSubtype="0" fill="hold" grpId="0" nodeType="afterEffect">
                                  <p:stCondLst>
                                    <p:cond delay="0"/>
                                  </p:stCondLst>
                                  <p:childTnLst>
                                    <p:set>
                                      <p:cBhvr>
                                        <p:cTn id="9" dur="1" fill="hold">
                                          <p:stCondLst>
                                            <p:cond delay="0"/>
                                          </p:stCondLst>
                                        </p:cTn>
                                        <p:tgtEl>
                                          <p:spTgt spid="190"/>
                                        </p:tgtEl>
                                        <p:attrNameLst>
                                          <p:attrName>style.visibility</p:attrName>
                                        </p:attrNameLst>
                                      </p:cBhvr>
                                      <p:to>
                                        <p:strVal val="visible"/>
                                      </p:to>
                                    </p:set>
                                    <p:animEffect transition="in" filter="fade">
                                      <p:cBhvr>
                                        <p:cTn id="10" dur="500"/>
                                        <p:tgtEl>
                                          <p:spTgt spid="190"/>
                                        </p:tgtEl>
                                      </p:cBhvr>
                                    </p:animEffect>
                                  </p:childTnLst>
                                </p:cTn>
                              </p:par>
                            </p:childTnLst>
                          </p:cTn>
                        </p:par>
                        <p:par>
                          <p:cTn id="11" fill="hold" nodeType="afterGroup">
                            <p:stCondLst>
                              <p:cond delay="20500"/>
                            </p:stCondLst>
                            <p:childTnLst>
                              <p:par>
                                <p:cTn id="12" presetID="16" presetClass="entr" presetSubtype="21" fill="hold" nodeType="afterEffect">
                                  <p:stCondLst>
                                    <p:cond delay="0"/>
                                  </p:stCondLst>
                                  <p:childTnLst>
                                    <p:set>
                                      <p:cBhvr>
                                        <p:cTn id="13" dur="1" fill="hold">
                                          <p:stCondLst>
                                            <p:cond delay="0"/>
                                          </p:stCondLst>
                                        </p:cTn>
                                        <p:tgtEl>
                                          <p:spTgt spid="147">
                                            <p:txEl>
                                              <p:pRg st="0" end="0"/>
                                            </p:txEl>
                                          </p:spTgt>
                                        </p:tgtEl>
                                        <p:attrNameLst>
                                          <p:attrName>style.visibility</p:attrName>
                                        </p:attrNameLst>
                                      </p:cBhvr>
                                      <p:to>
                                        <p:strVal val="visible"/>
                                      </p:to>
                                    </p:set>
                                    <p:animEffect transition="in" filter="barn(inVertical)">
                                      <p:cBhvr>
                                        <p:cTn id="14" dur="500"/>
                                        <p:tgtEl>
                                          <p:spTgt spid="147">
                                            <p:txEl>
                                              <p:pRg st="0" end="0"/>
                                            </p:txEl>
                                          </p:spTgt>
                                        </p:tgtEl>
                                      </p:cBhvr>
                                    </p:animEffect>
                                  </p:childTnLst>
                                </p:cTn>
                              </p:par>
                            </p:childTnLst>
                          </p:cTn>
                        </p:par>
                        <p:par>
                          <p:cTn id="15" fill="hold" nodeType="afterGroup">
                            <p:stCondLst>
                              <p:cond delay="21000"/>
                            </p:stCondLst>
                            <p:childTnLst>
                              <p:par>
                                <p:cTn id="16" presetID="16" presetClass="entr" presetSubtype="21" fill="hold" grpId="0" nodeType="after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barn(inVertical)">
                                      <p:cBhvr>
                                        <p:cTn id="18"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90"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48D92E-FD91-408F-BE95-CD5DDEDB5E9B}"/>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점검 </a:t>
            </a:r>
            <a:endParaRPr lang="de-DE" sz="3000" b="1" noProof="0">
              <a:latin typeface="Segoe UI" panose="020B0502040204020203" pitchFamily="34" charset="0"/>
              <a:ea typeface="Segoe UI" panose="020B0503020000020004" pitchFamily="34" charset="-127"/>
            </a:endParaRPr>
          </a:p>
        </p:txBody>
      </p:sp>
      <p:sp>
        <p:nvSpPr>
          <p:cNvPr id="4" name="Oval 3">
            <a:extLst>
              <a:ext uri="{FF2B5EF4-FFF2-40B4-BE49-F238E27FC236}">
                <a16:creationId xmlns:a16="http://schemas.microsoft.com/office/drawing/2014/main" id="{465B3BD5-1271-09C4-914E-C3C045F44F22}"/>
              </a:ext>
              <a:ext uri="{C183D7F6-B498-43B3-948B-1728B52AA6E4}">
                <adec:decorative xmlns:adec="http://schemas.microsoft.com/office/drawing/2017/decorative" val="0"/>
              </a:ext>
            </a:extLst>
          </p:cNvPr>
          <p:cNvSpPr/>
          <p:nvPr/>
        </p:nvSpPr>
        <p:spPr bwMode="auto">
          <a:xfrm>
            <a:off x="724170" y="1532745"/>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ct val="0"/>
              </a:spcAft>
            </a:pPr>
            <a:r>
              <a:rPr lang="en-US" altLang="ko-KR" b="1">
                <a:solidFill>
                  <a:srgbClr val="000000"/>
                </a:solidFill>
                <a:latin typeface="Segoe UI" panose="020B0502040204020203" pitchFamily="34" charset="0"/>
                <a:ea typeface="Segoe UI" panose="020B0503020000020004" pitchFamily="34" charset="-127"/>
                <a:cs typeface="Segoe UI"/>
              </a:rPr>
              <a:t>3</a:t>
            </a:r>
            <a:endParaRPr lang="en-IN" b="1">
              <a:solidFill>
                <a:schemeClr val="tx1"/>
              </a:solidFill>
              <a:latin typeface="Segoe UI" panose="020B0502040204020203" pitchFamily="34" charset="0"/>
              <a:ea typeface="Segoe UI" panose="020B0503020000020004" pitchFamily="34" charset="-127"/>
            </a:endParaRPr>
          </a:p>
        </p:txBody>
      </p:sp>
      <p:sp>
        <p:nvSpPr>
          <p:cNvPr id="100" name="Text Placeholder 54">
            <a:extLst>
              <a:ext uri="{FF2B5EF4-FFF2-40B4-BE49-F238E27FC236}">
                <a16:creationId xmlns:a16="http://schemas.microsoft.com/office/drawing/2014/main" id="{50F6B968-C0BE-E342-2D05-B5F8C48D01B7}"/>
              </a:ext>
            </a:extLst>
          </p:cNvPr>
          <p:cNvSpPr>
            <a:spLocks noGrp="1"/>
          </p:cNvSpPr>
          <p:nvPr>
            <p:ph type="body" sz="quarter" idx="17"/>
          </p:nvPr>
        </p:nvSpPr>
        <p:spPr>
          <a:xfrm>
            <a:off x="1236664" y="1593850"/>
            <a:ext cx="8778875" cy="553998"/>
          </a:xfrm>
        </p:spPr>
        <p:txBody>
          <a:bodyPr>
            <a:normAutofit lnSpcReduction="10000"/>
          </a:bodyPr>
          <a:lstStyle/>
          <a:p>
            <a:pPr fontAlgn="t">
              <a:buSzTx/>
              <a:defRPr/>
            </a:pPr>
            <a:r>
              <a:rPr lang="ko-KR" altLang="en-US" sz="1800" b="1">
                <a:solidFill>
                  <a:srgbClr val="000000"/>
                </a:solidFill>
                <a:latin typeface="Segoe UI" panose="020B0702040204020203" pitchFamily="34" charset="0"/>
                <a:ea typeface="Segoe UI" panose="020B0503020000020004" pitchFamily="34" charset="-127"/>
                <a:cs typeface="Segoe UI"/>
              </a:rPr>
              <a:t>문서를 생성형 </a:t>
            </a:r>
            <a:r>
              <a:rPr lang="en-US" altLang="ko-KR" sz="1800" b="1">
                <a:solidFill>
                  <a:srgbClr val="000000"/>
                </a:solidFill>
                <a:latin typeface="Segoe UI" panose="020B0702040204020203" pitchFamily="34" charset="0"/>
                <a:ea typeface="Segoe UI" panose="020B0503020000020004" pitchFamily="34" charset="-127"/>
                <a:cs typeface="Segoe UI"/>
              </a:rPr>
              <a:t>AI </a:t>
            </a:r>
            <a:r>
              <a:rPr lang="ko-KR" altLang="en-US" sz="1800" b="1">
                <a:solidFill>
                  <a:srgbClr val="000000"/>
                </a:solidFill>
                <a:latin typeface="Segoe UI" panose="020B0702040204020203" pitchFamily="34" charset="0"/>
                <a:ea typeface="Segoe UI" panose="020B0503020000020004" pitchFamily="34" charset="-127"/>
                <a:cs typeface="Segoe UI"/>
              </a:rPr>
              <a:t>데이터 원본으로 업로드할 때 사용할 수 있는 최대 파일 크기는 무엇인가요</a:t>
            </a:r>
            <a:r>
              <a:rPr lang="en-US" altLang="ko-KR" sz="1800" b="1">
                <a:solidFill>
                  <a:srgbClr val="000000"/>
                </a:solidFill>
                <a:latin typeface="Segoe UI" panose="020B0702040204020203" pitchFamily="34" charset="0"/>
                <a:ea typeface="Segoe UI" panose="020B0503020000020004" pitchFamily="34" charset="-127"/>
                <a:cs typeface="Segoe UI"/>
              </a:rPr>
              <a:t>?</a:t>
            </a:r>
            <a:endParaRPr lang="en-US" sz="1800" b="1">
              <a:latin typeface="Segoe UI" panose="020B0702040204020203" pitchFamily="34" charset="0"/>
              <a:ea typeface="Segoe UI" panose="020B0503020000020004" pitchFamily="34" charset="-127"/>
              <a:cs typeface="+mn-cs"/>
            </a:endParaRPr>
          </a:p>
        </p:txBody>
      </p:sp>
      <p:sp>
        <p:nvSpPr>
          <p:cNvPr id="101" name="Text Placeholder 3">
            <a:extLst>
              <a:ext uri="{FF2B5EF4-FFF2-40B4-BE49-F238E27FC236}">
                <a16:creationId xmlns:a16="http://schemas.microsoft.com/office/drawing/2014/main" id="{240746CA-A77E-44E1-E2EC-87B770493E6B}"/>
              </a:ext>
            </a:extLst>
          </p:cNvPr>
          <p:cNvSpPr>
            <a:spLocks noGrp="1"/>
          </p:cNvSpPr>
          <p:nvPr>
            <p:ph type="body" sz="quarter" idx="15"/>
          </p:nvPr>
        </p:nvSpPr>
        <p:spPr>
          <a:xfrm>
            <a:off x="1239838" y="2439154"/>
            <a:ext cx="8775700" cy="1252651"/>
          </a:xfrm>
        </p:spPr>
        <p:txBody>
          <a:bodyPr/>
          <a:lstStyle/>
          <a:p>
            <a:r>
              <a:rPr lang="en-US" altLang="ko-KR">
                <a:solidFill>
                  <a:srgbClr val="000000"/>
                </a:solidFill>
                <a:latin typeface="Segoe UI" panose="020B0502040204020203" pitchFamily="34" charset="0"/>
                <a:ea typeface="Segoe UI" panose="020B0503020000020004" pitchFamily="34" charset="-127"/>
                <a:cs typeface="Segoe UI"/>
              </a:rPr>
              <a:t>5Mb</a:t>
            </a:r>
          </a:p>
          <a:p>
            <a:r>
              <a:rPr lang="en-US" altLang="ko-KR">
                <a:solidFill>
                  <a:srgbClr val="000000"/>
                </a:solidFill>
                <a:latin typeface="Segoe UI" panose="020B0502040204020203" pitchFamily="34" charset="0"/>
                <a:ea typeface="Segoe UI" panose="020B0503020000020004" pitchFamily="34" charset="-127"/>
                <a:cs typeface="Segoe UI"/>
              </a:rPr>
              <a:t>10MB</a:t>
            </a:r>
          </a:p>
          <a:p>
            <a:r>
              <a:rPr lang="en-US" altLang="ko-KR">
                <a:solidFill>
                  <a:srgbClr val="000000"/>
                </a:solidFill>
                <a:latin typeface="Segoe UI" panose="020B0502040204020203" pitchFamily="34" charset="0"/>
                <a:ea typeface="Segoe UI" panose="020B0503020000020004" pitchFamily="34" charset="-127"/>
                <a:cs typeface="Segoe UI"/>
              </a:rPr>
              <a:t>25MB</a:t>
            </a:r>
          </a:p>
          <a:p>
            <a:r>
              <a:rPr lang="en-US" altLang="ko-KR">
                <a:solidFill>
                  <a:srgbClr val="000000"/>
                </a:solidFill>
                <a:latin typeface="Segoe UI" panose="020B0502040204020203" pitchFamily="34" charset="0"/>
                <a:ea typeface="Segoe UI" panose="020B0503020000020004" pitchFamily="34" charset="-127"/>
                <a:cs typeface="Segoe UI"/>
              </a:rPr>
              <a:t>512MB</a:t>
            </a:r>
          </a:p>
        </p:txBody>
      </p:sp>
      <p:sp>
        <p:nvSpPr>
          <p:cNvPr id="103" name="Graphic 26">
            <a:extLst>
              <a:ext uri="{FF2B5EF4-FFF2-40B4-BE49-F238E27FC236}">
                <a16:creationId xmlns:a16="http://schemas.microsoft.com/office/drawing/2014/main" id="{68213B0D-76AF-8FCA-E8B5-DACD8EF6939B}"/>
              </a:ext>
              <a:ext uri="{C183D7F6-B498-43B3-948B-1728B52AA6E4}">
                <adec:decorative xmlns:adec="http://schemas.microsoft.com/office/drawing/2017/decorative" val="1"/>
              </a:ext>
            </a:extLst>
          </p:cNvPr>
          <p:cNvSpPr/>
          <p:nvPr/>
        </p:nvSpPr>
        <p:spPr>
          <a:xfrm>
            <a:off x="1297024" y="324273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latinLnBrk="0">
              <a:spcBef>
                <a:spcPct val="0"/>
              </a:spcBef>
              <a:spcAft>
                <a:spcPct val="0"/>
              </a:spcAft>
              <a:defRPr/>
            </a:pPr>
            <a:endParaRPr lang="en-US" kern="0">
              <a:solidFill>
                <a:srgbClr val="000000"/>
              </a:solidFill>
            </a:endParaRPr>
          </a:p>
        </p:txBody>
      </p:sp>
      <p:sp>
        <p:nvSpPr>
          <p:cNvPr id="148" name="Clock_Pie_Big">
            <a:extLst>
              <a:ext uri="{FF2B5EF4-FFF2-40B4-BE49-F238E27FC236}">
                <a16:creationId xmlns:a16="http://schemas.microsoft.com/office/drawing/2014/main" id="{9166999F-479A-C0E5-6D09-C31443624CBA}"/>
              </a:ext>
              <a:ext uri="{C183D7F6-B498-43B3-948B-1728B52AA6E4}">
                <adec:decorative xmlns:adec="http://schemas.microsoft.com/office/drawing/2017/decorative" val="1"/>
              </a:ext>
            </a:extLst>
          </p:cNvPr>
          <p:cNvSpPr/>
          <p:nvPr>
            <p:custDataLst>
              <p:tags r:id="rId1"/>
            </p:custDataLst>
          </p:nvPr>
        </p:nvSpPr>
        <p:spPr bwMode="gray">
          <a:xfrm>
            <a:off x="1236028" y="4623477"/>
            <a:ext cx="1242060" cy="1242058"/>
          </a:xfrm>
          <a:prstGeom prst="pie">
            <a:avLst>
              <a:gd name="adj1" fmla="val 16188133"/>
              <a:gd name="adj2" fmla="val 1786652"/>
            </a:avLst>
          </a:prstGeom>
          <a:solidFill>
            <a:schemeClr val="accent2"/>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49" name="Group 406">
            <a:extLst>
              <a:ext uri="{FF2B5EF4-FFF2-40B4-BE49-F238E27FC236}">
                <a16:creationId xmlns:a16="http://schemas.microsoft.com/office/drawing/2014/main" id="{463A1A5E-B820-2E6A-86E2-02EF9CBF7538}"/>
              </a:ext>
              <a:ext uri="{C183D7F6-B498-43B3-948B-1728B52AA6E4}">
                <adec:decorative xmlns:adec="http://schemas.microsoft.com/office/drawing/2017/decorative" val="1"/>
              </a:ext>
            </a:extLst>
          </p:cNvPr>
          <p:cNvGrpSpPr/>
          <p:nvPr>
            <p:custDataLst>
              <p:tags r:id="rId2"/>
            </p:custDataLst>
          </p:nvPr>
        </p:nvGrpSpPr>
        <p:grpSpPr>
          <a:xfrm>
            <a:off x="1236028" y="4623477"/>
            <a:ext cx="1242060" cy="1242058"/>
            <a:chOff x="5000736" y="-1903280"/>
            <a:chExt cx="1656230" cy="1656230"/>
          </a:xfrm>
        </p:grpSpPr>
        <p:grpSp>
          <p:nvGrpSpPr>
            <p:cNvPr id="150" name="Ticks_1minute">
              <a:extLst>
                <a:ext uri="{FF2B5EF4-FFF2-40B4-BE49-F238E27FC236}">
                  <a16:creationId xmlns:a16="http://schemas.microsoft.com/office/drawing/2014/main" id="{76E180FA-F610-5B5D-5E34-7A0668A0A943}"/>
                </a:ext>
              </a:extLst>
            </p:cNvPr>
            <p:cNvGrpSpPr/>
            <p:nvPr/>
          </p:nvGrpSpPr>
          <p:grpSpPr>
            <a:xfrm rot="5400000">
              <a:off x="6462293" y="-938736"/>
              <a:ext cx="239383" cy="134955"/>
              <a:chOff x="8076251" y="4591685"/>
              <a:chExt cx="239383" cy="134955"/>
            </a:xfrm>
          </p:grpSpPr>
          <p:cxnSp>
            <p:nvCxnSpPr>
              <p:cNvPr id="180" name="Straight Connector 521">
                <a:extLst>
                  <a:ext uri="{FF2B5EF4-FFF2-40B4-BE49-F238E27FC236}">
                    <a16:creationId xmlns:a16="http://schemas.microsoft.com/office/drawing/2014/main" id="{5AE8B0D7-24C9-D1C4-6617-296806D1A8AD}"/>
                  </a:ext>
                </a:extLst>
              </p:cNvPr>
              <p:cNvCxnSpPr/>
              <p:nvPr>
                <p:custDataLst>
                  <p:tags r:id="rId39"/>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Straight Connector 522">
                <a:extLst>
                  <a:ext uri="{FF2B5EF4-FFF2-40B4-BE49-F238E27FC236}">
                    <a16:creationId xmlns:a16="http://schemas.microsoft.com/office/drawing/2014/main" id="{F4427E63-3362-6BE8-DE6D-1CF13FB459AF}"/>
                  </a:ext>
                </a:extLst>
              </p:cNvPr>
              <p:cNvCxnSpPr/>
              <p:nvPr>
                <p:custDataLst>
                  <p:tags r:id="rId40"/>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Straight Connector 523">
                <a:extLst>
                  <a:ext uri="{FF2B5EF4-FFF2-40B4-BE49-F238E27FC236}">
                    <a16:creationId xmlns:a16="http://schemas.microsoft.com/office/drawing/2014/main" id="{AA5467CD-568A-6769-F236-04E5DF23DBBE}"/>
                  </a:ext>
                </a:extLst>
              </p:cNvPr>
              <p:cNvCxnSpPr/>
              <p:nvPr>
                <p:custDataLst>
                  <p:tags r:id="rId41"/>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Straight Connector 524">
                <a:extLst>
                  <a:ext uri="{FF2B5EF4-FFF2-40B4-BE49-F238E27FC236}">
                    <a16:creationId xmlns:a16="http://schemas.microsoft.com/office/drawing/2014/main" id="{470B6955-9EE8-88DD-0C3D-0C9F5D42518B}"/>
                  </a:ext>
                </a:extLst>
              </p:cNvPr>
              <p:cNvCxnSpPr/>
              <p:nvPr>
                <p:custDataLst>
                  <p:tags r:id="rId42"/>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1" name="Ticks_1minute">
              <a:extLst>
                <a:ext uri="{FF2B5EF4-FFF2-40B4-BE49-F238E27FC236}">
                  <a16:creationId xmlns:a16="http://schemas.microsoft.com/office/drawing/2014/main" id="{4CB9EE70-4B0A-4471-D2B1-F8D8ACCA88B9}"/>
                </a:ext>
              </a:extLst>
            </p:cNvPr>
            <p:cNvGrpSpPr/>
            <p:nvPr>
              <p:custDataLst>
                <p:tags r:id="rId10"/>
              </p:custDataLst>
            </p:nvPr>
          </p:nvGrpSpPr>
          <p:grpSpPr>
            <a:xfrm rot="3600000">
              <a:off x="6463345" y="-1342621"/>
              <a:ext cx="239383" cy="134955"/>
              <a:chOff x="8076251" y="4591685"/>
              <a:chExt cx="239383" cy="134955"/>
            </a:xfrm>
          </p:grpSpPr>
          <p:cxnSp>
            <p:nvCxnSpPr>
              <p:cNvPr id="176" name="Straight Connector 517">
                <a:extLst>
                  <a:ext uri="{FF2B5EF4-FFF2-40B4-BE49-F238E27FC236}">
                    <a16:creationId xmlns:a16="http://schemas.microsoft.com/office/drawing/2014/main" id="{3854DF8D-5259-3071-2820-09328A309D18}"/>
                  </a:ext>
                </a:extLst>
              </p:cNvPr>
              <p:cNvCxnSpPr/>
              <p:nvPr>
                <p:custDataLst>
                  <p:tags r:id="rId3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Straight Connector 518">
                <a:extLst>
                  <a:ext uri="{FF2B5EF4-FFF2-40B4-BE49-F238E27FC236}">
                    <a16:creationId xmlns:a16="http://schemas.microsoft.com/office/drawing/2014/main" id="{48E686F2-4F28-3CFD-F592-9790E9F64E3E}"/>
                  </a:ext>
                </a:extLst>
              </p:cNvPr>
              <p:cNvCxnSpPr/>
              <p:nvPr>
                <p:custDataLst>
                  <p:tags r:id="rId3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Straight Connector 519">
                <a:extLst>
                  <a:ext uri="{FF2B5EF4-FFF2-40B4-BE49-F238E27FC236}">
                    <a16:creationId xmlns:a16="http://schemas.microsoft.com/office/drawing/2014/main" id="{9F6158DD-6F20-8C85-A587-4E745FBA93E2}"/>
                  </a:ext>
                </a:extLst>
              </p:cNvPr>
              <p:cNvCxnSpPr/>
              <p:nvPr>
                <p:custDataLst>
                  <p:tags r:id="rId3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Straight Connector 520">
                <a:extLst>
                  <a:ext uri="{FF2B5EF4-FFF2-40B4-BE49-F238E27FC236}">
                    <a16:creationId xmlns:a16="http://schemas.microsoft.com/office/drawing/2014/main" id="{F4A1BDEC-B97F-B20F-91EA-B330FA230C47}"/>
                  </a:ext>
                </a:extLst>
              </p:cNvPr>
              <p:cNvCxnSpPr/>
              <p:nvPr>
                <p:custDataLst>
                  <p:tags r:id="rId3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2" name="Ticks_1minute">
              <a:extLst>
                <a:ext uri="{FF2B5EF4-FFF2-40B4-BE49-F238E27FC236}">
                  <a16:creationId xmlns:a16="http://schemas.microsoft.com/office/drawing/2014/main" id="{8866C41F-8BC9-5E91-08FB-A71117449FC7}"/>
                </a:ext>
              </a:extLst>
            </p:cNvPr>
            <p:cNvGrpSpPr/>
            <p:nvPr>
              <p:custDataLst>
                <p:tags r:id="rId11"/>
              </p:custDataLst>
            </p:nvPr>
          </p:nvGrpSpPr>
          <p:grpSpPr>
            <a:xfrm rot="1800000">
              <a:off x="6262314" y="-1692922"/>
              <a:ext cx="239383" cy="134955"/>
              <a:chOff x="8076251" y="4591685"/>
              <a:chExt cx="239383" cy="134955"/>
            </a:xfrm>
          </p:grpSpPr>
          <p:cxnSp>
            <p:nvCxnSpPr>
              <p:cNvPr id="172" name="Straight Connector 513">
                <a:extLst>
                  <a:ext uri="{FF2B5EF4-FFF2-40B4-BE49-F238E27FC236}">
                    <a16:creationId xmlns:a16="http://schemas.microsoft.com/office/drawing/2014/main" id="{3B484A8D-A076-4FE3-5AFD-5FEC9C67CEC4}"/>
                  </a:ext>
                </a:extLst>
              </p:cNvPr>
              <p:cNvCxnSpPr/>
              <p:nvPr>
                <p:custDataLst>
                  <p:tags r:id="rId31"/>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Straight Connector 514">
                <a:extLst>
                  <a:ext uri="{FF2B5EF4-FFF2-40B4-BE49-F238E27FC236}">
                    <a16:creationId xmlns:a16="http://schemas.microsoft.com/office/drawing/2014/main" id="{94C062B7-260C-18AD-DEAA-D609B6F010AB}"/>
                  </a:ext>
                </a:extLst>
              </p:cNvPr>
              <p:cNvCxnSpPr/>
              <p:nvPr>
                <p:custDataLst>
                  <p:tags r:id="rId32"/>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Straight Connector 515">
                <a:extLst>
                  <a:ext uri="{FF2B5EF4-FFF2-40B4-BE49-F238E27FC236}">
                    <a16:creationId xmlns:a16="http://schemas.microsoft.com/office/drawing/2014/main" id="{ECB8724B-59C1-8368-1D9C-518039437B5B}"/>
                  </a:ext>
                </a:extLst>
              </p:cNvPr>
              <p:cNvCxnSpPr/>
              <p:nvPr>
                <p:custDataLst>
                  <p:tags r:id="rId33"/>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Straight Connector 516">
                <a:extLst>
                  <a:ext uri="{FF2B5EF4-FFF2-40B4-BE49-F238E27FC236}">
                    <a16:creationId xmlns:a16="http://schemas.microsoft.com/office/drawing/2014/main" id="{DC6E2CCF-4C49-28DC-B145-A2D4E388D4FA}"/>
                  </a:ext>
                </a:extLst>
              </p:cNvPr>
              <p:cNvCxnSpPr/>
              <p:nvPr>
                <p:custDataLst>
                  <p:tags r:id="rId34"/>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3" name="Oval 494">
              <a:extLst>
                <a:ext uri="{FF2B5EF4-FFF2-40B4-BE49-F238E27FC236}">
                  <a16:creationId xmlns:a16="http://schemas.microsoft.com/office/drawing/2014/main" id="{82D7F45B-F2A2-6B2F-9A0C-32C55E2DBF37}"/>
                </a:ext>
              </a:extLst>
            </p:cNvPr>
            <p:cNvSpPr/>
            <p:nvPr>
              <p:custDataLst>
                <p:tags r:id="rId12"/>
              </p:custDataLst>
            </p:nvPr>
          </p:nvSpPr>
          <p:spPr bwMode="gray">
            <a:xfrm>
              <a:off x="5000736" y="-1903280"/>
              <a:ext cx="1656230" cy="1656230"/>
            </a:xfrm>
            <a:prstGeom prst="ellipse">
              <a:avLst/>
            </a:prstGeom>
            <a:noFill/>
            <a:ln w="6350" algn="ctr">
              <a:solidFill>
                <a:schemeClr val="accent6"/>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54" name="Ticks_5minutes">
              <a:extLst>
                <a:ext uri="{FF2B5EF4-FFF2-40B4-BE49-F238E27FC236}">
                  <a16:creationId xmlns:a16="http://schemas.microsoft.com/office/drawing/2014/main" id="{43E90507-4921-7E20-DE79-F3274775F3BF}"/>
                </a:ext>
              </a:extLst>
            </p:cNvPr>
            <p:cNvGrpSpPr/>
            <p:nvPr>
              <p:custDataLst>
                <p:tags r:id="rId13"/>
              </p:custDataLst>
            </p:nvPr>
          </p:nvGrpSpPr>
          <p:grpSpPr>
            <a:xfrm>
              <a:off x="5000736" y="-1903280"/>
              <a:ext cx="1656230" cy="1656230"/>
              <a:chOff x="899490" y="2483871"/>
              <a:chExt cx="1656230" cy="1656230"/>
            </a:xfrm>
          </p:grpSpPr>
          <p:cxnSp>
            <p:nvCxnSpPr>
              <p:cNvPr id="160" name="Straight Connector 501">
                <a:extLst>
                  <a:ext uri="{FF2B5EF4-FFF2-40B4-BE49-F238E27FC236}">
                    <a16:creationId xmlns:a16="http://schemas.microsoft.com/office/drawing/2014/main" id="{74CAC600-C883-CFF7-C8E9-94E19CB13CF4}"/>
                  </a:ext>
                </a:extLst>
              </p:cNvPr>
              <p:cNvCxnSpPr/>
              <p:nvPr>
                <p:custDataLst>
                  <p:tags r:id="rId19"/>
                </p:custDataLst>
              </p:nvPr>
            </p:nvCxnSpPr>
            <p:spPr bwMode="gray">
              <a:xfrm rot="1800000" flipH="1">
                <a:off x="1352614"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Straight Connector 502">
                <a:extLst>
                  <a:ext uri="{FF2B5EF4-FFF2-40B4-BE49-F238E27FC236}">
                    <a16:creationId xmlns:a16="http://schemas.microsoft.com/office/drawing/2014/main" id="{32E73B23-B268-4D4C-B340-DB3FB5A86D4A}"/>
                  </a:ext>
                </a:extLst>
              </p:cNvPr>
              <p:cNvCxnSpPr/>
              <p:nvPr>
                <p:custDataLst>
                  <p:tags r:id="rId20"/>
                </p:custDataLst>
              </p:nvPr>
            </p:nvCxnSpPr>
            <p:spPr bwMode="gray">
              <a:xfrm rot="3600000" flipH="1">
                <a:off x="2382421" y="2861928"/>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Straight Connector 503">
                <a:extLst>
                  <a:ext uri="{FF2B5EF4-FFF2-40B4-BE49-F238E27FC236}">
                    <a16:creationId xmlns:a16="http://schemas.microsoft.com/office/drawing/2014/main" id="{728A35BD-C7B2-EED4-18B0-A9EB4634481B}"/>
                  </a:ext>
                </a:extLst>
              </p:cNvPr>
              <p:cNvCxnSpPr/>
              <p:nvPr>
                <p:custDataLst>
                  <p:tags r:id="rId21"/>
                </p:custDataLst>
              </p:nvPr>
            </p:nvCxnSpPr>
            <p:spPr bwMode="gray">
              <a:xfrm flipH="1">
                <a:off x="1727605" y="248387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Straight Connector 504">
                <a:extLst>
                  <a:ext uri="{FF2B5EF4-FFF2-40B4-BE49-F238E27FC236}">
                    <a16:creationId xmlns:a16="http://schemas.microsoft.com/office/drawing/2014/main" id="{652B9413-B18A-05CE-C0BE-9E04531C43ED}"/>
                  </a:ext>
                </a:extLst>
              </p:cNvPr>
              <p:cNvCxnSpPr/>
              <p:nvPr>
                <p:custDataLst>
                  <p:tags r:id="rId22"/>
                </p:custDataLst>
              </p:nvPr>
            </p:nvCxnSpPr>
            <p:spPr bwMode="gray">
              <a:xfrm rot="9000000" flipH="1">
                <a:off x="1349547" y="2590319"/>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Straight Connector 505">
                <a:extLst>
                  <a:ext uri="{FF2B5EF4-FFF2-40B4-BE49-F238E27FC236}">
                    <a16:creationId xmlns:a16="http://schemas.microsoft.com/office/drawing/2014/main" id="{19FD611C-46CD-94E4-AA26-1623090BEAA8}"/>
                  </a:ext>
                </a:extLst>
              </p:cNvPr>
              <p:cNvCxnSpPr/>
              <p:nvPr>
                <p:custDataLst>
                  <p:tags r:id="rId23"/>
                </p:custDataLst>
              </p:nvPr>
            </p:nvCxnSpPr>
            <p:spPr bwMode="gray">
              <a:xfrm rot="7200000" flipH="1">
                <a:off x="2382421" y="3618044"/>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Straight Connector 506">
                <a:extLst>
                  <a:ext uri="{FF2B5EF4-FFF2-40B4-BE49-F238E27FC236}">
                    <a16:creationId xmlns:a16="http://schemas.microsoft.com/office/drawing/2014/main" id="{FC74E05D-198F-4F1C-8C4B-FA374871BDB0}"/>
                  </a:ext>
                </a:extLst>
              </p:cNvPr>
              <p:cNvCxnSpPr/>
              <p:nvPr>
                <p:custDataLst>
                  <p:tags r:id="rId24"/>
                </p:custDataLst>
              </p:nvPr>
            </p:nvCxnSpPr>
            <p:spPr bwMode="gray">
              <a:xfrm rot="5400000" flipH="1">
                <a:off x="248372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Straight Connector 507">
                <a:extLst>
                  <a:ext uri="{FF2B5EF4-FFF2-40B4-BE49-F238E27FC236}">
                    <a16:creationId xmlns:a16="http://schemas.microsoft.com/office/drawing/2014/main" id="{0772085A-A7A0-38DB-EAE1-8DC9FADF753C}"/>
                  </a:ext>
                </a:extLst>
              </p:cNvPr>
              <p:cNvCxnSpPr/>
              <p:nvPr>
                <p:custDataLst>
                  <p:tags r:id="rId25"/>
                </p:custDataLst>
              </p:nvPr>
            </p:nvCxnSpPr>
            <p:spPr bwMode="gray">
              <a:xfrm flipH="1">
                <a:off x="1727605" y="399610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Straight Connector 508">
                <a:extLst>
                  <a:ext uri="{FF2B5EF4-FFF2-40B4-BE49-F238E27FC236}">
                    <a16:creationId xmlns:a16="http://schemas.microsoft.com/office/drawing/2014/main" id="{20548FA6-C13A-F9D6-8F20-0EAB5B88FD79}"/>
                  </a:ext>
                </a:extLst>
              </p:cNvPr>
              <p:cNvCxnSpPr/>
              <p:nvPr>
                <p:custDataLst>
                  <p:tags r:id="rId26"/>
                </p:custDataLst>
              </p:nvPr>
            </p:nvCxnSpPr>
            <p:spPr bwMode="gray">
              <a:xfrm rot="1800000" flipH="1">
                <a:off x="2105662" y="258447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Straight Connector 509">
                <a:extLst>
                  <a:ext uri="{FF2B5EF4-FFF2-40B4-BE49-F238E27FC236}">
                    <a16:creationId xmlns:a16="http://schemas.microsoft.com/office/drawing/2014/main" id="{93523A7B-0B1E-D1D8-1EB8-45D47BA4E08C}"/>
                  </a:ext>
                </a:extLst>
              </p:cNvPr>
              <p:cNvCxnSpPr/>
              <p:nvPr>
                <p:custDataLst>
                  <p:tags r:id="rId27"/>
                </p:custDataLst>
              </p:nvPr>
            </p:nvCxnSpPr>
            <p:spPr bwMode="gray">
              <a:xfrm rot="3600000" flipH="1">
                <a:off x="1072790" y="361804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Straight Connector 510">
                <a:extLst>
                  <a:ext uri="{FF2B5EF4-FFF2-40B4-BE49-F238E27FC236}">
                    <a16:creationId xmlns:a16="http://schemas.microsoft.com/office/drawing/2014/main" id="{AB61CB4A-A1F2-2C60-2703-BB58DE153147}"/>
                  </a:ext>
                </a:extLst>
              </p:cNvPr>
              <p:cNvCxnSpPr/>
              <p:nvPr>
                <p:custDataLst>
                  <p:tags r:id="rId28"/>
                </p:custDataLst>
              </p:nvPr>
            </p:nvCxnSpPr>
            <p:spPr bwMode="gray">
              <a:xfrm rot="9000000" flipH="1">
                <a:off x="2105663"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Straight Connector 511">
                <a:extLst>
                  <a:ext uri="{FF2B5EF4-FFF2-40B4-BE49-F238E27FC236}">
                    <a16:creationId xmlns:a16="http://schemas.microsoft.com/office/drawing/2014/main" id="{2DDB03C3-EDAD-D55F-A5D0-BFADE9559384}"/>
                  </a:ext>
                </a:extLst>
              </p:cNvPr>
              <p:cNvCxnSpPr/>
              <p:nvPr>
                <p:custDataLst>
                  <p:tags r:id="rId29"/>
                </p:custDataLst>
              </p:nvPr>
            </p:nvCxnSpPr>
            <p:spPr bwMode="gray">
              <a:xfrm rot="7200000" flipH="1">
                <a:off x="1072790" y="2865892"/>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Straight Connector 512">
                <a:extLst>
                  <a:ext uri="{FF2B5EF4-FFF2-40B4-BE49-F238E27FC236}">
                    <a16:creationId xmlns:a16="http://schemas.microsoft.com/office/drawing/2014/main" id="{40DB3B62-6503-7430-0D06-A66809B42628}"/>
                  </a:ext>
                </a:extLst>
              </p:cNvPr>
              <p:cNvCxnSpPr/>
              <p:nvPr>
                <p:custDataLst>
                  <p:tags r:id="rId30"/>
                </p:custDataLst>
              </p:nvPr>
            </p:nvCxnSpPr>
            <p:spPr bwMode="gray">
              <a:xfrm rot="5400000" flipH="1">
                <a:off x="97149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Ticks_1minute">
              <a:extLst>
                <a:ext uri="{FF2B5EF4-FFF2-40B4-BE49-F238E27FC236}">
                  <a16:creationId xmlns:a16="http://schemas.microsoft.com/office/drawing/2014/main" id="{83C14C82-F153-CB95-93E0-8A8AB69FC271}"/>
                </a:ext>
              </a:extLst>
            </p:cNvPr>
            <p:cNvGrpSpPr/>
            <p:nvPr>
              <p:custDataLst>
                <p:tags r:id="rId14"/>
              </p:custDataLst>
            </p:nvPr>
          </p:nvGrpSpPr>
          <p:grpSpPr>
            <a:xfrm>
              <a:off x="5913066" y="-1895776"/>
              <a:ext cx="239383" cy="134955"/>
              <a:chOff x="8076251" y="4591685"/>
              <a:chExt cx="239383" cy="134955"/>
            </a:xfrm>
          </p:grpSpPr>
          <p:cxnSp>
            <p:nvCxnSpPr>
              <p:cNvPr id="156" name="Straight Connector 497">
                <a:extLst>
                  <a:ext uri="{FF2B5EF4-FFF2-40B4-BE49-F238E27FC236}">
                    <a16:creationId xmlns:a16="http://schemas.microsoft.com/office/drawing/2014/main" id="{FE1E797C-03C3-A35E-9479-672727EE52DA}"/>
                  </a:ext>
                </a:extLst>
              </p:cNvPr>
              <p:cNvCxnSpPr/>
              <p:nvPr>
                <p:custDataLst>
                  <p:tags r:id="rId1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Straight Connector 498">
                <a:extLst>
                  <a:ext uri="{FF2B5EF4-FFF2-40B4-BE49-F238E27FC236}">
                    <a16:creationId xmlns:a16="http://schemas.microsoft.com/office/drawing/2014/main" id="{57890EB4-29D8-9ED7-4920-B732F8DDC2AF}"/>
                  </a:ext>
                </a:extLst>
              </p:cNvPr>
              <p:cNvCxnSpPr/>
              <p:nvPr>
                <p:custDataLst>
                  <p:tags r:id="rId1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Straight Connector 499">
                <a:extLst>
                  <a:ext uri="{FF2B5EF4-FFF2-40B4-BE49-F238E27FC236}">
                    <a16:creationId xmlns:a16="http://schemas.microsoft.com/office/drawing/2014/main" id="{5CA059F4-775C-6B6D-D406-B4B3F3B8B6D6}"/>
                  </a:ext>
                </a:extLst>
              </p:cNvPr>
              <p:cNvCxnSpPr/>
              <p:nvPr>
                <p:custDataLst>
                  <p:tags r:id="rId1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Straight Connector 500">
                <a:extLst>
                  <a:ext uri="{FF2B5EF4-FFF2-40B4-BE49-F238E27FC236}">
                    <a16:creationId xmlns:a16="http://schemas.microsoft.com/office/drawing/2014/main" id="{E55934CC-B022-E52D-0CF6-340B05A95CD2}"/>
                  </a:ext>
                </a:extLst>
              </p:cNvPr>
              <p:cNvCxnSpPr/>
              <p:nvPr>
                <p:custDataLst>
                  <p:tags r:id="rId1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84" name="Indicator_Seconds">
            <a:extLst>
              <a:ext uri="{FF2B5EF4-FFF2-40B4-BE49-F238E27FC236}">
                <a16:creationId xmlns:a16="http://schemas.microsoft.com/office/drawing/2014/main" id="{4DD2EAC6-42E4-2BC0-C43F-CAB1DF184648}"/>
              </a:ext>
              <a:ext uri="{C183D7F6-B498-43B3-948B-1728B52AA6E4}">
                <adec:decorative xmlns:adec="http://schemas.microsoft.com/office/drawing/2017/decorative" val="1"/>
              </a:ext>
            </a:extLst>
          </p:cNvPr>
          <p:cNvGrpSpPr/>
          <p:nvPr>
            <p:custDataLst>
              <p:tags r:id="rId3"/>
            </p:custDataLst>
          </p:nvPr>
        </p:nvGrpSpPr>
        <p:grpSpPr>
          <a:xfrm>
            <a:off x="1236028" y="4623477"/>
            <a:ext cx="1242060" cy="1242058"/>
            <a:chOff x="1511575" y="2744904"/>
            <a:chExt cx="1656230" cy="1656230"/>
          </a:xfrm>
        </p:grpSpPr>
        <p:sp>
          <p:nvSpPr>
            <p:cNvPr id="185" name="Pentagon 526">
              <a:extLst>
                <a:ext uri="{FF2B5EF4-FFF2-40B4-BE49-F238E27FC236}">
                  <a16:creationId xmlns:a16="http://schemas.microsoft.com/office/drawing/2014/main" id="{30DB7218-26EA-DB99-22E2-050384D14537}"/>
                </a:ext>
              </a:extLst>
            </p:cNvPr>
            <p:cNvSpPr/>
            <p:nvPr>
              <p:custDataLst>
                <p:tags r:id="rId8"/>
              </p:custDataLst>
            </p:nvPr>
          </p:nvSpPr>
          <p:spPr bwMode="gray">
            <a:xfrm rot="16200000">
              <a:off x="1925691" y="3122900"/>
              <a:ext cx="828000" cy="72010"/>
            </a:xfrm>
            <a:prstGeom prst="homePlate">
              <a:avLst>
                <a:gd name="adj" fmla="val 283564"/>
              </a:avLst>
            </a:prstGeom>
            <a:solidFill>
              <a:schemeClr val="accent1"/>
            </a:solidFill>
            <a:ln w="6350" algn="ctr">
              <a:noFill/>
              <a:miter lim="800000"/>
            </a:ln>
          </p:spPr>
          <p:txBody>
            <a:bodyPr wrap="square" lIns="90000" tIns="72000" rIns="102097"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86" name="Oval 527">
              <a:extLst>
                <a:ext uri="{FF2B5EF4-FFF2-40B4-BE49-F238E27FC236}">
                  <a16:creationId xmlns:a16="http://schemas.microsoft.com/office/drawing/2014/main" id="{FEF15904-ACDD-CD63-A296-95951EBFC3D2}"/>
                </a:ext>
              </a:extLst>
            </p:cNvPr>
            <p:cNvSpPr/>
            <p:nvPr>
              <p:custDataLst>
                <p:tags r:id="rId9"/>
              </p:custDataLst>
            </p:nvPr>
          </p:nvSpPr>
          <p:spPr bwMode="gray">
            <a:xfrm>
              <a:off x="1511575" y="2744904"/>
              <a:ext cx="1656230" cy="1656230"/>
            </a:xfrm>
            <a:prstGeom prst="ellipse">
              <a:avLst/>
            </a:prstGeom>
            <a:noFill/>
            <a:ln w="6350" algn="ctr">
              <a:solidFill>
                <a:schemeClr val="lt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grpSp>
        <p:nvGrpSpPr>
          <p:cNvPr id="187" name="Clock_Top">
            <a:extLst>
              <a:ext uri="{FF2B5EF4-FFF2-40B4-BE49-F238E27FC236}">
                <a16:creationId xmlns:a16="http://schemas.microsoft.com/office/drawing/2014/main" id="{CFB5E32A-91F1-FC3C-1497-5525FF762907}"/>
              </a:ext>
              <a:ext uri="{C183D7F6-B498-43B3-948B-1728B52AA6E4}">
                <adec:decorative xmlns:adec="http://schemas.microsoft.com/office/drawing/2017/decorative" val="1"/>
              </a:ext>
            </a:extLst>
          </p:cNvPr>
          <p:cNvGrpSpPr/>
          <p:nvPr>
            <p:custDataLst>
              <p:tags r:id="rId4"/>
            </p:custDataLst>
          </p:nvPr>
        </p:nvGrpSpPr>
        <p:grpSpPr>
          <a:xfrm>
            <a:off x="1236028" y="4623477"/>
            <a:ext cx="1242060" cy="1242058"/>
            <a:chOff x="3347830" y="2708900"/>
            <a:chExt cx="1656230" cy="1656230"/>
          </a:xfrm>
        </p:grpSpPr>
        <p:sp>
          <p:nvSpPr>
            <p:cNvPr id="188" name="Clock_Dot">
              <a:extLst>
                <a:ext uri="{FF2B5EF4-FFF2-40B4-BE49-F238E27FC236}">
                  <a16:creationId xmlns:a16="http://schemas.microsoft.com/office/drawing/2014/main" id="{93BE7F76-281C-E1C5-B51A-A72EBB9E66A7}"/>
                </a:ext>
              </a:extLst>
            </p:cNvPr>
            <p:cNvSpPr/>
            <p:nvPr>
              <p:custDataLst>
                <p:tags r:id="rId6"/>
              </p:custDataLst>
            </p:nvPr>
          </p:nvSpPr>
          <p:spPr bwMode="gray">
            <a:xfrm flipV="1">
              <a:off x="4067930" y="3429000"/>
              <a:ext cx="216030" cy="216030"/>
            </a:xfrm>
            <a:prstGeom prst="ellipse">
              <a:avLst/>
            </a:prstGeom>
            <a:solidFill>
              <a:schemeClr val="accent1"/>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89" name="Clock_Glas">
              <a:extLst>
                <a:ext uri="{FF2B5EF4-FFF2-40B4-BE49-F238E27FC236}">
                  <a16:creationId xmlns:a16="http://schemas.microsoft.com/office/drawing/2014/main" id="{654E7DD0-D770-0F56-B935-C67540CB1766}"/>
                </a:ext>
              </a:extLst>
            </p:cNvPr>
            <p:cNvSpPr/>
            <p:nvPr>
              <p:custDataLst>
                <p:tags r:id="rId7"/>
              </p:custDataLst>
            </p:nvPr>
          </p:nvSpPr>
          <p:spPr bwMode="gray">
            <a:xfrm>
              <a:off x="3347830" y="2708900"/>
              <a:ext cx="1656230" cy="1656230"/>
            </a:xfrm>
            <a:prstGeom prst="ellipse">
              <a:avLst/>
            </a:prstGeom>
            <a:noFill/>
            <a:ln w="6350" algn="ctr">
              <a:solidFill>
                <a:schemeClr val="tx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sp>
        <p:nvSpPr>
          <p:cNvPr id="190" name="Time_Over_20min">
            <a:extLst>
              <a:ext uri="{FF2B5EF4-FFF2-40B4-BE49-F238E27FC236}">
                <a16:creationId xmlns:a16="http://schemas.microsoft.com/office/drawing/2014/main" id="{B4D14A71-B726-6833-140B-EF45BF6C2BB9}"/>
              </a:ext>
            </a:extLst>
          </p:cNvPr>
          <p:cNvSpPr/>
          <p:nvPr>
            <p:custDataLst>
              <p:tags r:id="rId5"/>
            </p:custDataLst>
          </p:nvPr>
        </p:nvSpPr>
        <p:spPr bwMode="gray">
          <a:xfrm>
            <a:off x="1236028" y="4623477"/>
            <a:ext cx="1242060" cy="1242058"/>
          </a:xfrm>
          <a:prstGeom prst="ellipse">
            <a:avLst/>
          </a:prstGeom>
          <a:solidFill>
            <a:srgbClr val="F4364C"/>
          </a:solidFill>
          <a:ln w="6350" algn="ctr">
            <a:solidFill>
              <a:schemeClr val="tx1">
                <a:alpha val="69804"/>
              </a:schemeClr>
            </a:solidFill>
            <a:miter lim="800000"/>
          </a:ln>
        </p:spPr>
        <p:txBody>
          <a:bodyPr wrap="none" lIns="0" tIns="72000" rIns="0" bIns="72000" rtlCol="0" anchor="ctr" anchorCtr="0">
            <a:noAutofit/>
          </a:bodyPr>
          <a:lstStyle/>
          <a:p>
            <a:pPr algn="ctr" fontAlgn="base">
              <a:spcBef>
                <a:spcPct val="40000"/>
              </a:spcBef>
              <a:spcAft>
                <a:spcPct val="0"/>
              </a:spcAft>
              <a:buClr>
                <a:srgbClr val="215283"/>
              </a:buClr>
              <a:buSzPct val="85000"/>
            </a:pPr>
            <a:r>
              <a:rPr lang="ko-KR" altLang="en-US" sz="2000" b="1">
                <a:solidFill>
                  <a:srgbClr val="000000"/>
                </a:solidFill>
                <a:latin typeface="Segoe UI" panose="020B0502040204020203" pitchFamily="34" charset="0"/>
                <a:ea typeface="Segoe UI" panose="020B0503020000020004" pitchFamily="34" charset="-127"/>
                <a:cs typeface="Segoe UI"/>
              </a:rPr>
              <a:t>해결 방법</a:t>
            </a:r>
          </a:p>
        </p:txBody>
      </p:sp>
      <p:sp>
        <p:nvSpPr>
          <p:cNvPr id="147" name="TextBox 146">
            <a:extLst>
              <a:ext uri="{FF2B5EF4-FFF2-40B4-BE49-F238E27FC236}">
                <a16:creationId xmlns:a16="http://schemas.microsoft.com/office/drawing/2014/main" id="{4B59C8A0-E614-31F0-AFC5-32A5CE7B9B5F}"/>
              </a:ext>
            </a:extLst>
          </p:cNvPr>
          <p:cNvSpPr txBox="1"/>
          <p:nvPr/>
        </p:nvSpPr>
        <p:spPr>
          <a:xfrm>
            <a:off x="6491186" y="5160435"/>
            <a:ext cx="3816453" cy="670560"/>
          </a:xfrm>
          <a:prstGeom prst="rect">
            <a:avLst/>
          </a:prstGeom>
          <a:noFill/>
        </p:spPr>
        <p:txBody>
          <a:bodyPr wrap="square" lIns="0" tIns="0" rIns="0" bIns="0" rtlCol="0">
            <a:spAutoFit/>
          </a:bodyPr>
          <a:lstStyle/>
          <a:p>
            <a:pPr algn="r" defTabSz="914367">
              <a:defRPr/>
            </a:pPr>
            <a:r>
              <a:rPr lang="ko-KR" altLang="en-US" sz="4400">
                <a:solidFill>
                  <a:srgbClr val="000000"/>
                </a:solidFill>
                <a:latin typeface="Segoe UI" panose="020B0502040204020203" pitchFamily="34" charset="0"/>
                <a:ea typeface="Segoe UI" panose="020B0503020000020004" pitchFamily="34" charset="-127"/>
                <a:cs typeface="Segoe UI"/>
              </a:rPr>
              <a:t>정답</a:t>
            </a:r>
            <a:r>
              <a:rPr lang="en-US" altLang="ko-KR" sz="4400">
                <a:solidFill>
                  <a:srgbClr val="000000"/>
                </a:solidFill>
                <a:latin typeface="Segoe UI" panose="020B0502040204020203" pitchFamily="34" charset="0"/>
                <a:ea typeface="Segoe UI" panose="020B0503020000020004" pitchFamily="34" charset="-127"/>
                <a:cs typeface="Segoe UI"/>
              </a:rPr>
              <a:t>=D</a:t>
            </a:r>
          </a:p>
        </p:txBody>
      </p:sp>
      <p:sp>
        <p:nvSpPr>
          <p:cNvPr id="191"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AIl rights reserved.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8" presetClass="emph" presetSubtype="0" fill="hold" nodeType="clickEffect">
                                  <p:stCondLst>
                                    <p:cond delay="0"/>
                                  </p:stCondLst>
                                  <p:childTnLst>
                                    <p:animRot by="7200000">
                                      <p:cBhvr>
                                        <p:cTn id="6" dur="20000" fill="hold"/>
                                        <p:tgtEl>
                                          <p:spTgt spid="184"/>
                                        </p:tgtEl>
                                        <p:attrNameLst>
                                          <p:attrName>r</p:attrName>
                                        </p:attrNameLst>
                                      </p:cBhvr>
                                    </p:animRot>
                                  </p:childTnLst>
                                </p:cTn>
                              </p:par>
                            </p:childTnLst>
                          </p:cTn>
                        </p:par>
                        <p:par>
                          <p:cTn id="7" fill="hold" nodeType="afterGroup">
                            <p:stCondLst>
                              <p:cond delay="20000"/>
                            </p:stCondLst>
                            <p:childTnLst>
                              <p:par>
                                <p:cTn id="8" presetID="10" presetClass="entr" presetSubtype="0" fill="hold" grpId="0" nodeType="afterEffect">
                                  <p:stCondLst>
                                    <p:cond delay="0"/>
                                  </p:stCondLst>
                                  <p:childTnLst>
                                    <p:set>
                                      <p:cBhvr>
                                        <p:cTn id="9" dur="1" fill="hold">
                                          <p:stCondLst>
                                            <p:cond delay="0"/>
                                          </p:stCondLst>
                                        </p:cTn>
                                        <p:tgtEl>
                                          <p:spTgt spid="190"/>
                                        </p:tgtEl>
                                        <p:attrNameLst>
                                          <p:attrName>style.visibility</p:attrName>
                                        </p:attrNameLst>
                                      </p:cBhvr>
                                      <p:to>
                                        <p:strVal val="visible"/>
                                      </p:to>
                                    </p:set>
                                    <p:animEffect transition="in" filter="fade">
                                      <p:cBhvr>
                                        <p:cTn id="10" dur="500"/>
                                        <p:tgtEl>
                                          <p:spTgt spid="190"/>
                                        </p:tgtEl>
                                      </p:cBhvr>
                                    </p:animEffect>
                                  </p:childTnLst>
                                </p:cTn>
                              </p:par>
                            </p:childTnLst>
                          </p:cTn>
                        </p:par>
                        <p:par>
                          <p:cTn id="11" fill="hold" nodeType="afterGroup">
                            <p:stCondLst>
                              <p:cond delay="20500"/>
                            </p:stCondLst>
                            <p:childTnLst>
                              <p:par>
                                <p:cTn id="12" presetID="16" presetClass="entr" presetSubtype="21" fill="hold" nodeType="afterEffect">
                                  <p:stCondLst>
                                    <p:cond delay="0"/>
                                  </p:stCondLst>
                                  <p:childTnLst>
                                    <p:set>
                                      <p:cBhvr>
                                        <p:cTn id="13" dur="1" fill="hold">
                                          <p:stCondLst>
                                            <p:cond delay="0"/>
                                          </p:stCondLst>
                                        </p:cTn>
                                        <p:tgtEl>
                                          <p:spTgt spid="147">
                                            <p:txEl>
                                              <p:pRg st="0" end="0"/>
                                            </p:txEl>
                                          </p:spTgt>
                                        </p:tgtEl>
                                        <p:attrNameLst>
                                          <p:attrName>style.visibility</p:attrName>
                                        </p:attrNameLst>
                                      </p:cBhvr>
                                      <p:to>
                                        <p:strVal val="visible"/>
                                      </p:to>
                                    </p:set>
                                    <p:animEffect transition="in" filter="barn(inVertical)">
                                      <p:cBhvr>
                                        <p:cTn id="14" dur="500"/>
                                        <p:tgtEl>
                                          <p:spTgt spid="147">
                                            <p:txEl>
                                              <p:pRg st="0" end="0"/>
                                            </p:txEl>
                                          </p:spTgt>
                                        </p:tgtEl>
                                      </p:cBhvr>
                                    </p:animEffect>
                                  </p:childTnLst>
                                </p:cTn>
                              </p:par>
                            </p:childTnLst>
                          </p:cTn>
                        </p:par>
                        <p:par>
                          <p:cTn id="15" fill="hold" nodeType="afterGroup">
                            <p:stCondLst>
                              <p:cond delay="21000"/>
                            </p:stCondLst>
                            <p:childTnLst>
                              <p:par>
                                <p:cTn id="16" presetID="16" presetClass="entr" presetSubtype="21" fill="hold" grpId="0" nodeType="after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barn(inVertical)">
                                      <p:cBhvr>
                                        <p:cTn id="18"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90"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48D92E-FD91-408F-BE95-CD5DDEDB5E9B}"/>
              </a:ext>
            </a:extLst>
          </p:cNvPr>
          <p:cNvSpPr>
            <a:spLocks noGrp="1"/>
          </p:cNvSpPr>
          <p:nvPr>
            <p:ph type="title"/>
          </p:nvPr>
        </p:nvSpPr>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지식 점검 </a:t>
            </a:r>
            <a:endParaRPr lang="de-DE" sz="3000" b="1" noProof="0">
              <a:latin typeface="Segoe UI" panose="020B0502040204020203" pitchFamily="34" charset="0"/>
              <a:ea typeface="Segoe UI" panose="020B0503020000020004" pitchFamily="34" charset="-127"/>
            </a:endParaRPr>
          </a:p>
        </p:txBody>
      </p:sp>
      <p:sp>
        <p:nvSpPr>
          <p:cNvPr id="4" name="Oval 3">
            <a:extLst>
              <a:ext uri="{FF2B5EF4-FFF2-40B4-BE49-F238E27FC236}">
                <a16:creationId xmlns:a16="http://schemas.microsoft.com/office/drawing/2014/main" id="{465B3BD5-1271-09C4-914E-C3C045F44F22}"/>
              </a:ext>
              <a:ext uri="{C183D7F6-B498-43B3-948B-1728B52AA6E4}">
                <adec:decorative xmlns:adec="http://schemas.microsoft.com/office/drawing/2017/decorative" val="0"/>
              </a:ext>
            </a:extLst>
          </p:cNvPr>
          <p:cNvSpPr/>
          <p:nvPr/>
        </p:nvSpPr>
        <p:spPr bwMode="auto">
          <a:xfrm>
            <a:off x="724170" y="1532745"/>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ct val="0"/>
              </a:spcBef>
              <a:spcAft>
                <a:spcPct val="0"/>
              </a:spcAft>
            </a:pPr>
            <a:r>
              <a:rPr lang="en-US" altLang="ko-KR" b="1">
                <a:solidFill>
                  <a:srgbClr val="000000"/>
                </a:solidFill>
                <a:latin typeface="Segoe UI" panose="020B0502040204020203" pitchFamily="34" charset="0"/>
                <a:ea typeface="Segoe UI" panose="020B0503020000020004" pitchFamily="34" charset="-127"/>
                <a:cs typeface="Segoe UI"/>
              </a:rPr>
              <a:t>4</a:t>
            </a:r>
            <a:endParaRPr lang="en-IN" b="1">
              <a:solidFill>
                <a:schemeClr val="tx1"/>
              </a:solidFill>
              <a:latin typeface="Segoe UI" panose="020B0502040204020203" pitchFamily="34" charset="0"/>
              <a:ea typeface="Segoe UI" panose="020B0503020000020004" pitchFamily="34" charset="-127"/>
            </a:endParaRPr>
          </a:p>
        </p:txBody>
      </p:sp>
      <p:sp>
        <p:nvSpPr>
          <p:cNvPr id="100" name="Text Placeholder 54">
            <a:extLst>
              <a:ext uri="{FF2B5EF4-FFF2-40B4-BE49-F238E27FC236}">
                <a16:creationId xmlns:a16="http://schemas.microsoft.com/office/drawing/2014/main" id="{50F6B968-C0BE-E342-2D05-B5F8C48D01B7}"/>
              </a:ext>
            </a:extLst>
          </p:cNvPr>
          <p:cNvSpPr>
            <a:spLocks noGrp="1"/>
          </p:cNvSpPr>
          <p:nvPr>
            <p:ph type="body" sz="quarter" idx="17"/>
          </p:nvPr>
        </p:nvSpPr>
        <p:spPr>
          <a:xfrm>
            <a:off x="1236664" y="1593850"/>
            <a:ext cx="8778875" cy="553998"/>
          </a:xfrm>
        </p:spPr>
        <p:txBody>
          <a:bodyPr>
            <a:normAutofit lnSpcReduction="10000"/>
          </a:bodyPr>
          <a:lstStyle/>
          <a:p>
            <a:pPr fontAlgn="t">
              <a:buSzTx/>
              <a:defRPr/>
            </a:pPr>
            <a:r>
              <a:rPr lang="en-US" altLang="ko-KR" sz="1800" b="1">
                <a:solidFill>
                  <a:srgbClr val="000000"/>
                </a:solidFill>
                <a:latin typeface="Segoe UI" panose="020B0702040204020203" pitchFamily="34" charset="0"/>
                <a:ea typeface="Segoe UI" panose="020B0503020000020004" pitchFamily="34" charset="-127"/>
                <a:cs typeface="Segoe UI"/>
              </a:rPr>
              <a:t>Microsoft Copilot Studio</a:t>
            </a:r>
            <a:r>
              <a:rPr lang="ko-KR" altLang="en-US" sz="1800" b="1">
                <a:solidFill>
                  <a:srgbClr val="000000"/>
                </a:solidFill>
                <a:latin typeface="Segoe UI" panose="020B0702040204020203" pitchFamily="34" charset="0"/>
                <a:ea typeface="Segoe UI" panose="020B0503020000020004" pitchFamily="34" charset="-127"/>
                <a:cs typeface="Segoe UI"/>
              </a:rPr>
              <a:t>의 어떤 기능을 통해 에이전트에서 토픽을 만들 필요 없이 여러 원본의 정보를 표시할 수 있나요</a:t>
            </a:r>
            <a:r>
              <a:rPr lang="en-US" altLang="ko-KR" sz="1800" b="1">
                <a:solidFill>
                  <a:srgbClr val="000000"/>
                </a:solidFill>
                <a:latin typeface="Segoe UI" panose="020B0702040204020203" pitchFamily="34" charset="0"/>
                <a:ea typeface="Segoe UI" panose="020B0503020000020004" pitchFamily="34" charset="-127"/>
                <a:cs typeface="Segoe UI"/>
              </a:rPr>
              <a:t>?</a:t>
            </a:r>
            <a:endParaRPr lang="en-US" sz="1800" b="1">
              <a:latin typeface="Segoe UI" panose="020B0702040204020203" pitchFamily="34" charset="0"/>
              <a:ea typeface="Segoe UI" panose="020B0503020000020004" pitchFamily="34" charset="-127"/>
              <a:cs typeface="+mn-cs"/>
            </a:endParaRPr>
          </a:p>
        </p:txBody>
      </p:sp>
      <p:sp>
        <p:nvSpPr>
          <p:cNvPr id="101" name="Text Placeholder 3">
            <a:extLst>
              <a:ext uri="{FF2B5EF4-FFF2-40B4-BE49-F238E27FC236}">
                <a16:creationId xmlns:a16="http://schemas.microsoft.com/office/drawing/2014/main" id="{240746CA-A77E-44E1-E2EC-87B770493E6B}"/>
              </a:ext>
            </a:extLst>
          </p:cNvPr>
          <p:cNvSpPr>
            <a:spLocks noGrp="1"/>
          </p:cNvSpPr>
          <p:nvPr>
            <p:ph type="body" sz="quarter" idx="15"/>
          </p:nvPr>
        </p:nvSpPr>
        <p:spPr>
          <a:xfrm>
            <a:off x="1242936" y="2351933"/>
            <a:ext cx="8775700" cy="1252651"/>
          </a:xfrm>
        </p:spPr>
        <p:txBody>
          <a:bodyPr/>
          <a:lstStyle/>
          <a:p>
            <a:r>
              <a:rPr lang="ko-KR" altLang="en-US">
                <a:solidFill>
                  <a:srgbClr val="000000"/>
                </a:solidFill>
                <a:latin typeface="Segoe UI" panose="020B0502040204020203" pitchFamily="34" charset="0"/>
                <a:ea typeface="Segoe UI" panose="020B0503020000020004" pitchFamily="34" charset="-127"/>
                <a:cs typeface="Segoe UI"/>
              </a:rPr>
              <a:t>근거 없는 응답 허용</a:t>
            </a:r>
          </a:p>
          <a:p>
            <a:r>
              <a:rPr lang="ko-KR" altLang="en-US">
                <a:solidFill>
                  <a:srgbClr val="000000"/>
                </a:solidFill>
                <a:latin typeface="Segoe UI" panose="020B0502040204020203" pitchFamily="34" charset="0"/>
                <a:ea typeface="Segoe UI" panose="020B0503020000020004" pitchFamily="34" charset="-127"/>
                <a:cs typeface="Segoe UI"/>
              </a:rPr>
              <a:t>대화 부스팅 토픽</a:t>
            </a:r>
          </a:p>
          <a:p>
            <a:r>
              <a:rPr lang="ko-KR" altLang="en-US">
                <a:solidFill>
                  <a:srgbClr val="000000"/>
                </a:solidFill>
                <a:latin typeface="Segoe UI" panose="020B0502040204020203" pitchFamily="34" charset="0"/>
                <a:ea typeface="Segoe UI" panose="020B0503020000020004" pitchFamily="34" charset="-127"/>
                <a:cs typeface="Segoe UI"/>
              </a:rPr>
              <a:t>도구</a:t>
            </a:r>
          </a:p>
          <a:p>
            <a:r>
              <a:rPr lang="ko-KR" altLang="en-US">
                <a:solidFill>
                  <a:srgbClr val="000000"/>
                </a:solidFill>
                <a:latin typeface="Segoe UI" panose="020B0502040204020203" pitchFamily="34" charset="0"/>
                <a:ea typeface="Segoe UI" panose="020B0503020000020004" pitchFamily="34" charset="-127"/>
                <a:cs typeface="Segoe UI"/>
              </a:rPr>
              <a:t>웹 검색</a:t>
            </a:r>
          </a:p>
        </p:txBody>
      </p:sp>
      <p:sp>
        <p:nvSpPr>
          <p:cNvPr id="103" name="Graphic 26">
            <a:extLst>
              <a:ext uri="{FF2B5EF4-FFF2-40B4-BE49-F238E27FC236}">
                <a16:creationId xmlns:a16="http://schemas.microsoft.com/office/drawing/2014/main" id="{68213B0D-76AF-8FCA-E8B5-DACD8EF6939B}"/>
              </a:ext>
              <a:ext uri="{C183D7F6-B498-43B3-948B-1728B52AA6E4}">
                <adec:decorative xmlns:adec="http://schemas.microsoft.com/office/drawing/2017/decorative" val="1"/>
              </a:ext>
            </a:extLst>
          </p:cNvPr>
          <p:cNvSpPr/>
          <p:nvPr/>
        </p:nvSpPr>
        <p:spPr>
          <a:xfrm>
            <a:off x="1262030" y="265370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latinLnBrk="0">
              <a:spcBef>
                <a:spcPct val="0"/>
              </a:spcBef>
              <a:spcAft>
                <a:spcPct val="0"/>
              </a:spcAft>
              <a:defRPr/>
            </a:pPr>
            <a:endParaRPr lang="en-US" kern="0">
              <a:solidFill>
                <a:srgbClr val="000000"/>
              </a:solidFill>
            </a:endParaRPr>
          </a:p>
        </p:txBody>
      </p:sp>
      <p:sp>
        <p:nvSpPr>
          <p:cNvPr id="148" name="Clock_Pie_Big">
            <a:extLst>
              <a:ext uri="{FF2B5EF4-FFF2-40B4-BE49-F238E27FC236}">
                <a16:creationId xmlns:a16="http://schemas.microsoft.com/office/drawing/2014/main" id="{9166999F-479A-C0E5-6D09-C31443624CBA}"/>
              </a:ext>
              <a:ext uri="{C183D7F6-B498-43B3-948B-1728B52AA6E4}">
                <adec:decorative xmlns:adec="http://schemas.microsoft.com/office/drawing/2017/decorative" val="1"/>
              </a:ext>
            </a:extLst>
          </p:cNvPr>
          <p:cNvSpPr/>
          <p:nvPr>
            <p:custDataLst>
              <p:tags r:id="rId1"/>
            </p:custDataLst>
          </p:nvPr>
        </p:nvSpPr>
        <p:spPr bwMode="gray">
          <a:xfrm>
            <a:off x="1236028" y="4623477"/>
            <a:ext cx="1242060" cy="1242058"/>
          </a:xfrm>
          <a:prstGeom prst="pie">
            <a:avLst>
              <a:gd name="adj1" fmla="val 16188133"/>
              <a:gd name="adj2" fmla="val 1786652"/>
            </a:avLst>
          </a:prstGeom>
          <a:solidFill>
            <a:schemeClr val="accent2"/>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49" name="Group 406">
            <a:extLst>
              <a:ext uri="{FF2B5EF4-FFF2-40B4-BE49-F238E27FC236}">
                <a16:creationId xmlns:a16="http://schemas.microsoft.com/office/drawing/2014/main" id="{463A1A5E-B820-2E6A-86E2-02EF9CBF7538}"/>
              </a:ext>
              <a:ext uri="{C183D7F6-B498-43B3-948B-1728B52AA6E4}">
                <adec:decorative xmlns:adec="http://schemas.microsoft.com/office/drawing/2017/decorative" val="1"/>
              </a:ext>
            </a:extLst>
          </p:cNvPr>
          <p:cNvGrpSpPr/>
          <p:nvPr>
            <p:custDataLst>
              <p:tags r:id="rId2"/>
            </p:custDataLst>
          </p:nvPr>
        </p:nvGrpSpPr>
        <p:grpSpPr>
          <a:xfrm>
            <a:off x="1236028" y="4623477"/>
            <a:ext cx="1242060" cy="1242058"/>
            <a:chOff x="5000736" y="-1903280"/>
            <a:chExt cx="1656230" cy="1656230"/>
          </a:xfrm>
        </p:grpSpPr>
        <p:grpSp>
          <p:nvGrpSpPr>
            <p:cNvPr id="150" name="Ticks_1minute">
              <a:extLst>
                <a:ext uri="{FF2B5EF4-FFF2-40B4-BE49-F238E27FC236}">
                  <a16:creationId xmlns:a16="http://schemas.microsoft.com/office/drawing/2014/main" id="{76E180FA-F610-5B5D-5E34-7A0668A0A943}"/>
                </a:ext>
              </a:extLst>
            </p:cNvPr>
            <p:cNvGrpSpPr/>
            <p:nvPr/>
          </p:nvGrpSpPr>
          <p:grpSpPr>
            <a:xfrm rot="5400000">
              <a:off x="6462293" y="-938736"/>
              <a:ext cx="239383" cy="134955"/>
              <a:chOff x="8076251" y="4591685"/>
              <a:chExt cx="239383" cy="134955"/>
            </a:xfrm>
          </p:grpSpPr>
          <p:cxnSp>
            <p:nvCxnSpPr>
              <p:cNvPr id="180" name="Straight Connector 521">
                <a:extLst>
                  <a:ext uri="{FF2B5EF4-FFF2-40B4-BE49-F238E27FC236}">
                    <a16:creationId xmlns:a16="http://schemas.microsoft.com/office/drawing/2014/main" id="{5AE8B0D7-24C9-D1C4-6617-296806D1A8AD}"/>
                  </a:ext>
                </a:extLst>
              </p:cNvPr>
              <p:cNvCxnSpPr/>
              <p:nvPr>
                <p:custDataLst>
                  <p:tags r:id="rId39"/>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Straight Connector 522">
                <a:extLst>
                  <a:ext uri="{FF2B5EF4-FFF2-40B4-BE49-F238E27FC236}">
                    <a16:creationId xmlns:a16="http://schemas.microsoft.com/office/drawing/2014/main" id="{F4427E63-3362-6BE8-DE6D-1CF13FB459AF}"/>
                  </a:ext>
                </a:extLst>
              </p:cNvPr>
              <p:cNvCxnSpPr/>
              <p:nvPr>
                <p:custDataLst>
                  <p:tags r:id="rId40"/>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Straight Connector 523">
                <a:extLst>
                  <a:ext uri="{FF2B5EF4-FFF2-40B4-BE49-F238E27FC236}">
                    <a16:creationId xmlns:a16="http://schemas.microsoft.com/office/drawing/2014/main" id="{AA5467CD-568A-6769-F236-04E5DF23DBBE}"/>
                  </a:ext>
                </a:extLst>
              </p:cNvPr>
              <p:cNvCxnSpPr/>
              <p:nvPr>
                <p:custDataLst>
                  <p:tags r:id="rId41"/>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Straight Connector 524">
                <a:extLst>
                  <a:ext uri="{FF2B5EF4-FFF2-40B4-BE49-F238E27FC236}">
                    <a16:creationId xmlns:a16="http://schemas.microsoft.com/office/drawing/2014/main" id="{470B6955-9EE8-88DD-0C3D-0C9F5D42518B}"/>
                  </a:ext>
                </a:extLst>
              </p:cNvPr>
              <p:cNvCxnSpPr/>
              <p:nvPr>
                <p:custDataLst>
                  <p:tags r:id="rId42"/>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1" name="Ticks_1minute">
              <a:extLst>
                <a:ext uri="{FF2B5EF4-FFF2-40B4-BE49-F238E27FC236}">
                  <a16:creationId xmlns:a16="http://schemas.microsoft.com/office/drawing/2014/main" id="{4CB9EE70-4B0A-4471-D2B1-F8D8ACCA88B9}"/>
                </a:ext>
              </a:extLst>
            </p:cNvPr>
            <p:cNvGrpSpPr/>
            <p:nvPr>
              <p:custDataLst>
                <p:tags r:id="rId10"/>
              </p:custDataLst>
            </p:nvPr>
          </p:nvGrpSpPr>
          <p:grpSpPr>
            <a:xfrm rot="3600000">
              <a:off x="6463345" y="-1342621"/>
              <a:ext cx="239383" cy="134955"/>
              <a:chOff x="8076251" y="4591685"/>
              <a:chExt cx="239383" cy="134955"/>
            </a:xfrm>
          </p:grpSpPr>
          <p:cxnSp>
            <p:nvCxnSpPr>
              <p:cNvPr id="176" name="Straight Connector 517">
                <a:extLst>
                  <a:ext uri="{FF2B5EF4-FFF2-40B4-BE49-F238E27FC236}">
                    <a16:creationId xmlns:a16="http://schemas.microsoft.com/office/drawing/2014/main" id="{3854DF8D-5259-3071-2820-09328A309D18}"/>
                  </a:ext>
                </a:extLst>
              </p:cNvPr>
              <p:cNvCxnSpPr/>
              <p:nvPr>
                <p:custDataLst>
                  <p:tags r:id="rId3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Straight Connector 518">
                <a:extLst>
                  <a:ext uri="{FF2B5EF4-FFF2-40B4-BE49-F238E27FC236}">
                    <a16:creationId xmlns:a16="http://schemas.microsoft.com/office/drawing/2014/main" id="{48E686F2-4F28-3CFD-F592-9790E9F64E3E}"/>
                  </a:ext>
                </a:extLst>
              </p:cNvPr>
              <p:cNvCxnSpPr/>
              <p:nvPr>
                <p:custDataLst>
                  <p:tags r:id="rId3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Straight Connector 519">
                <a:extLst>
                  <a:ext uri="{FF2B5EF4-FFF2-40B4-BE49-F238E27FC236}">
                    <a16:creationId xmlns:a16="http://schemas.microsoft.com/office/drawing/2014/main" id="{9F6158DD-6F20-8C85-A587-4E745FBA93E2}"/>
                  </a:ext>
                </a:extLst>
              </p:cNvPr>
              <p:cNvCxnSpPr/>
              <p:nvPr>
                <p:custDataLst>
                  <p:tags r:id="rId3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Straight Connector 520">
                <a:extLst>
                  <a:ext uri="{FF2B5EF4-FFF2-40B4-BE49-F238E27FC236}">
                    <a16:creationId xmlns:a16="http://schemas.microsoft.com/office/drawing/2014/main" id="{F4A1BDEC-B97F-B20F-91EA-B330FA230C47}"/>
                  </a:ext>
                </a:extLst>
              </p:cNvPr>
              <p:cNvCxnSpPr/>
              <p:nvPr>
                <p:custDataLst>
                  <p:tags r:id="rId3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2" name="Ticks_1minute">
              <a:extLst>
                <a:ext uri="{FF2B5EF4-FFF2-40B4-BE49-F238E27FC236}">
                  <a16:creationId xmlns:a16="http://schemas.microsoft.com/office/drawing/2014/main" id="{8866C41F-8BC9-5E91-08FB-A71117449FC7}"/>
                </a:ext>
              </a:extLst>
            </p:cNvPr>
            <p:cNvGrpSpPr/>
            <p:nvPr>
              <p:custDataLst>
                <p:tags r:id="rId11"/>
              </p:custDataLst>
            </p:nvPr>
          </p:nvGrpSpPr>
          <p:grpSpPr>
            <a:xfrm rot="1800000">
              <a:off x="6262314" y="-1692922"/>
              <a:ext cx="239383" cy="134955"/>
              <a:chOff x="8076251" y="4591685"/>
              <a:chExt cx="239383" cy="134955"/>
            </a:xfrm>
          </p:grpSpPr>
          <p:cxnSp>
            <p:nvCxnSpPr>
              <p:cNvPr id="172" name="Straight Connector 513">
                <a:extLst>
                  <a:ext uri="{FF2B5EF4-FFF2-40B4-BE49-F238E27FC236}">
                    <a16:creationId xmlns:a16="http://schemas.microsoft.com/office/drawing/2014/main" id="{3B484A8D-A076-4FE3-5AFD-5FEC9C67CEC4}"/>
                  </a:ext>
                </a:extLst>
              </p:cNvPr>
              <p:cNvCxnSpPr/>
              <p:nvPr>
                <p:custDataLst>
                  <p:tags r:id="rId31"/>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Straight Connector 514">
                <a:extLst>
                  <a:ext uri="{FF2B5EF4-FFF2-40B4-BE49-F238E27FC236}">
                    <a16:creationId xmlns:a16="http://schemas.microsoft.com/office/drawing/2014/main" id="{94C062B7-260C-18AD-DEAA-D609B6F010AB}"/>
                  </a:ext>
                </a:extLst>
              </p:cNvPr>
              <p:cNvCxnSpPr/>
              <p:nvPr>
                <p:custDataLst>
                  <p:tags r:id="rId32"/>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Straight Connector 515">
                <a:extLst>
                  <a:ext uri="{FF2B5EF4-FFF2-40B4-BE49-F238E27FC236}">
                    <a16:creationId xmlns:a16="http://schemas.microsoft.com/office/drawing/2014/main" id="{ECB8724B-59C1-8368-1D9C-518039437B5B}"/>
                  </a:ext>
                </a:extLst>
              </p:cNvPr>
              <p:cNvCxnSpPr/>
              <p:nvPr>
                <p:custDataLst>
                  <p:tags r:id="rId33"/>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Straight Connector 516">
                <a:extLst>
                  <a:ext uri="{FF2B5EF4-FFF2-40B4-BE49-F238E27FC236}">
                    <a16:creationId xmlns:a16="http://schemas.microsoft.com/office/drawing/2014/main" id="{DC6E2CCF-4C49-28DC-B145-A2D4E388D4FA}"/>
                  </a:ext>
                </a:extLst>
              </p:cNvPr>
              <p:cNvCxnSpPr/>
              <p:nvPr>
                <p:custDataLst>
                  <p:tags r:id="rId34"/>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3" name="Oval 494">
              <a:extLst>
                <a:ext uri="{FF2B5EF4-FFF2-40B4-BE49-F238E27FC236}">
                  <a16:creationId xmlns:a16="http://schemas.microsoft.com/office/drawing/2014/main" id="{82D7F45B-F2A2-6B2F-9A0C-32C55E2DBF37}"/>
                </a:ext>
              </a:extLst>
            </p:cNvPr>
            <p:cNvSpPr/>
            <p:nvPr>
              <p:custDataLst>
                <p:tags r:id="rId12"/>
              </p:custDataLst>
            </p:nvPr>
          </p:nvSpPr>
          <p:spPr bwMode="gray">
            <a:xfrm>
              <a:off x="5000736" y="-1903280"/>
              <a:ext cx="1656230" cy="1656230"/>
            </a:xfrm>
            <a:prstGeom prst="ellipse">
              <a:avLst/>
            </a:prstGeom>
            <a:noFill/>
            <a:ln w="6350" algn="ctr">
              <a:solidFill>
                <a:schemeClr val="accent6"/>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nvGrpSpPr>
            <p:cNvPr id="154" name="Ticks_5minutes">
              <a:extLst>
                <a:ext uri="{FF2B5EF4-FFF2-40B4-BE49-F238E27FC236}">
                  <a16:creationId xmlns:a16="http://schemas.microsoft.com/office/drawing/2014/main" id="{43E90507-4921-7E20-DE79-F3274775F3BF}"/>
                </a:ext>
              </a:extLst>
            </p:cNvPr>
            <p:cNvGrpSpPr/>
            <p:nvPr>
              <p:custDataLst>
                <p:tags r:id="rId13"/>
              </p:custDataLst>
            </p:nvPr>
          </p:nvGrpSpPr>
          <p:grpSpPr>
            <a:xfrm>
              <a:off x="5000736" y="-1903280"/>
              <a:ext cx="1656230" cy="1656230"/>
              <a:chOff x="899490" y="2483871"/>
              <a:chExt cx="1656230" cy="1656230"/>
            </a:xfrm>
          </p:grpSpPr>
          <p:cxnSp>
            <p:nvCxnSpPr>
              <p:cNvPr id="160" name="Straight Connector 501">
                <a:extLst>
                  <a:ext uri="{FF2B5EF4-FFF2-40B4-BE49-F238E27FC236}">
                    <a16:creationId xmlns:a16="http://schemas.microsoft.com/office/drawing/2014/main" id="{74CAC600-C883-CFF7-C8E9-94E19CB13CF4}"/>
                  </a:ext>
                </a:extLst>
              </p:cNvPr>
              <p:cNvCxnSpPr/>
              <p:nvPr>
                <p:custDataLst>
                  <p:tags r:id="rId19"/>
                </p:custDataLst>
              </p:nvPr>
            </p:nvCxnSpPr>
            <p:spPr bwMode="gray">
              <a:xfrm rot="1800000" flipH="1">
                <a:off x="1352614"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Straight Connector 502">
                <a:extLst>
                  <a:ext uri="{FF2B5EF4-FFF2-40B4-BE49-F238E27FC236}">
                    <a16:creationId xmlns:a16="http://schemas.microsoft.com/office/drawing/2014/main" id="{32E73B23-B268-4D4C-B340-DB3FB5A86D4A}"/>
                  </a:ext>
                </a:extLst>
              </p:cNvPr>
              <p:cNvCxnSpPr/>
              <p:nvPr>
                <p:custDataLst>
                  <p:tags r:id="rId20"/>
                </p:custDataLst>
              </p:nvPr>
            </p:nvCxnSpPr>
            <p:spPr bwMode="gray">
              <a:xfrm rot="3600000" flipH="1">
                <a:off x="2382421" y="2861928"/>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Straight Connector 503">
                <a:extLst>
                  <a:ext uri="{FF2B5EF4-FFF2-40B4-BE49-F238E27FC236}">
                    <a16:creationId xmlns:a16="http://schemas.microsoft.com/office/drawing/2014/main" id="{728A35BD-C7B2-EED4-18B0-A9EB4634481B}"/>
                  </a:ext>
                </a:extLst>
              </p:cNvPr>
              <p:cNvCxnSpPr/>
              <p:nvPr>
                <p:custDataLst>
                  <p:tags r:id="rId21"/>
                </p:custDataLst>
              </p:nvPr>
            </p:nvCxnSpPr>
            <p:spPr bwMode="gray">
              <a:xfrm flipH="1">
                <a:off x="1727605" y="248387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Straight Connector 504">
                <a:extLst>
                  <a:ext uri="{FF2B5EF4-FFF2-40B4-BE49-F238E27FC236}">
                    <a16:creationId xmlns:a16="http://schemas.microsoft.com/office/drawing/2014/main" id="{652B9413-B18A-05CE-C0BE-9E04531C43ED}"/>
                  </a:ext>
                </a:extLst>
              </p:cNvPr>
              <p:cNvCxnSpPr/>
              <p:nvPr>
                <p:custDataLst>
                  <p:tags r:id="rId22"/>
                </p:custDataLst>
              </p:nvPr>
            </p:nvCxnSpPr>
            <p:spPr bwMode="gray">
              <a:xfrm rot="9000000" flipH="1">
                <a:off x="1349547" y="2590319"/>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Straight Connector 505">
                <a:extLst>
                  <a:ext uri="{FF2B5EF4-FFF2-40B4-BE49-F238E27FC236}">
                    <a16:creationId xmlns:a16="http://schemas.microsoft.com/office/drawing/2014/main" id="{19FD611C-46CD-94E4-AA26-1623090BEAA8}"/>
                  </a:ext>
                </a:extLst>
              </p:cNvPr>
              <p:cNvCxnSpPr/>
              <p:nvPr>
                <p:custDataLst>
                  <p:tags r:id="rId23"/>
                </p:custDataLst>
              </p:nvPr>
            </p:nvCxnSpPr>
            <p:spPr bwMode="gray">
              <a:xfrm rot="7200000" flipH="1">
                <a:off x="2382421" y="3618044"/>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Straight Connector 506">
                <a:extLst>
                  <a:ext uri="{FF2B5EF4-FFF2-40B4-BE49-F238E27FC236}">
                    <a16:creationId xmlns:a16="http://schemas.microsoft.com/office/drawing/2014/main" id="{FC74E05D-198F-4F1C-8C4B-FA374871BDB0}"/>
                  </a:ext>
                </a:extLst>
              </p:cNvPr>
              <p:cNvCxnSpPr/>
              <p:nvPr>
                <p:custDataLst>
                  <p:tags r:id="rId24"/>
                </p:custDataLst>
              </p:nvPr>
            </p:nvCxnSpPr>
            <p:spPr bwMode="gray">
              <a:xfrm rot="5400000" flipH="1">
                <a:off x="248372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Straight Connector 507">
                <a:extLst>
                  <a:ext uri="{FF2B5EF4-FFF2-40B4-BE49-F238E27FC236}">
                    <a16:creationId xmlns:a16="http://schemas.microsoft.com/office/drawing/2014/main" id="{0772085A-A7A0-38DB-EAE1-8DC9FADF753C}"/>
                  </a:ext>
                </a:extLst>
              </p:cNvPr>
              <p:cNvCxnSpPr/>
              <p:nvPr>
                <p:custDataLst>
                  <p:tags r:id="rId25"/>
                </p:custDataLst>
              </p:nvPr>
            </p:nvCxnSpPr>
            <p:spPr bwMode="gray">
              <a:xfrm flipH="1">
                <a:off x="1727605" y="3996101"/>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Straight Connector 508">
                <a:extLst>
                  <a:ext uri="{FF2B5EF4-FFF2-40B4-BE49-F238E27FC236}">
                    <a16:creationId xmlns:a16="http://schemas.microsoft.com/office/drawing/2014/main" id="{20548FA6-C13A-F9D6-8F20-0EAB5B88FD79}"/>
                  </a:ext>
                </a:extLst>
              </p:cNvPr>
              <p:cNvCxnSpPr/>
              <p:nvPr>
                <p:custDataLst>
                  <p:tags r:id="rId26"/>
                </p:custDataLst>
              </p:nvPr>
            </p:nvCxnSpPr>
            <p:spPr bwMode="gray">
              <a:xfrm rot="1800000" flipH="1">
                <a:off x="2105662" y="258447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Straight Connector 509">
                <a:extLst>
                  <a:ext uri="{FF2B5EF4-FFF2-40B4-BE49-F238E27FC236}">
                    <a16:creationId xmlns:a16="http://schemas.microsoft.com/office/drawing/2014/main" id="{93523A7B-0B1E-D1D8-1EB8-45D47BA4E08C}"/>
                  </a:ext>
                </a:extLst>
              </p:cNvPr>
              <p:cNvCxnSpPr/>
              <p:nvPr>
                <p:custDataLst>
                  <p:tags r:id="rId27"/>
                </p:custDataLst>
              </p:nvPr>
            </p:nvCxnSpPr>
            <p:spPr bwMode="gray">
              <a:xfrm rot="3600000" flipH="1">
                <a:off x="1072790" y="3618043"/>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Straight Connector 510">
                <a:extLst>
                  <a:ext uri="{FF2B5EF4-FFF2-40B4-BE49-F238E27FC236}">
                    <a16:creationId xmlns:a16="http://schemas.microsoft.com/office/drawing/2014/main" id="{AB61CB4A-A1F2-2C60-2703-BB58DE153147}"/>
                  </a:ext>
                </a:extLst>
              </p:cNvPr>
              <p:cNvCxnSpPr/>
              <p:nvPr>
                <p:custDataLst>
                  <p:tags r:id="rId28"/>
                </p:custDataLst>
              </p:nvPr>
            </p:nvCxnSpPr>
            <p:spPr bwMode="gray">
              <a:xfrm rot="9000000" flipH="1">
                <a:off x="2105663" y="3894800"/>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Straight Connector 511">
                <a:extLst>
                  <a:ext uri="{FF2B5EF4-FFF2-40B4-BE49-F238E27FC236}">
                    <a16:creationId xmlns:a16="http://schemas.microsoft.com/office/drawing/2014/main" id="{2DDB03C3-EDAD-D55F-A5D0-BFADE9559384}"/>
                  </a:ext>
                </a:extLst>
              </p:cNvPr>
              <p:cNvCxnSpPr/>
              <p:nvPr>
                <p:custDataLst>
                  <p:tags r:id="rId29"/>
                </p:custDataLst>
              </p:nvPr>
            </p:nvCxnSpPr>
            <p:spPr bwMode="gray">
              <a:xfrm rot="7200000" flipH="1">
                <a:off x="1072790" y="2865892"/>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Straight Connector 512">
                <a:extLst>
                  <a:ext uri="{FF2B5EF4-FFF2-40B4-BE49-F238E27FC236}">
                    <a16:creationId xmlns:a16="http://schemas.microsoft.com/office/drawing/2014/main" id="{40DB3B62-6503-7430-0D06-A66809B42628}"/>
                  </a:ext>
                </a:extLst>
              </p:cNvPr>
              <p:cNvCxnSpPr/>
              <p:nvPr>
                <p:custDataLst>
                  <p:tags r:id="rId30"/>
                </p:custDataLst>
              </p:nvPr>
            </p:nvCxnSpPr>
            <p:spPr bwMode="gray">
              <a:xfrm rot="5400000" flipH="1">
                <a:off x="971490" y="3239986"/>
                <a:ext cx="0" cy="144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5" name="Ticks_1minute">
              <a:extLst>
                <a:ext uri="{FF2B5EF4-FFF2-40B4-BE49-F238E27FC236}">
                  <a16:creationId xmlns:a16="http://schemas.microsoft.com/office/drawing/2014/main" id="{83C14C82-F153-CB95-93E0-8A8AB69FC271}"/>
                </a:ext>
              </a:extLst>
            </p:cNvPr>
            <p:cNvGrpSpPr/>
            <p:nvPr>
              <p:custDataLst>
                <p:tags r:id="rId14"/>
              </p:custDataLst>
            </p:nvPr>
          </p:nvGrpSpPr>
          <p:grpSpPr>
            <a:xfrm>
              <a:off x="5913066" y="-1895776"/>
              <a:ext cx="239383" cy="134955"/>
              <a:chOff x="8076251" y="4591685"/>
              <a:chExt cx="239383" cy="134955"/>
            </a:xfrm>
          </p:grpSpPr>
          <p:cxnSp>
            <p:nvCxnSpPr>
              <p:cNvPr id="156" name="Straight Connector 497">
                <a:extLst>
                  <a:ext uri="{FF2B5EF4-FFF2-40B4-BE49-F238E27FC236}">
                    <a16:creationId xmlns:a16="http://schemas.microsoft.com/office/drawing/2014/main" id="{FE1E797C-03C3-A35E-9479-672727EE52DA}"/>
                  </a:ext>
                </a:extLst>
              </p:cNvPr>
              <p:cNvCxnSpPr/>
              <p:nvPr>
                <p:custDataLst>
                  <p:tags r:id="rId15"/>
                </p:custDataLst>
              </p:nvPr>
            </p:nvCxnSpPr>
            <p:spPr bwMode="gray">
              <a:xfrm rot="1440000" flipH="1">
                <a:off x="8315634" y="4654640"/>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Straight Connector 498">
                <a:extLst>
                  <a:ext uri="{FF2B5EF4-FFF2-40B4-BE49-F238E27FC236}">
                    <a16:creationId xmlns:a16="http://schemas.microsoft.com/office/drawing/2014/main" id="{57890EB4-29D8-9ED7-4920-B732F8DDC2AF}"/>
                  </a:ext>
                </a:extLst>
              </p:cNvPr>
              <p:cNvCxnSpPr/>
              <p:nvPr>
                <p:custDataLst>
                  <p:tags r:id="rId16"/>
                </p:custDataLst>
              </p:nvPr>
            </p:nvCxnSpPr>
            <p:spPr bwMode="gray">
              <a:xfrm rot="1080000" flipH="1">
                <a:off x="8240881" y="4627543"/>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Straight Connector 499">
                <a:extLst>
                  <a:ext uri="{FF2B5EF4-FFF2-40B4-BE49-F238E27FC236}">
                    <a16:creationId xmlns:a16="http://schemas.microsoft.com/office/drawing/2014/main" id="{5CA059F4-775C-6B6D-D406-B4B3F3B8B6D6}"/>
                  </a:ext>
                </a:extLst>
              </p:cNvPr>
              <p:cNvCxnSpPr/>
              <p:nvPr>
                <p:custDataLst>
                  <p:tags r:id="rId17"/>
                </p:custDataLst>
              </p:nvPr>
            </p:nvCxnSpPr>
            <p:spPr bwMode="gray">
              <a:xfrm rot="720000" flipH="1">
                <a:off x="8158143" y="4600804"/>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Straight Connector 500">
                <a:extLst>
                  <a:ext uri="{FF2B5EF4-FFF2-40B4-BE49-F238E27FC236}">
                    <a16:creationId xmlns:a16="http://schemas.microsoft.com/office/drawing/2014/main" id="{E55934CC-B022-E52D-0CF6-340B05A95CD2}"/>
                  </a:ext>
                </a:extLst>
              </p:cNvPr>
              <p:cNvCxnSpPr/>
              <p:nvPr>
                <p:custDataLst>
                  <p:tags r:id="rId18"/>
                </p:custDataLst>
              </p:nvPr>
            </p:nvCxnSpPr>
            <p:spPr bwMode="gray">
              <a:xfrm rot="360000" flipH="1">
                <a:off x="8076251" y="4591685"/>
                <a:ext cx="0" cy="72000"/>
              </a:xfrm>
              <a:prstGeom prst="line">
                <a:avLst/>
              </a:prstGeom>
              <a:solidFill>
                <a:schemeClr val="bg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84" name="Indicator_Seconds">
            <a:extLst>
              <a:ext uri="{FF2B5EF4-FFF2-40B4-BE49-F238E27FC236}">
                <a16:creationId xmlns:a16="http://schemas.microsoft.com/office/drawing/2014/main" id="{4DD2EAC6-42E4-2BC0-C43F-CAB1DF184648}"/>
              </a:ext>
              <a:ext uri="{C183D7F6-B498-43B3-948B-1728B52AA6E4}">
                <adec:decorative xmlns:adec="http://schemas.microsoft.com/office/drawing/2017/decorative" val="1"/>
              </a:ext>
            </a:extLst>
          </p:cNvPr>
          <p:cNvGrpSpPr/>
          <p:nvPr>
            <p:custDataLst>
              <p:tags r:id="rId3"/>
            </p:custDataLst>
          </p:nvPr>
        </p:nvGrpSpPr>
        <p:grpSpPr>
          <a:xfrm>
            <a:off x="1236028" y="4623477"/>
            <a:ext cx="1242060" cy="1242058"/>
            <a:chOff x="1511575" y="2744904"/>
            <a:chExt cx="1656230" cy="1656230"/>
          </a:xfrm>
        </p:grpSpPr>
        <p:sp>
          <p:nvSpPr>
            <p:cNvPr id="185" name="Pentagon 526">
              <a:extLst>
                <a:ext uri="{FF2B5EF4-FFF2-40B4-BE49-F238E27FC236}">
                  <a16:creationId xmlns:a16="http://schemas.microsoft.com/office/drawing/2014/main" id="{30DB7218-26EA-DB99-22E2-050384D14537}"/>
                </a:ext>
              </a:extLst>
            </p:cNvPr>
            <p:cNvSpPr/>
            <p:nvPr>
              <p:custDataLst>
                <p:tags r:id="rId8"/>
              </p:custDataLst>
            </p:nvPr>
          </p:nvSpPr>
          <p:spPr bwMode="gray">
            <a:xfrm rot="16200000">
              <a:off x="1925691" y="3122900"/>
              <a:ext cx="828000" cy="72010"/>
            </a:xfrm>
            <a:prstGeom prst="homePlate">
              <a:avLst>
                <a:gd name="adj" fmla="val 283564"/>
              </a:avLst>
            </a:prstGeom>
            <a:solidFill>
              <a:schemeClr val="accent1"/>
            </a:solidFill>
            <a:ln w="6350" algn="ctr">
              <a:noFill/>
              <a:miter lim="800000"/>
            </a:ln>
          </p:spPr>
          <p:txBody>
            <a:bodyPr wrap="square" lIns="90000" tIns="72000" rIns="102097"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86" name="Oval 527">
              <a:extLst>
                <a:ext uri="{FF2B5EF4-FFF2-40B4-BE49-F238E27FC236}">
                  <a16:creationId xmlns:a16="http://schemas.microsoft.com/office/drawing/2014/main" id="{FEF15904-ACDD-CD63-A296-95951EBFC3D2}"/>
                </a:ext>
              </a:extLst>
            </p:cNvPr>
            <p:cNvSpPr/>
            <p:nvPr>
              <p:custDataLst>
                <p:tags r:id="rId9"/>
              </p:custDataLst>
            </p:nvPr>
          </p:nvSpPr>
          <p:spPr bwMode="gray">
            <a:xfrm>
              <a:off x="1511575" y="2744904"/>
              <a:ext cx="1656230" cy="1656230"/>
            </a:xfrm>
            <a:prstGeom prst="ellipse">
              <a:avLst/>
            </a:prstGeom>
            <a:noFill/>
            <a:ln w="6350" algn="ctr">
              <a:solidFill>
                <a:schemeClr val="lt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grpSp>
        <p:nvGrpSpPr>
          <p:cNvPr id="187" name="Clock_Top">
            <a:extLst>
              <a:ext uri="{FF2B5EF4-FFF2-40B4-BE49-F238E27FC236}">
                <a16:creationId xmlns:a16="http://schemas.microsoft.com/office/drawing/2014/main" id="{CFB5E32A-91F1-FC3C-1497-5525FF762907}"/>
              </a:ext>
              <a:ext uri="{C183D7F6-B498-43B3-948B-1728B52AA6E4}">
                <adec:decorative xmlns:adec="http://schemas.microsoft.com/office/drawing/2017/decorative" val="1"/>
              </a:ext>
            </a:extLst>
          </p:cNvPr>
          <p:cNvGrpSpPr/>
          <p:nvPr>
            <p:custDataLst>
              <p:tags r:id="rId4"/>
            </p:custDataLst>
          </p:nvPr>
        </p:nvGrpSpPr>
        <p:grpSpPr>
          <a:xfrm>
            <a:off x="1236028" y="4623477"/>
            <a:ext cx="1242060" cy="1242058"/>
            <a:chOff x="3347830" y="2708900"/>
            <a:chExt cx="1656230" cy="1656230"/>
          </a:xfrm>
        </p:grpSpPr>
        <p:sp>
          <p:nvSpPr>
            <p:cNvPr id="188" name="Clock_Dot">
              <a:extLst>
                <a:ext uri="{FF2B5EF4-FFF2-40B4-BE49-F238E27FC236}">
                  <a16:creationId xmlns:a16="http://schemas.microsoft.com/office/drawing/2014/main" id="{93BE7F76-281C-E1C5-B51A-A72EBB9E66A7}"/>
                </a:ext>
              </a:extLst>
            </p:cNvPr>
            <p:cNvSpPr/>
            <p:nvPr>
              <p:custDataLst>
                <p:tags r:id="rId6"/>
              </p:custDataLst>
            </p:nvPr>
          </p:nvSpPr>
          <p:spPr bwMode="gray">
            <a:xfrm flipV="1">
              <a:off x="4067930" y="3429000"/>
              <a:ext cx="216030" cy="216030"/>
            </a:xfrm>
            <a:prstGeom prst="ellipse">
              <a:avLst/>
            </a:prstGeom>
            <a:solidFill>
              <a:schemeClr val="accent1"/>
            </a:solidFill>
            <a:ln w="6350" algn="ctr">
              <a:noFill/>
              <a:miter lim="800000"/>
            </a:ln>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sp>
          <p:nvSpPr>
            <p:cNvPr id="189" name="Clock_Glas">
              <a:extLst>
                <a:ext uri="{FF2B5EF4-FFF2-40B4-BE49-F238E27FC236}">
                  <a16:creationId xmlns:a16="http://schemas.microsoft.com/office/drawing/2014/main" id="{654E7DD0-D770-0F56-B935-C67540CB1766}"/>
                </a:ext>
              </a:extLst>
            </p:cNvPr>
            <p:cNvSpPr/>
            <p:nvPr>
              <p:custDataLst>
                <p:tags r:id="rId7"/>
              </p:custDataLst>
            </p:nvPr>
          </p:nvSpPr>
          <p:spPr bwMode="gray">
            <a:xfrm>
              <a:off x="3347830" y="2708900"/>
              <a:ext cx="1656230" cy="1656230"/>
            </a:xfrm>
            <a:prstGeom prst="ellipse">
              <a:avLst/>
            </a:prstGeom>
            <a:noFill/>
            <a:ln w="6350" algn="ctr">
              <a:solidFill>
                <a:schemeClr val="tx1"/>
              </a:solidFill>
              <a:miter lim="800000"/>
            </a:ln>
            <a:extLst>
              <a:ext uri="{909E8E84-426E-40DD-AFC4-6F175D3DCCD1}">
                <a14:hiddenFill xmlns:a14="http://schemas.microsoft.com/office/drawing/2010/main">
                  <a:solidFill>
                    <a:schemeClr val="lt1"/>
                  </a:solidFill>
                </a14:hiddenFill>
              </a:ext>
            </a:extLst>
          </p:spPr>
          <p:txBody>
            <a:bodyPr wrap="square" lIns="90000" tIns="72000" rIns="90000" bIns="72000" rtlCol="0" anchor="t" anchorCtr="0">
              <a:noAutofit/>
            </a:bodyPr>
            <a:lstStyle/>
            <a:p>
              <a:pPr marL="177800" indent="-177800" algn="ctr" defTabSz="914367" fontAlgn="base" latinLnBrk="0">
                <a:spcBef>
                  <a:spcPct val="40000"/>
                </a:spcBef>
                <a:spcAft>
                  <a:spcPct val="0"/>
                </a:spcAft>
                <a:buClr>
                  <a:srgbClr val="215283"/>
                </a:buClr>
                <a:buSzPct val="85000"/>
                <a:buFont typeface="Wingdings"/>
                <a:buChar char="n"/>
                <a:defRPr/>
              </a:pPr>
              <a:endParaRPr lang="en-US" sz="1300">
                <a:solidFill>
                  <a:srgbClr val="1A1A1A"/>
                </a:solidFill>
                <a:latin typeface="Segoe UI"/>
              </a:endParaRPr>
            </a:p>
          </p:txBody>
        </p:sp>
      </p:grpSp>
      <p:sp>
        <p:nvSpPr>
          <p:cNvPr id="190" name="Time_Over_20min">
            <a:extLst>
              <a:ext uri="{FF2B5EF4-FFF2-40B4-BE49-F238E27FC236}">
                <a16:creationId xmlns:a16="http://schemas.microsoft.com/office/drawing/2014/main" id="{B4D14A71-B726-6833-140B-EF45BF6C2BB9}"/>
              </a:ext>
            </a:extLst>
          </p:cNvPr>
          <p:cNvSpPr/>
          <p:nvPr>
            <p:custDataLst>
              <p:tags r:id="rId5"/>
            </p:custDataLst>
          </p:nvPr>
        </p:nvSpPr>
        <p:spPr bwMode="gray">
          <a:xfrm>
            <a:off x="1236028" y="4623477"/>
            <a:ext cx="1242060" cy="1242058"/>
          </a:xfrm>
          <a:prstGeom prst="ellipse">
            <a:avLst/>
          </a:prstGeom>
          <a:solidFill>
            <a:srgbClr val="F4364C"/>
          </a:solidFill>
          <a:ln w="6350" algn="ctr">
            <a:solidFill>
              <a:schemeClr val="tx1">
                <a:alpha val="69804"/>
              </a:schemeClr>
            </a:solidFill>
            <a:miter lim="800000"/>
          </a:ln>
        </p:spPr>
        <p:txBody>
          <a:bodyPr wrap="none" lIns="0" tIns="72000" rIns="0" bIns="72000" rtlCol="0" anchor="ctr" anchorCtr="0">
            <a:noAutofit/>
          </a:bodyPr>
          <a:lstStyle/>
          <a:p>
            <a:pPr algn="ctr" fontAlgn="base">
              <a:spcBef>
                <a:spcPct val="40000"/>
              </a:spcBef>
              <a:spcAft>
                <a:spcPct val="0"/>
              </a:spcAft>
              <a:buClr>
                <a:srgbClr val="215283"/>
              </a:buClr>
              <a:buSzPct val="85000"/>
            </a:pPr>
            <a:r>
              <a:rPr lang="ko-KR" altLang="en-US" sz="2000" b="1">
                <a:solidFill>
                  <a:srgbClr val="000000"/>
                </a:solidFill>
                <a:latin typeface="Segoe UI" panose="020B0502040204020203" pitchFamily="34" charset="0"/>
                <a:ea typeface="Segoe UI" panose="020B0503020000020004" pitchFamily="34" charset="-127"/>
                <a:cs typeface="Segoe UI"/>
              </a:rPr>
              <a:t>해결 방법</a:t>
            </a:r>
          </a:p>
        </p:txBody>
      </p:sp>
      <p:sp>
        <p:nvSpPr>
          <p:cNvPr id="147" name="TextBox 146">
            <a:extLst>
              <a:ext uri="{FF2B5EF4-FFF2-40B4-BE49-F238E27FC236}">
                <a16:creationId xmlns:a16="http://schemas.microsoft.com/office/drawing/2014/main" id="{4B59C8A0-E614-31F0-AFC5-32A5CE7B9B5F}"/>
              </a:ext>
            </a:extLst>
          </p:cNvPr>
          <p:cNvSpPr txBox="1"/>
          <p:nvPr/>
        </p:nvSpPr>
        <p:spPr>
          <a:xfrm>
            <a:off x="6491186" y="5160435"/>
            <a:ext cx="3816453" cy="670560"/>
          </a:xfrm>
          <a:prstGeom prst="rect">
            <a:avLst/>
          </a:prstGeom>
          <a:noFill/>
        </p:spPr>
        <p:txBody>
          <a:bodyPr wrap="square" lIns="0" tIns="0" rIns="0" bIns="0" rtlCol="0">
            <a:spAutoFit/>
          </a:bodyPr>
          <a:lstStyle/>
          <a:p>
            <a:pPr algn="r" defTabSz="914367">
              <a:defRPr/>
            </a:pPr>
            <a:r>
              <a:rPr lang="ko-KR" altLang="en-US" sz="4400">
                <a:solidFill>
                  <a:srgbClr val="000000"/>
                </a:solidFill>
                <a:latin typeface="Segoe UI" panose="020B0502040204020203" pitchFamily="34" charset="0"/>
                <a:ea typeface="Segoe UI" panose="020B0503020000020004" pitchFamily="34" charset="-127"/>
                <a:cs typeface="Segoe UI"/>
              </a:rPr>
              <a:t>정답</a:t>
            </a:r>
            <a:r>
              <a:rPr lang="en-US" altLang="ko-KR" sz="4400">
                <a:solidFill>
                  <a:srgbClr val="000000"/>
                </a:solidFill>
                <a:latin typeface="Segoe UI" panose="020B0502040204020203" pitchFamily="34" charset="0"/>
                <a:ea typeface="Segoe UI" panose="020B0503020000020004" pitchFamily="34" charset="-127"/>
                <a:cs typeface="Segoe UI"/>
              </a:rPr>
              <a:t>=B</a:t>
            </a:r>
          </a:p>
        </p:txBody>
      </p:sp>
      <p:sp>
        <p:nvSpPr>
          <p:cNvPr id="191"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AIl rights reserved.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8" presetClass="emph" presetSubtype="0" fill="hold" nodeType="clickEffect">
                                  <p:stCondLst>
                                    <p:cond delay="0"/>
                                  </p:stCondLst>
                                  <p:childTnLst>
                                    <p:animRot by="7200000">
                                      <p:cBhvr>
                                        <p:cTn id="6" dur="20000" fill="hold"/>
                                        <p:tgtEl>
                                          <p:spTgt spid="184"/>
                                        </p:tgtEl>
                                        <p:attrNameLst>
                                          <p:attrName>r</p:attrName>
                                        </p:attrNameLst>
                                      </p:cBhvr>
                                    </p:animRot>
                                  </p:childTnLst>
                                </p:cTn>
                              </p:par>
                            </p:childTnLst>
                          </p:cTn>
                        </p:par>
                        <p:par>
                          <p:cTn id="7" fill="hold" nodeType="afterGroup">
                            <p:stCondLst>
                              <p:cond delay="20000"/>
                            </p:stCondLst>
                            <p:childTnLst>
                              <p:par>
                                <p:cTn id="8" presetID="10" presetClass="entr" presetSubtype="0" fill="hold" grpId="0" nodeType="afterEffect">
                                  <p:stCondLst>
                                    <p:cond delay="0"/>
                                  </p:stCondLst>
                                  <p:childTnLst>
                                    <p:set>
                                      <p:cBhvr>
                                        <p:cTn id="9" dur="1" fill="hold">
                                          <p:stCondLst>
                                            <p:cond delay="0"/>
                                          </p:stCondLst>
                                        </p:cTn>
                                        <p:tgtEl>
                                          <p:spTgt spid="190"/>
                                        </p:tgtEl>
                                        <p:attrNameLst>
                                          <p:attrName>style.visibility</p:attrName>
                                        </p:attrNameLst>
                                      </p:cBhvr>
                                      <p:to>
                                        <p:strVal val="visible"/>
                                      </p:to>
                                    </p:set>
                                    <p:animEffect transition="in" filter="fade">
                                      <p:cBhvr>
                                        <p:cTn id="10" dur="500"/>
                                        <p:tgtEl>
                                          <p:spTgt spid="190"/>
                                        </p:tgtEl>
                                      </p:cBhvr>
                                    </p:animEffect>
                                  </p:childTnLst>
                                </p:cTn>
                              </p:par>
                            </p:childTnLst>
                          </p:cTn>
                        </p:par>
                        <p:par>
                          <p:cTn id="11" fill="hold" nodeType="afterGroup">
                            <p:stCondLst>
                              <p:cond delay="20500"/>
                            </p:stCondLst>
                            <p:childTnLst>
                              <p:par>
                                <p:cTn id="12" presetID="16" presetClass="entr" presetSubtype="21" fill="hold" nodeType="afterEffect">
                                  <p:stCondLst>
                                    <p:cond delay="0"/>
                                  </p:stCondLst>
                                  <p:childTnLst>
                                    <p:set>
                                      <p:cBhvr>
                                        <p:cTn id="13" dur="1" fill="hold">
                                          <p:stCondLst>
                                            <p:cond delay="0"/>
                                          </p:stCondLst>
                                        </p:cTn>
                                        <p:tgtEl>
                                          <p:spTgt spid="147">
                                            <p:txEl>
                                              <p:pRg st="0" end="0"/>
                                            </p:txEl>
                                          </p:spTgt>
                                        </p:tgtEl>
                                        <p:attrNameLst>
                                          <p:attrName>style.visibility</p:attrName>
                                        </p:attrNameLst>
                                      </p:cBhvr>
                                      <p:to>
                                        <p:strVal val="visible"/>
                                      </p:to>
                                    </p:set>
                                    <p:animEffect transition="in" filter="barn(inVertical)">
                                      <p:cBhvr>
                                        <p:cTn id="14" dur="500"/>
                                        <p:tgtEl>
                                          <p:spTgt spid="147">
                                            <p:txEl>
                                              <p:pRg st="0" end="0"/>
                                            </p:txEl>
                                          </p:spTgt>
                                        </p:tgtEl>
                                      </p:cBhvr>
                                    </p:animEffect>
                                  </p:childTnLst>
                                </p:cTn>
                              </p:par>
                            </p:childTnLst>
                          </p:cTn>
                        </p:par>
                        <p:par>
                          <p:cTn id="15" fill="hold" nodeType="afterGroup">
                            <p:stCondLst>
                              <p:cond delay="21000"/>
                            </p:stCondLst>
                            <p:childTnLst>
                              <p:par>
                                <p:cTn id="16" presetID="16" presetClass="entr" presetSubtype="21" fill="hold" grpId="0" nodeType="after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barn(inVertical)">
                                      <p:cBhvr>
                                        <p:cTn id="18"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90"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388E8-7193-4C45-8A9C-9B6E37D8860A}"/>
              </a:ext>
            </a:extLst>
          </p:cNvPr>
          <p:cNvSpPr>
            <a:spLocks noGrp="1"/>
          </p:cNvSpPr>
          <p:nvPr>
            <p:ph type="title"/>
          </p:nvPr>
        </p:nvSpPr>
        <p:spPr>
          <a:xfrm>
            <a:off x="589850" y="585216"/>
            <a:ext cx="11011600" cy="307648"/>
          </a:xfrm>
        </p:spPr>
        <p:txBody>
          <a:bodyPr>
            <a:normAutofit fontScale="90000"/>
          </a:bodyPr>
          <a:lstStyle/>
          <a:p>
            <a:r>
              <a:rPr lang="ko-KR" altLang="en-US" sz="3000" b="1">
                <a:solidFill>
                  <a:srgbClr val="000000"/>
                </a:solidFill>
                <a:latin typeface="Segoe UI" panose="020B0502040204020203" pitchFamily="34" charset="0"/>
                <a:ea typeface="Segoe UI" panose="020B0503020000020004" pitchFamily="34" charset="-127"/>
                <a:cs typeface="Segoe UI"/>
              </a:rPr>
              <a:t>요약</a:t>
            </a:r>
          </a:p>
        </p:txBody>
      </p:sp>
      <p:sp>
        <p:nvSpPr>
          <p:cNvPr id="11" name="Text Placeholder 2">
            <a:extLst>
              <a:ext uri="{FF2B5EF4-FFF2-40B4-BE49-F238E27FC236}">
                <a16:creationId xmlns:a16="http://schemas.microsoft.com/office/drawing/2014/main" id="{C965CA0E-40C5-7CC3-9F9D-92767DF541E7}"/>
              </a:ext>
            </a:extLst>
          </p:cNvPr>
          <p:cNvSpPr>
            <a:spLocks noGrp="1"/>
          </p:cNvSpPr>
          <p:nvPr>
            <p:ph type="body" sz="quarter" idx="35"/>
          </p:nvPr>
        </p:nvSpPr>
        <p:spPr>
          <a:xfrm>
            <a:off x="4359276" y="1926472"/>
            <a:ext cx="6538912" cy="4124206"/>
          </a:xfrm>
        </p:spPr>
        <p:txBody>
          <a:bodyPr>
            <a:noAutofit/>
          </a:bodyPr>
          <a:lstStyle/>
          <a:p>
            <a:pPr marL="228600" indent="-228600">
              <a:spcBef>
                <a:spcPct val="0"/>
              </a:spcBef>
              <a:spcAft>
                <a:spcPts val="1200"/>
              </a:spcAft>
            </a:pPr>
            <a:r>
              <a:rPr lang="ko-KR" altLang="en-US" sz="2000">
                <a:solidFill>
                  <a:srgbClr val="000000"/>
                </a:solidFill>
                <a:latin typeface="Segoe UI" panose="020B0502040204020203" pitchFamily="34" charset="0"/>
                <a:ea typeface="Segoe UI" panose="020B0503020000020004" pitchFamily="34" charset="-127"/>
                <a:cs typeface="Segoe UI"/>
              </a:rPr>
              <a:t>에이전트는 생성형 </a:t>
            </a:r>
            <a:r>
              <a:rPr lang="en-US" altLang="ko-KR" sz="2000">
                <a:solidFill>
                  <a:srgbClr val="000000"/>
                </a:solidFill>
                <a:latin typeface="Segoe UI" panose="020B0502040204020203" pitchFamily="34" charset="0"/>
                <a:ea typeface="Segoe UI" panose="020B0503020000020004" pitchFamily="34" charset="-127"/>
                <a:cs typeface="Segoe UI"/>
              </a:rPr>
              <a:t>AI</a:t>
            </a:r>
            <a:r>
              <a:rPr lang="ko-KR" altLang="en-US" sz="2000">
                <a:solidFill>
                  <a:srgbClr val="000000"/>
                </a:solidFill>
                <a:latin typeface="Segoe UI" panose="020B0502040204020203" pitchFamily="34" charset="0"/>
                <a:ea typeface="Segoe UI" panose="020B0503020000020004" pitchFamily="34" charset="-127"/>
                <a:cs typeface="Segoe UI"/>
              </a:rPr>
              <a:t>를 사용하여 질문에 답변합니다</a:t>
            </a:r>
            <a:r>
              <a:rPr lang="en-US" altLang="ko-KR" sz="2000">
                <a:solidFill>
                  <a:srgbClr val="000000"/>
                </a:solidFill>
                <a:latin typeface="Segoe UI" panose="020B0502040204020203" pitchFamily="34" charset="0"/>
                <a:ea typeface="Segoe UI" panose="020B0503020000020004" pitchFamily="34" charset="-127"/>
                <a:cs typeface="Segoe UI"/>
              </a:rPr>
              <a:t>.</a:t>
            </a:r>
          </a:p>
          <a:p>
            <a:pPr marL="228600" indent="-228600">
              <a:spcBef>
                <a:spcPct val="0"/>
              </a:spcBef>
              <a:spcAft>
                <a:spcPts val="1200"/>
              </a:spcAft>
            </a:pPr>
            <a:r>
              <a:rPr lang="ko-KR" altLang="en-US" sz="2000">
                <a:solidFill>
                  <a:srgbClr val="000000"/>
                </a:solidFill>
                <a:latin typeface="Segoe UI" panose="020B0502040204020203" pitchFamily="34" charset="0"/>
                <a:ea typeface="Segoe UI" panose="020B0503020000020004" pitchFamily="34" charset="-127"/>
                <a:cs typeface="Segoe UI"/>
              </a:rPr>
              <a:t>에이전트가 사내 데이터와 공개 데이터를 기반으로 답변할 수 있도록 지식 원본을 추가할 수 있습니다</a:t>
            </a:r>
            <a:r>
              <a:rPr lang="en-US" altLang="ko-KR" sz="2000">
                <a:solidFill>
                  <a:srgbClr val="000000"/>
                </a:solidFill>
                <a:latin typeface="Segoe UI" panose="020B0502040204020203" pitchFamily="34" charset="0"/>
                <a:ea typeface="Segoe UI" panose="020B0503020000020004" pitchFamily="34" charset="-127"/>
                <a:cs typeface="Segoe UI"/>
              </a:rPr>
              <a:t>.</a:t>
            </a:r>
          </a:p>
          <a:p>
            <a:pPr marL="228600" indent="-228600">
              <a:spcBef>
                <a:spcPct val="0"/>
              </a:spcBef>
              <a:spcAft>
                <a:spcPts val="1200"/>
              </a:spcAft>
            </a:pPr>
            <a:r>
              <a:rPr lang="ko-KR" altLang="en-US" sz="2000">
                <a:solidFill>
                  <a:srgbClr val="000000"/>
                </a:solidFill>
                <a:latin typeface="Segoe UI" panose="020B0502040204020203" pitchFamily="34" charset="0"/>
                <a:ea typeface="Segoe UI" panose="020B0503020000020004" pitchFamily="34" charset="-127"/>
                <a:cs typeface="Segoe UI"/>
              </a:rPr>
              <a:t>생성 답변 노드를 구성할 수 있습니다</a:t>
            </a:r>
            <a:r>
              <a:rPr lang="en-US" altLang="ko-KR" sz="2000">
                <a:solidFill>
                  <a:srgbClr val="000000"/>
                </a:solidFill>
                <a:latin typeface="Segoe UI" panose="020B0502040204020203" pitchFamily="34" charset="0"/>
                <a:ea typeface="Segoe UI" panose="020B0503020000020004" pitchFamily="34" charset="-127"/>
                <a:cs typeface="Segoe UI"/>
              </a:rPr>
              <a:t>.</a:t>
            </a:r>
          </a:p>
        </p:txBody>
      </p:sp>
      <p:sp>
        <p:nvSpPr>
          <p:cNvPr id="12"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All Rights Reserved.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A5FF4EC-645C-1ED1-D5A8-43C81F9FE47C}"/>
              </a:ext>
            </a:extLst>
          </p:cNvPr>
          <p:cNvSpPr>
            <a:spLocks noGrp="1"/>
          </p:cNvSpPr>
          <p:nvPr>
            <p:ph type="title"/>
          </p:nvPr>
        </p:nvSpPr>
        <p:spPr>
          <a:xfrm>
            <a:off x="589850" y="585217"/>
            <a:ext cx="8193024" cy="492443"/>
          </a:xfrm>
        </p:spPr>
        <p:txBody>
          <a:bodyPr>
            <a:noAutofit/>
          </a:bodyPr>
          <a:lstStyle/>
          <a:p>
            <a:r>
              <a:rPr lang="ko-KR" altLang="en-US" sz="3000" b="1">
                <a:solidFill>
                  <a:srgbClr val="000000"/>
                </a:solidFill>
                <a:latin typeface="Segoe UI" panose="020B0502040204020203" pitchFamily="34" charset="0"/>
                <a:ea typeface="Segoe UI" panose="020B0503020000020004" pitchFamily="34" charset="-127"/>
                <a:cs typeface="Segoe UI"/>
              </a:rPr>
              <a:t>모듈 요약</a:t>
            </a:r>
          </a:p>
        </p:txBody>
      </p:sp>
      <p:sp>
        <p:nvSpPr>
          <p:cNvPr id="12" name="TextBox 11">
            <a:extLst>
              <a:ext uri="{FF2B5EF4-FFF2-40B4-BE49-F238E27FC236}">
                <a16:creationId xmlns:a16="http://schemas.microsoft.com/office/drawing/2014/main" id="{57905DC2-1CA2-23F6-1A18-6FB6930F2857}"/>
              </a:ext>
            </a:extLst>
          </p:cNvPr>
          <p:cNvSpPr txBox="1"/>
          <p:nvPr/>
        </p:nvSpPr>
        <p:spPr>
          <a:xfrm>
            <a:off x="589850" y="1247804"/>
            <a:ext cx="11031840" cy="426720"/>
          </a:xfrm>
          <a:prstGeom prst="rect">
            <a:avLst/>
          </a:prstGeom>
          <a:noFill/>
        </p:spPr>
        <p:txBody>
          <a:bodyPr wrap="square" lIns="0" tIns="45720" rIns="91440" bIns="45720" anchor="t">
            <a:spAutoFit/>
          </a:bodyPr>
          <a:lstStyle/>
          <a:p>
            <a:r>
              <a:rPr lang="ko-KR" altLang="en-US" sz="2200" b="1">
                <a:solidFill>
                  <a:srgbClr val="389A91"/>
                </a:solidFill>
                <a:latin typeface="Segoe UI" panose="020B0502040204020203" pitchFamily="34" charset="0"/>
                <a:ea typeface="Segoe UI" panose="020B0503020000020004" pitchFamily="34" charset="-127"/>
                <a:cs typeface="Segoe UI"/>
              </a:rPr>
              <a:t>이 모듈의 학습 내용</a:t>
            </a:r>
            <a:r>
              <a:rPr lang="en-US" altLang="ko-KR" sz="2200" b="1">
                <a:solidFill>
                  <a:srgbClr val="389A91"/>
                </a:solidFill>
                <a:latin typeface="Segoe UI" panose="020B0502040204020203" pitchFamily="34" charset="0"/>
                <a:ea typeface="Segoe UI" panose="020B0503020000020004" pitchFamily="34" charset="-127"/>
                <a:cs typeface="Segoe UI"/>
              </a:rPr>
              <a:t>...</a:t>
            </a:r>
          </a:p>
        </p:txBody>
      </p:sp>
      <p:sp>
        <p:nvSpPr>
          <p:cNvPr id="13" name="Rounded Rectangle 3_1">
            <a:extLst>
              <a:ext uri="{FF2B5EF4-FFF2-40B4-BE49-F238E27FC236}">
                <a16:creationId xmlns:a16="http://schemas.microsoft.com/office/drawing/2014/main" id="{60C0B429-9530-2BF9-1342-005317DEA8AA}"/>
              </a:ext>
            </a:extLst>
          </p:cNvPr>
          <p:cNvSpPr/>
          <p:nvPr/>
        </p:nvSpPr>
        <p:spPr>
          <a:xfrm>
            <a:off x="581986" y="1787282"/>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defTabSz="932742" latinLnBrk="0">
              <a:spcBef>
                <a:spcPts val="1200"/>
              </a:spcBef>
              <a:spcAft>
                <a:spcPct val="0"/>
              </a:spcAft>
              <a:buSzPct val="90000"/>
              <a:defRPr/>
            </a:pPr>
            <a:r>
              <a:rPr lang="ko-KR" altLang="en-US" sz="2000">
                <a:solidFill>
                  <a:srgbClr val="000000"/>
                </a:solidFill>
                <a:latin typeface="Segoe UI" panose="020B0502040204020203" pitchFamily="34" charset="0"/>
                <a:ea typeface="Segoe UI" panose="020B0503020000020004" pitchFamily="34" charset="-127"/>
                <a:cs typeface="Segoe UI"/>
              </a:rPr>
              <a:t>생성형 </a:t>
            </a:r>
            <a:r>
              <a:rPr lang="en-US" altLang="ko-KR" sz="2000">
                <a:solidFill>
                  <a:srgbClr val="000000"/>
                </a:solidFill>
                <a:latin typeface="Segoe UI" panose="020B0502040204020203" pitchFamily="34" charset="0"/>
                <a:ea typeface="Segoe UI" panose="020B0503020000020004" pitchFamily="34" charset="-127"/>
                <a:cs typeface="Segoe UI"/>
              </a:rPr>
              <a:t>AI </a:t>
            </a:r>
            <a:r>
              <a:rPr lang="ko-KR" altLang="en-US" sz="2000">
                <a:solidFill>
                  <a:srgbClr val="000000"/>
                </a:solidFill>
                <a:latin typeface="Segoe UI" panose="020B0502040204020203" pitchFamily="34" charset="0"/>
                <a:ea typeface="Segoe UI" panose="020B0503020000020004" pitchFamily="34" charset="-127"/>
                <a:cs typeface="Segoe UI"/>
              </a:rPr>
              <a:t>구성 방법을 배웠습니다</a:t>
            </a:r>
            <a:r>
              <a:rPr lang="en-US" altLang="ko-KR" sz="2000">
                <a:solidFill>
                  <a:srgbClr val="000000"/>
                </a:solidFill>
                <a:latin typeface="Segoe UI" panose="020B0502040204020203" pitchFamily="34" charset="0"/>
                <a:ea typeface="Segoe UI" panose="020B0503020000020004" pitchFamily="34" charset="-127"/>
                <a:cs typeface="Segoe UI"/>
              </a:rPr>
              <a:t>.</a:t>
            </a:r>
          </a:p>
          <a:p>
            <a:pPr defTabSz="932742" latinLnBrk="0">
              <a:spcBef>
                <a:spcPts val="1200"/>
              </a:spcBef>
              <a:spcAft>
                <a:spcPct val="0"/>
              </a:spcAft>
              <a:buSzPct val="90000"/>
              <a:defRPr/>
            </a:pPr>
            <a:r>
              <a:rPr lang="ko-KR" altLang="en-US" sz="2000">
                <a:solidFill>
                  <a:srgbClr val="000000"/>
                </a:solidFill>
                <a:latin typeface="Segoe UI" panose="020B0502040204020203" pitchFamily="34" charset="0"/>
                <a:ea typeface="Segoe UI" panose="020B0503020000020004" pitchFamily="34" charset="-127"/>
                <a:cs typeface="Segoe UI"/>
              </a:rPr>
              <a:t>지식 원본을 추가하는 방법을 배웠습니다</a:t>
            </a:r>
            <a:r>
              <a:rPr lang="en-US" altLang="ko-KR" sz="2000">
                <a:solidFill>
                  <a:srgbClr val="000000"/>
                </a:solidFill>
                <a:latin typeface="Segoe UI" panose="020B0502040204020203" pitchFamily="34" charset="0"/>
                <a:ea typeface="Segoe UI" panose="020B0503020000020004" pitchFamily="34" charset="-127"/>
                <a:cs typeface="Segoe UI"/>
              </a:rPr>
              <a:t>.</a:t>
            </a:r>
          </a:p>
          <a:p>
            <a:pPr defTabSz="932742" latinLnBrk="0">
              <a:spcBef>
                <a:spcPts val="1200"/>
              </a:spcBef>
              <a:spcAft>
                <a:spcPct val="0"/>
              </a:spcAft>
              <a:buSzPct val="90000"/>
              <a:defRPr/>
            </a:pPr>
            <a:r>
              <a:rPr lang="ko-KR" altLang="en-US" sz="2000">
                <a:solidFill>
                  <a:srgbClr val="000000"/>
                </a:solidFill>
                <a:latin typeface="Segoe UI" panose="020B0502040204020203" pitchFamily="34" charset="0"/>
                <a:ea typeface="Segoe UI" panose="020B0503020000020004" pitchFamily="34" charset="-127"/>
                <a:cs typeface="Segoe UI"/>
              </a:rPr>
              <a:t>생성형 답변을 구성하는 방법을 배웠습니다</a:t>
            </a:r>
            <a:r>
              <a:rPr lang="en-US" altLang="ko-KR" sz="2000">
                <a:solidFill>
                  <a:srgbClr val="000000"/>
                </a:solidFill>
                <a:latin typeface="Segoe UI" panose="020B0502040204020203" pitchFamily="34" charset="0"/>
                <a:ea typeface="Segoe UI" panose="020B0503020000020004" pitchFamily="34" charset="-127"/>
                <a:cs typeface="Segoe UI"/>
              </a:rPr>
              <a:t>.</a:t>
            </a:r>
          </a:p>
        </p:txBody>
      </p:sp>
      <p:sp>
        <p:nvSpPr>
          <p:cNvPr id="14"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80876" y="6421083"/>
            <a:ext cx="4150231" cy="197976"/>
          </a:xfrm>
          <a:prstGeom prst="rect">
            <a:avLst/>
          </a:prstGeom>
        </p:spPr>
        <p:txBody>
          <a:bodyPr vert="horz" lIns="0" tIns="0" rIns="0" bIns="0" rtlCol="0" anchor="ctr"/>
          <a:lstStyle>
            <a:lvl1pPr marL="0" algn="l" defTabSz="914126"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Segoe UI" panose="020B0604020202020204" pitchFamily="34" charset="0"/>
                <a:ea typeface="+mn-ea"/>
                <a:cs typeface="Segoe UI" panose="020B0604020202020204" pitchFamily="34" charset="0"/>
              </a:defRPr>
            </a:lvl5pPr>
          </a:lstStyle>
          <a:p>
            <a:r>
              <a:rPr lang="en-US" altLang="ko-KR">
                <a:solidFill>
                  <a:srgbClr val="000000"/>
                </a:solidFill>
                <a:latin typeface="Segoe UI" panose="020B0502040204020203" pitchFamily="34" charset="0"/>
                <a:ea typeface="Segoe UI" panose="020B0503020000020004" pitchFamily="34" charset="-127"/>
                <a:cs typeface="Segoe UI"/>
              </a:rPr>
              <a:t>© Copyright Microsoft Corporation. AIl rights reserved.</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FD3162-DA9E-4D67-9F87-E583DE6D64AE}"/>
              </a:ext>
            </a:extLst>
          </p:cNvPr>
          <p:cNvSpPr txBox="1">
            <a:spLocks noGrp="1"/>
          </p:cNvSpPr>
          <p:nvPr>
            <p:ph type="title"/>
          </p:nvPr>
        </p:nvSpPr>
        <p:spPr>
          <a:xfrm>
            <a:off x="1588" y="1"/>
            <a:ext cx="2954976" cy="710964"/>
          </a:xfrm>
          <a:prstGeom prst="rect">
            <a:avLst/>
          </a:prstGeom>
          <a:noFill/>
          <a:ln>
            <a:noFill/>
          </a:ln>
          <a:effectLst/>
        </p:spPr>
        <p:txBody>
          <a:bodyPr rot="0" spcFirstLastPara="0" vertOverflow="overflow" horzOverflow="overflow" vert="horz" wrap="none" lIns="182880" tIns="146304" rIns="182880" bIns="146304" numCol="1" spcCol="0" rtlCol="0" fromWordArt="0" anchor="t" anchorCtr="0" forceAA="0" compatLnSpc="1">
            <a:prstTxWarp prst="textNoShape">
              <a:avLst/>
            </a:prstTxWarp>
            <a:spAutoFit/>
          </a:bodyPr>
          <a:lstStyle/>
          <a:p>
            <a:pPr defTabSz="914367" latinLnBrk="0">
              <a:spcAft>
                <a:spcPts val="600"/>
              </a:spcAft>
              <a:defRPr sz="3000"/>
            </a:pPr>
            <a:r>
              <a:rPr lang="ko-KR" altLang="en-US" sz="3000">
                <a:solidFill>
                  <a:srgbClr val="FFFFFF"/>
                </a:solidFill>
                <a:latin typeface="Segoe UI" panose="020B0502040204020203" pitchFamily="34" charset="0"/>
                <a:ea typeface="Segoe UI" panose="020B0503020000020004" pitchFamily="34" charset="-127"/>
                <a:cs typeface="Segoe UI"/>
              </a:rPr>
              <a:t>클로징 슬라이드</a:t>
            </a:r>
            <a:endParaRPr lang="fr-FR" sz="3000">
              <a:solidFill>
                <a:schemeClr val="bg1"/>
              </a:solidFill>
              <a:latin typeface="Segoe UI" panose="020B0502040204020203" pitchFamily="34" charset="0"/>
              <a:ea typeface="Segoe UI" panose="020B0503020000020004" pitchFamily="34" charset="-127"/>
              <a:cs typeface="+mn-cs"/>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ghzlRPYfhk.Pmv2X_IpAr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w5trLOJ3mUO8EdqTazXnu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cP31uLzoekuQO5Y7vT6k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BueEQKcupE2kYDF2OPZMp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Oyr.pSLxtE66a4L1JK5cw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VLfy1jbQWkaxsIlGMClQO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mCKZC1mSUE6L33Vr00634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Y0wzKwTWUka96bAdzAE6C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sQqCPx7VKUGrAI2ySLXo0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vhGE8IFUSE._NpkBAI3Am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XxkIQ4C0fkm0TYyaGnGHb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Xayu9I1.wUuIPhsLGr7RW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shLAAmtkUkSbsfII.6EY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fjs8lW8pQkOV1mMwhMb1p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bZgQ.gP6uka4dPcIQKGrL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mdt1dDv_v0WIi87mXMYMK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3DprwEm3zkCoGfkpjHD._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W1w9NeJar0qkPi.ld_ss0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gVEyanQZWUm5co7qcAcIF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XtUILo2x3EKt9G0WpPO2V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2suUdXHYhECLrVUSXlCyt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PTeu97PzCkGe_yadMcEvk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bVe92g0eMkunRsYVh.0UP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G6Gey2Y4Z0KtFm77bXHyV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5hJQIbZp7Ee.qH17kfBtR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ghzlRPYfhk.Pmv2X_IpAr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w5trLOJ3mUO8EdqTazXnu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cP31uLzoekuQO5Y7vT6kZ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BueEQKcupE2kYDF2OPZMp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Oyr.pSLxtE66a4L1JK5cw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VLfy1jbQWkaxsIlGMClQO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mCKZC1mSUE6L33Vr00634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Y0wzKwTWUka96bAdzAE6C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sQqCPx7VKUGrAI2ySLXo0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vhGE8IFUSE._NpkBAI3Am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XxkIQ4C0fkm0TYyaGnGHb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Xayu9I1.wUuIPhsLGr7RW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shLAAmtkUkSbsfII.6EYP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fjs8lW8pQkOV1mMwhMb1p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bZgQ.gP6uka4dPcIQKGrL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mdt1dDv_v0WIi87mXMYMK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3DprwEm3zkCoGfkpjHD._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W1w9NeJar0qkPi.ld_ss0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gVEyanQZWUm5co7qcAcIF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XtUILo2x3EKt9G0WpPO2V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2suUdXHYhECLrVUSXlCyt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PTeu97PzCkGe_yadMcEvk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bVe92g0eMkunRsYVh.0UP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G6Gey2Y4Z0KtFm77bXHyV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5hJQIbZp7Ee.qH17kfBtR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ghzlRPYfhk.Pmv2X_IpAr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w5trLOJ3mUO8EdqTazXnu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cP31uLzoekuQO5Y7vT6kZ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BueEQKcupE2kYDF2OPZMp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Oyr.pSLxtE66a4L1JK5cw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VLfy1jbQWkaxsIlGMClQOQ"/>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mCKZC1mSUE6L33Vr00634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Y0wzKwTWUka96bAdzAE6C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sQqCPx7VKUGrAI2ySLXo0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vhGE8IFUSE._NpkBAI3AmA"/>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XxkIQ4C0fkm0TYyaGnGHb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Xayu9I1.wUuIPhsLGr7RW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shLAAmtkUkSbsfII.6EYPg"/>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fjs8lW8pQkOV1mMwhMb1p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bZgQ.gP6uka4dPcIQKGrL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mdt1dDv_v0WIi87mXMYMK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3DprwEm3zkCoGfkpjHD._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W1w9NeJar0qkPi.ld_ss0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gVEyanQZWUm5co7qcAcIF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XtUILo2x3EKt9G0WpPO2VQ"/>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2suUdXHYhECLrVUSXlCyt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PTeu97PzCkGe_yadMcEvk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bVe92g0eMkunRsYVh.0UP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G6Gey2Y4Z0KtFm77bXHyV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5hJQIbZp7Ee.qH17kfBtR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ghzlRPYfhk.Pmv2X_IpArg"/>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w5trLOJ3mUO8EdqTazXnuA"/>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cP31uLzoekuQO5Y7vT6kZ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BueEQKcupE2kYDF2OPZMp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Oyr.pSLxtE66a4L1JK5cw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VLfy1jbQWkaxsIlGMClQO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mCKZC1mSUE6L33Vr00634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Y0wzKwTWUka96bAdzAE6C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sQqCPx7VKUGrAI2ySLXo0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vhGE8IFUSE._NpkBAI3Am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XxkIQ4C0fkm0TYyaGnGHb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Xayu9I1.wUuIPhsLGr7RW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shLAAmtkUkSbsfII.6EYPg"/>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fjs8lW8pQkOV1mMwhMb1p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bZgQ.gP6uka4dPcIQKGrLg"/>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mdt1dDv_v0WIi87mXMYMKg"/>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3DprwEm3zkCoGfkpjHD._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W1w9NeJar0qkPi.ld_ss0Q"/>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gVEyanQZWUm5co7qcAcIFg"/>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XtUILo2x3EKt9G0WpPO2VQ"/>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2suUdXHYhECLrVUSXlCytA"/>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PTeu97PzCkGe_yadMcEvkQ"/>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pbVe92g0eMkunRsYVh.0UPg"/>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pG6Gey2Y4Z0KtFm77bXHyVw"/>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p5hJQIbZp7Ee.qH17kfBtRw"/>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pQiLTv5hDl0SyLXelJw0cCA"/>
</p:tagLst>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egoe Sans Display">
      <a:majorFont>
        <a:latin typeface="Segoe Sans Display"/>
        <a:ea typeface="Segoe"/>
        <a:cs typeface=""/>
      </a:majorFont>
      <a:minorFont>
        <a:latin typeface="Segoe Sans Display"/>
        <a:ea typeface="Segoe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Segoe UI" panose="02110004020202020204"/>
        <a:ea typeface="Segoe UI"/>
        <a:cs typeface="Segoe UI"/>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Segoe UI"/>
        <a:cs typeface="Segoe UI"/>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3352</Words>
  <Application>Microsoft Office PowerPoint</Application>
  <PresentationFormat>와이드스크린</PresentationFormat>
  <Paragraphs>379</Paragraphs>
  <Slides>32</Slides>
  <Notes>28</Notes>
  <HiddenSlides>7</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32</vt:i4>
      </vt:variant>
    </vt:vector>
  </HeadingPairs>
  <TitlesOfParts>
    <vt:vector size="36" baseType="lpstr">
      <vt:lpstr>Segoe Sans Display</vt:lpstr>
      <vt:lpstr>Segoe UI</vt:lpstr>
      <vt:lpstr>Wingdings</vt:lpstr>
      <vt:lpstr>Office 테마</vt:lpstr>
      <vt:lpstr>PL-7008 Microsoft Copilot Studio에서  에이전트 만들기</vt:lpstr>
      <vt:lpstr>Microsoft Copilot Studio에서  지능형 에이전트 빌드</vt:lpstr>
      <vt:lpstr>학습 목표</vt:lpstr>
      <vt:lpstr>Microsoft Learn 모듈</vt:lpstr>
      <vt:lpstr>에이전트에 지식 추가</vt:lpstr>
      <vt:lpstr>지식 원본</vt:lpstr>
      <vt:lpstr>지식 원본</vt:lpstr>
      <vt:lpstr>지식 원본</vt:lpstr>
      <vt:lpstr>에이전트가 지식을 사용하는 방법</vt:lpstr>
      <vt:lpstr>웹 검색</vt:lpstr>
      <vt:lpstr>추천 지식 원본 </vt:lpstr>
      <vt:lpstr>지식 소스로 웹 사이트 사용</vt:lpstr>
      <vt:lpstr>지식 소스로 문서 사용</vt:lpstr>
      <vt:lpstr>지식 소스로 문서 사용</vt:lpstr>
      <vt:lpstr>SharePoint를 지식 원본으로 활용</vt:lpstr>
      <vt:lpstr>Dataverse 테이블을 지식 원본으로 사용</vt:lpstr>
      <vt:lpstr>데이터버스 테이블을 지식 원본으로 사용</vt:lpstr>
      <vt:lpstr>지식 원본</vt:lpstr>
      <vt:lpstr>생성형 답변</vt:lpstr>
      <vt:lpstr>생성형 답변에 대한 지식 사용</vt:lpstr>
      <vt:lpstr>생성형 답변에 대한 지식 사용</vt:lpstr>
      <vt:lpstr>생성형 답변에 대한 지식 사용</vt:lpstr>
      <vt:lpstr>실습 랩 </vt:lpstr>
      <vt:lpstr>지식 점검 </vt:lpstr>
      <vt:lpstr>지식 점검 </vt:lpstr>
      <vt:lpstr>지식 점검 </vt:lpstr>
      <vt:lpstr>지식 점검 </vt:lpstr>
      <vt:lpstr>지식 점검 </vt:lpstr>
      <vt:lpstr>지식 점검 </vt:lpstr>
      <vt:lpstr>요약</vt:lpstr>
      <vt:lpstr>모듈 요약</vt:lpstr>
      <vt:lpstr>클로징 슬라이드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dc:creator>
  <cp:lastModifiedBy>Jay</cp:lastModifiedBy>
  <cp:revision>1</cp:revision>
  <dcterms:created xsi:type="dcterms:W3CDTF">2026-08-23T09:18:44Z</dcterms:created>
  <dcterms:modified xsi:type="dcterms:W3CDTF">2026-08-23T13:53:01Z</dcterms:modified>
</cp:coreProperties>
</file>