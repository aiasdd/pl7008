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3"/>
  </p:notesMasterIdLst>
  <p:sldIdLst>
    <p:sldId id="256" r:id="rId2"/>
    <p:sldId id="257" r:id="rId3"/>
    <p:sldId id="258" r:id="rId4"/>
    <p:sldId id="259" r:id="rId5"/>
    <p:sldId id="260" r:id="rId6"/>
    <p:sldId id="261" r:id="rId7"/>
    <p:sldId id="263" r:id="rId8"/>
    <p:sldId id="264" r:id="rId9"/>
    <p:sldId id="265" r:id="rId10"/>
    <p:sldId id="266" r:id="rId11"/>
    <p:sldId id="338"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E533605-A348-4F10-AB11-C67253C762B7}">
          <p14:sldIdLst>
            <p14:sldId id="256"/>
          </p14:sldIdLst>
        </p14:section>
        <p14:section name="01: 에이전트 소개" id="{D18F5391-1B90-44CE-8B5E-5A6477FB8E82}">
          <p14:sldIdLst>
            <p14:sldId id="257"/>
            <p14:sldId id="258"/>
            <p14:sldId id="259"/>
            <p14:sldId id="260"/>
            <p14:sldId id="261"/>
            <p14:sldId id="263"/>
            <p14:sldId id="264"/>
            <p14:sldId id="265"/>
            <p14:sldId id="266"/>
            <p14:sldId id="338"/>
            <p14:sldId id="267"/>
            <p14:sldId id="268"/>
            <p14:sldId id="269"/>
          </p14:sldIdLst>
        </p14:section>
        <p14:section name="02: Copilot Studio 기초" id="{88AF11F3-B5B1-4494-B5EE-AB42CDF74B30}">
          <p14:sldIdLst>
            <p14:sldId id="270"/>
            <p14:sldId id="271"/>
            <p14:sldId id="272"/>
            <p14:sldId id="273"/>
            <p14:sldId id="274"/>
            <p14:sldId id="275"/>
            <p14:sldId id="276"/>
            <p14:sldId id="277"/>
            <p14:sldId id="278"/>
            <p14:sldId id="279"/>
            <p14:sldId id="280"/>
            <p14:sldId id="281"/>
            <p14:sldId id="282"/>
          </p14:sldIdLst>
        </p14:section>
        <p14:section name="03: 에이전트를 위한 솔루션 만들기" id="{2744485B-4E47-431E-80AA-937D8CCF0C17}">
          <p14:sldIdLst>
            <p14:sldId id="283"/>
            <p14:sldId id="284"/>
            <p14:sldId id="285"/>
            <p14:sldId id="286"/>
            <p14:sldId id="287"/>
            <p14:sldId id="288"/>
            <p14:sldId id="289"/>
            <p14:sldId id="290"/>
            <p14:sldId id="291"/>
            <p14:sldId id="292"/>
          </p14:sldIdLst>
        </p14:section>
        <p14:section name="4: Copilot Harness로 에이전트 구축하기" id="{E9F4CE93-0989-4B7B-8470-7CFA7414669D}">
          <p14:sldIdLst>
            <p14:sldId id="293"/>
            <p14:sldId id="294"/>
            <p14:sldId id="295"/>
            <p14:sldId id="296"/>
            <p14:sldId id="297"/>
            <p14:sldId id="298"/>
            <p14:sldId id="299"/>
            <p14:sldId id="300"/>
          </p14:sldIdLst>
        </p14:section>
        <p14:section name="05: 에이전트에 도구 추가하지" id="{1D940D26-D39A-41BC-945A-A7724CC29A1C}">
          <p14:sldIdLst>
            <p14:sldId id="301"/>
            <p14:sldId id="302"/>
            <p14:sldId id="303"/>
            <p14:sldId id="304"/>
            <p14:sldId id="305"/>
            <p14:sldId id="306"/>
            <p14:sldId id="307"/>
          </p14:sldIdLst>
        </p14:section>
        <p14:section name="06: 스킬 추가하기" id="{2A24218A-DEAF-42DE-82CF-291A70C2CD0D}">
          <p14:sldIdLst>
            <p14:sldId id="308"/>
            <p14:sldId id="309"/>
            <p14:sldId id="310"/>
            <p14:sldId id="311"/>
            <p14:sldId id="312"/>
            <p14:sldId id="313"/>
            <p14:sldId id="314"/>
          </p14:sldIdLst>
        </p14:section>
        <p14:section name="07: 워크플로로 자동화하기" id="{72DC054D-92D8-4591-B611-CE45F53D74EE}">
          <p14:sldIdLst>
            <p14:sldId id="315"/>
            <p14:sldId id="316"/>
            <p14:sldId id="317"/>
            <p14:sldId id="318"/>
            <p14:sldId id="319"/>
            <p14:sldId id="320"/>
            <p14:sldId id="321"/>
          </p14:sldIdLst>
        </p14:section>
        <p14:section name="08: 에이전트 게시하기" id="{0EE0B688-919B-4E3D-9CB9-541C1CEC361D}">
          <p14:sldIdLst>
            <p14:sldId id="322"/>
            <p14:sldId id="323"/>
            <p14:sldId id="324"/>
            <p14:sldId id="325"/>
            <p14:sldId id="326"/>
            <p14:sldId id="327"/>
          </p14:sldIdLst>
        </p14:section>
        <p14:section name="09: 라이선스 이해하기" id="{4B605C1A-5FAB-43D8-BB31-A5DB67585879}">
          <p14:sldIdLst>
            <p14:sldId id="328"/>
            <p14:sldId id="329"/>
            <p14:sldId id="330"/>
            <p14:sldId id="331"/>
            <p14:sldId id="332"/>
            <p14:sldId id="333"/>
            <p14:sldId id="334"/>
            <p14:sldId id="335"/>
            <p14:sldId id="33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959" autoAdjust="0"/>
    <p:restoredTop sz="55692" autoAdjust="0"/>
  </p:normalViewPr>
  <p:slideViewPr>
    <p:cSldViewPr snapToGrid="0">
      <p:cViewPr varScale="1">
        <p:scale>
          <a:sx n="69" d="100"/>
          <a:sy n="69" d="100"/>
        </p:scale>
        <p:origin x="1437" y="55"/>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88"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y" userId="ee8e7794-d418-4050-a45e-67762d108ce3" providerId="ADAL" clId="{A763F83F-80D6-4023-B2C2-C60A76F728A0}"/>
    <pc:docChg chg="undo custSel addSld delSld modSld sldOrd modSection">
      <pc:chgData name="Jay" userId="ee8e7794-d418-4050-a45e-67762d108ce3" providerId="ADAL" clId="{A763F83F-80D6-4023-B2C2-C60A76F728A0}" dt="2026-08-23T02:27:12.603" v="198" actId="20577"/>
      <pc:docMkLst>
        <pc:docMk/>
      </pc:docMkLst>
      <pc:sldChg chg="delSp mod">
        <pc:chgData name="Jay" userId="ee8e7794-d418-4050-a45e-67762d108ce3" providerId="ADAL" clId="{A763F83F-80D6-4023-B2C2-C60A76F728A0}" dt="2026-08-18T00:41:37.769" v="1" actId="478"/>
        <pc:sldMkLst>
          <pc:docMk/>
          <pc:sldMk cId="0" sldId="256"/>
        </pc:sldMkLst>
      </pc:sldChg>
      <pc:sldChg chg="modSp">
        <pc:chgData name="Jay" userId="ee8e7794-d418-4050-a45e-67762d108ce3" providerId="ADAL" clId="{A763F83F-80D6-4023-B2C2-C60A76F728A0}" dt="2026-08-18T00:41:51.965" v="2"/>
        <pc:sldMkLst>
          <pc:docMk/>
          <pc:sldMk cId="0" sldId="257"/>
        </pc:sldMkLst>
        <pc:spChg chg="mod">
          <ac:chgData name="Jay" userId="ee8e7794-d418-4050-a45e-67762d108ce3" providerId="ADAL" clId="{A763F83F-80D6-4023-B2C2-C60A76F728A0}" dt="2026-08-18T00:41:51.965" v="2"/>
          <ac:spMkLst>
            <pc:docMk/>
            <pc:sldMk cId="0" sldId="257"/>
            <ac:spMk id="4" creationId="{00000000-0000-0000-0000-000000000000}"/>
          </ac:spMkLst>
        </pc:spChg>
      </pc:sldChg>
      <pc:sldChg chg="modNotesTx">
        <pc:chgData name="Jay" userId="ee8e7794-d418-4050-a45e-67762d108ce3" providerId="ADAL" clId="{A763F83F-80D6-4023-B2C2-C60A76F728A0}" dt="2026-08-23T02:27:12.603" v="198" actId="20577"/>
        <pc:sldMkLst>
          <pc:docMk/>
          <pc:sldMk cId="0" sldId="260"/>
        </pc:sldMkLst>
      </pc:sldChg>
      <pc:sldChg chg="modNotesTx">
        <pc:chgData name="Jay" userId="ee8e7794-d418-4050-a45e-67762d108ce3" providerId="ADAL" clId="{A763F83F-80D6-4023-B2C2-C60A76F728A0}" dt="2026-08-20T11:24:29.502" v="29" actId="113"/>
        <pc:sldMkLst>
          <pc:docMk/>
          <pc:sldMk cId="0" sldId="261"/>
        </pc:sldMkLst>
      </pc:sldChg>
      <pc:sldChg chg="delSp mod modNotesTx">
        <pc:chgData name="Jay" userId="ee8e7794-d418-4050-a45e-67762d108ce3" providerId="ADAL" clId="{A763F83F-80D6-4023-B2C2-C60A76F728A0}" dt="2026-08-20T11:33:33.300" v="53" actId="478"/>
        <pc:sldMkLst>
          <pc:docMk/>
          <pc:sldMk cId="0" sldId="263"/>
        </pc:sldMkLst>
      </pc:sldChg>
      <pc:sldChg chg="delSp mod modNotesTx">
        <pc:chgData name="Jay" userId="ee8e7794-d418-4050-a45e-67762d108ce3" providerId="ADAL" clId="{A763F83F-80D6-4023-B2C2-C60A76F728A0}" dt="2026-08-20T11:39:41.912" v="62" actId="20577"/>
        <pc:sldMkLst>
          <pc:docMk/>
          <pc:sldMk cId="0" sldId="265"/>
        </pc:sldMkLst>
      </pc:sldChg>
      <pc:sldChg chg="addSp delSp modSp mod modNotesTx">
        <pc:chgData name="Jay" userId="ee8e7794-d418-4050-a45e-67762d108ce3" providerId="ADAL" clId="{A763F83F-80D6-4023-B2C2-C60A76F728A0}" dt="2026-08-20T12:05:08.335" v="145" actId="20577"/>
        <pc:sldMkLst>
          <pc:docMk/>
          <pc:sldMk cId="0" sldId="266"/>
        </pc:sldMkLst>
        <pc:spChg chg="mod">
          <ac:chgData name="Jay" userId="ee8e7794-d418-4050-a45e-67762d108ce3" providerId="ADAL" clId="{A763F83F-80D6-4023-B2C2-C60A76F728A0}" dt="2026-08-20T12:04:11.432" v="134" actId="20577"/>
          <ac:spMkLst>
            <pc:docMk/>
            <pc:sldMk cId="0" sldId="266"/>
            <ac:spMk id="4" creationId="{00000000-0000-0000-0000-000000000000}"/>
          </ac:spMkLst>
        </pc:spChg>
        <pc:spChg chg="mod">
          <ac:chgData name="Jay" userId="ee8e7794-d418-4050-a45e-67762d108ce3" providerId="ADAL" clId="{A763F83F-80D6-4023-B2C2-C60A76F728A0}" dt="2026-08-20T11:53:54.037" v="86" actId="26606"/>
          <ac:spMkLst>
            <pc:docMk/>
            <pc:sldMk cId="0" sldId="266"/>
            <ac:spMk id="10" creationId="{00000000-0000-0000-0000-000000000000}"/>
          </ac:spMkLst>
        </pc:spChg>
        <pc:spChg chg="mod">
          <ac:chgData name="Jay" userId="ee8e7794-d418-4050-a45e-67762d108ce3" providerId="ADAL" clId="{A763F83F-80D6-4023-B2C2-C60A76F728A0}" dt="2026-08-20T11:53:54.037" v="86" actId="26606"/>
          <ac:spMkLst>
            <pc:docMk/>
            <pc:sldMk cId="0" sldId="266"/>
            <ac:spMk id="12" creationId="{00000000-0000-0000-0000-000000000000}"/>
          </ac:spMkLst>
        </pc:spChg>
        <pc:spChg chg="mod">
          <ac:chgData name="Jay" userId="ee8e7794-d418-4050-a45e-67762d108ce3" providerId="ADAL" clId="{A763F83F-80D6-4023-B2C2-C60A76F728A0}" dt="2026-08-20T12:02:18.263" v="91" actId="20577"/>
          <ac:spMkLst>
            <pc:docMk/>
            <pc:sldMk cId="0" sldId="266"/>
            <ac:spMk id="17" creationId="{00000000-0000-0000-0000-000000000000}"/>
          </ac:spMkLst>
        </pc:spChg>
        <pc:spChg chg="mod">
          <ac:chgData name="Jay" userId="ee8e7794-d418-4050-a45e-67762d108ce3" providerId="ADAL" clId="{A763F83F-80D6-4023-B2C2-C60A76F728A0}" dt="2026-08-20T11:53:54.037" v="86" actId="26606"/>
          <ac:spMkLst>
            <pc:docMk/>
            <pc:sldMk cId="0" sldId="266"/>
            <ac:spMk id="18" creationId="{00000000-0000-0000-0000-000000000000}"/>
          </ac:spMkLst>
        </pc:spChg>
        <pc:spChg chg="mod">
          <ac:chgData name="Jay" userId="ee8e7794-d418-4050-a45e-67762d108ce3" providerId="ADAL" clId="{A763F83F-80D6-4023-B2C2-C60A76F728A0}" dt="2026-08-20T11:53:54.037" v="86" actId="26606"/>
          <ac:spMkLst>
            <pc:docMk/>
            <pc:sldMk cId="0" sldId="266"/>
            <ac:spMk id="20" creationId="{00000000-0000-0000-0000-000000000000}"/>
          </ac:spMkLst>
        </pc:spChg>
        <pc:spChg chg="mod">
          <ac:chgData name="Jay" userId="ee8e7794-d418-4050-a45e-67762d108ce3" providerId="ADAL" clId="{A763F83F-80D6-4023-B2C2-C60A76F728A0}" dt="2026-08-20T11:53:54.037" v="86" actId="26606"/>
          <ac:spMkLst>
            <pc:docMk/>
            <pc:sldMk cId="0" sldId="266"/>
            <ac:spMk id="21" creationId="{00000000-0000-0000-0000-000000000000}"/>
          </ac:spMkLst>
        </pc:spChg>
        <pc:spChg chg="mod">
          <ac:chgData name="Jay" userId="ee8e7794-d418-4050-a45e-67762d108ce3" providerId="ADAL" clId="{A763F83F-80D6-4023-B2C2-C60A76F728A0}" dt="2026-08-20T12:02:24.209" v="100" actId="20577"/>
          <ac:spMkLst>
            <pc:docMk/>
            <pc:sldMk cId="0" sldId="266"/>
            <ac:spMk id="22" creationId="{00000000-0000-0000-0000-000000000000}"/>
          </ac:spMkLst>
        </pc:spChg>
        <pc:spChg chg="mod">
          <ac:chgData name="Jay" userId="ee8e7794-d418-4050-a45e-67762d108ce3" providerId="ADAL" clId="{A763F83F-80D6-4023-B2C2-C60A76F728A0}" dt="2026-08-20T11:53:54.037" v="86" actId="26606"/>
          <ac:spMkLst>
            <pc:docMk/>
            <pc:sldMk cId="0" sldId="266"/>
            <ac:spMk id="25" creationId="{00000000-0000-0000-0000-000000000000}"/>
          </ac:spMkLst>
        </pc:spChg>
        <pc:spChg chg="mod">
          <ac:chgData name="Jay" userId="ee8e7794-d418-4050-a45e-67762d108ce3" providerId="ADAL" clId="{A763F83F-80D6-4023-B2C2-C60A76F728A0}" dt="2026-08-20T12:02:28.411" v="108" actId="20577"/>
          <ac:spMkLst>
            <pc:docMk/>
            <pc:sldMk cId="0" sldId="266"/>
            <ac:spMk id="27" creationId="{00000000-0000-0000-0000-000000000000}"/>
          </ac:spMkLst>
        </pc:spChg>
        <pc:spChg chg="mod">
          <ac:chgData name="Jay" userId="ee8e7794-d418-4050-a45e-67762d108ce3" providerId="ADAL" clId="{A763F83F-80D6-4023-B2C2-C60A76F728A0}" dt="2026-08-20T11:53:54.037" v="86" actId="26606"/>
          <ac:spMkLst>
            <pc:docMk/>
            <pc:sldMk cId="0" sldId="266"/>
            <ac:spMk id="28" creationId="{00000000-0000-0000-0000-000000000000}"/>
          </ac:spMkLst>
        </pc:spChg>
        <pc:spChg chg="mod">
          <ac:chgData name="Jay" userId="ee8e7794-d418-4050-a45e-67762d108ce3" providerId="ADAL" clId="{A763F83F-80D6-4023-B2C2-C60A76F728A0}" dt="2026-08-20T12:04:34.338" v="142" actId="1076"/>
          <ac:spMkLst>
            <pc:docMk/>
            <pc:sldMk cId="0" sldId="266"/>
            <ac:spMk id="31" creationId="{00000000-0000-0000-0000-000000000000}"/>
          </ac:spMkLst>
        </pc:spChg>
        <pc:spChg chg="mod">
          <ac:chgData name="Jay" userId="ee8e7794-d418-4050-a45e-67762d108ce3" providerId="ADAL" clId="{A763F83F-80D6-4023-B2C2-C60A76F728A0}" dt="2026-08-20T12:04:34.338" v="142" actId="1076"/>
          <ac:spMkLst>
            <pc:docMk/>
            <pc:sldMk cId="0" sldId="266"/>
            <ac:spMk id="32" creationId="{00000000-0000-0000-0000-000000000000}"/>
          </ac:spMkLst>
        </pc:spChg>
        <pc:spChg chg="mod">
          <ac:chgData name="Jay" userId="ee8e7794-d418-4050-a45e-67762d108ce3" providerId="ADAL" clId="{A763F83F-80D6-4023-B2C2-C60A76F728A0}" dt="2026-08-20T12:04:34.338" v="142" actId="1076"/>
          <ac:spMkLst>
            <pc:docMk/>
            <pc:sldMk cId="0" sldId="266"/>
            <ac:spMk id="33" creationId="{00000000-0000-0000-0000-000000000000}"/>
          </ac:spMkLst>
        </pc:spChg>
        <pc:picChg chg="add mod modCrop">
          <ac:chgData name="Jay" userId="ee8e7794-d418-4050-a45e-67762d108ce3" providerId="ADAL" clId="{A763F83F-80D6-4023-B2C2-C60A76F728A0}" dt="2026-08-20T12:04:21.887" v="137" actId="1076"/>
          <ac:picMkLst>
            <pc:docMk/>
            <pc:sldMk cId="0" sldId="266"/>
            <ac:picMk id="37" creationId="{7CCD913E-4C46-B1AB-F462-3AD38BA19898}"/>
          </ac:picMkLst>
        </pc:picChg>
      </pc:sldChg>
      <pc:sldChg chg="modSp mod modNotesTx">
        <pc:chgData name="Jay" userId="ee8e7794-d418-4050-a45e-67762d108ce3" providerId="ADAL" clId="{A763F83F-80D6-4023-B2C2-C60A76F728A0}" dt="2026-08-20T12:29:39.049" v="186" actId="20577"/>
        <pc:sldMkLst>
          <pc:docMk/>
          <pc:sldMk cId="0" sldId="267"/>
        </pc:sldMkLst>
        <pc:spChg chg="mod">
          <ac:chgData name="Jay" userId="ee8e7794-d418-4050-a45e-67762d108ce3" providerId="ADAL" clId="{A763F83F-80D6-4023-B2C2-C60A76F728A0}" dt="2026-08-20T12:05:55.071" v="149"/>
          <ac:spMkLst>
            <pc:docMk/>
            <pc:sldMk cId="0" sldId="267"/>
            <ac:spMk id="9" creationId="{00000000-0000-0000-0000-000000000000}"/>
          </ac:spMkLst>
        </pc:spChg>
        <pc:spChg chg="mod">
          <ac:chgData name="Jay" userId="ee8e7794-d418-4050-a45e-67762d108ce3" providerId="ADAL" clId="{A763F83F-80D6-4023-B2C2-C60A76F728A0}" dt="2026-08-20T12:29:39.049" v="186" actId="20577"/>
          <ac:spMkLst>
            <pc:docMk/>
            <pc:sldMk cId="0" sldId="267"/>
            <ac:spMk id="11" creationId="{00000000-0000-0000-0000-000000000000}"/>
          </ac:spMkLst>
        </pc:spChg>
      </pc:sldChg>
      <pc:sldChg chg="modNotesTx">
        <pc:chgData name="Jay" userId="ee8e7794-d418-4050-a45e-67762d108ce3" providerId="ADAL" clId="{A763F83F-80D6-4023-B2C2-C60A76F728A0}" dt="2026-08-20T12:30:16.962" v="188" actId="20577"/>
        <pc:sldMkLst>
          <pc:docMk/>
          <pc:sldMk cId="0" sldId="268"/>
        </pc:sldMkLst>
      </pc:sldChg>
      <pc:sldChg chg="mod modShow">
        <pc:chgData name="Jay" userId="ee8e7794-d418-4050-a45e-67762d108ce3" providerId="ADAL" clId="{A763F83F-80D6-4023-B2C2-C60A76F728A0}" dt="2026-08-20T12:30:44.261" v="189" actId="729"/>
        <pc:sldMkLst>
          <pc:docMk/>
          <pc:sldMk cId="0" sldId="269"/>
        </pc:sldMkLst>
      </pc:sldChg>
      <pc:sldChg chg="modSp">
        <pc:chgData name="Jay" userId="ee8e7794-d418-4050-a45e-67762d108ce3" providerId="ADAL" clId="{A763F83F-80D6-4023-B2C2-C60A76F728A0}" dt="2026-08-18T00:41:51.965" v="2"/>
        <pc:sldMkLst>
          <pc:docMk/>
          <pc:sldMk cId="0" sldId="270"/>
        </pc:sldMkLst>
        <pc:spChg chg="mod">
          <ac:chgData name="Jay" userId="ee8e7794-d418-4050-a45e-67762d108ce3" providerId="ADAL" clId="{A763F83F-80D6-4023-B2C2-C60A76F728A0}" dt="2026-08-18T00:41:51.965" v="2"/>
          <ac:spMkLst>
            <pc:docMk/>
            <pc:sldMk cId="0" sldId="270"/>
            <ac:spMk id="4" creationId="{00000000-0000-0000-0000-000000000000}"/>
          </ac:spMkLst>
        </pc:spChg>
      </pc:sldChg>
      <pc:sldChg chg="modSp">
        <pc:chgData name="Jay" userId="ee8e7794-d418-4050-a45e-67762d108ce3" providerId="ADAL" clId="{A763F83F-80D6-4023-B2C2-C60A76F728A0}" dt="2026-08-18T00:41:51.965" v="2"/>
        <pc:sldMkLst>
          <pc:docMk/>
          <pc:sldMk cId="0" sldId="283"/>
        </pc:sldMkLst>
        <pc:spChg chg="mod">
          <ac:chgData name="Jay" userId="ee8e7794-d418-4050-a45e-67762d108ce3" providerId="ADAL" clId="{A763F83F-80D6-4023-B2C2-C60A76F728A0}" dt="2026-08-18T00:41:51.965" v="2"/>
          <ac:spMkLst>
            <pc:docMk/>
            <pc:sldMk cId="0" sldId="283"/>
            <ac:spMk id="4" creationId="{00000000-0000-0000-0000-000000000000}"/>
          </ac:spMkLst>
        </pc:spChg>
      </pc:sldChg>
      <pc:sldChg chg="modSp mod">
        <pc:chgData name="Jay" userId="ee8e7794-d418-4050-a45e-67762d108ce3" providerId="ADAL" clId="{A763F83F-80D6-4023-B2C2-C60A76F728A0}" dt="2026-08-18T00:48:34.486" v="3" actId="14100"/>
        <pc:sldMkLst>
          <pc:docMk/>
          <pc:sldMk cId="0" sldId="292"/>
        </pc:sldMkLst>
        <pc:spChg chg="mod">
          <ac:chgData name="Jay" userId="ee8e7794-d418-4050-a45e-67762d108ce3" providerId="ADAL" clId="{A763F83F-80D6-4023-B2C2-C60A76F728A0}" dt="2026-08-18T00:48:34.486" v="3" actId="14100"/>
          <ac:spMkLst>
            <pc:docMk/>
            <pc:sldMk cId="0" sldId="292"/>
            <ac:spMk id="15" creationId="{00000000-0000-0000-0000-000000000000}"/>
          </ac:spMkLst>
        </pc:spChg>
      </pc:sldChg>
      <pc:sldChg chg="modSp">
        <pc:chgData name="Jay" userId="ee8e7794-d418-4050-a45e-67762d108ce3" providerId="ADAL" clId="{A763F83F-80D6-4023-B2C2-C60A76F728A0}" dt="2026-08-18T00:41:51.965" v="2"/>
        <pc:sldMkLst>
          <pc:docMk/>
          <pc:sldMk cId="0" sldId="293"/>
        </pc:sldMkLst>
        <pc:spChg chg="mod">
          <ac:chgData name="Jay" userId="ee8e7794-d418-4050-a45e-67762d108ce3" providerId="ADAL" clId="{A763F83F-80D6-4023-B2C2-C60A76F728A0}" dt="2026-08-18T00:41:51.965" v="2"/>
          <ac:spMkLst>
            <pc:docMk/>
            <pc:sldMk cId="0" sldId="293"/>
            <ac:spMk id="4" creationId="{00000000-0000-0000-0000-000000000000}"/>
          </ac:spMkLst>
        </pc:spChg>
      </pc:sldChg>
      <pc:sldChg chg="modSp">
        <pc:chgData name="Jay" userId="ee8e7794-d418-4050-a45e-67762d108ce3" providerId="ADAL" clId="{A763F83F-80D6-4023-B2C2-C60A76F728A0}" dt="2026-08-18T00:41:51.965" v="2"/>
        <pc:sldMkLst>
          <pc:docMk/>
          <pc:sldMk cId="0" sldId="301"/>
        </pc:sldMkLst>
        <pc:spChg chg="mod">
          <ac:chgData name="Jay" userId="ee8e7794-d418-4050-a45e-67762d108ce3" providerId="ADAL" clId="{A763F83F-80D6-4023-B2C2-C60A76F728A0}" dt="2026-08-18T00:41:51.965" v="2"/>
          <ac:spMkLst>
            <pc:docMk/>
            <pc:sldMk cId="0" sldId="301"/>
            <ac:spMk id="4" creationId="{00000000-0000-0000-0000-000000000000}"/>
          </ac:spMkLst>
        </pc:spChg>
      </pc:sldChg>
      <pc:sldChg chg="modSp">
        <pc:chgData name="Jay" userId="ee8e7794-d418-4050-a45e-67762d108ce3" providerId="ADAL" clId="{A763F83F-80D6-4023-B2C2-C60A76F728A0}" dt="2026-08-18T00:41:51.965" v="2"/>
        <pc:sldMkLst>
          <pc:docMk/>
          <pc:sldMk cId="0" sldId="308"/>
        </pc:sldMkLst>
        <pc:spChg chg="mod">
          <ac:chgData name="Jay" userId="ee8e7794-d418-4050-a45e-67762d108ce3" providerId="ADAL" clId="{A763F83F-80D6-4023-B2C2-C60A76F728A0}" dt="2026-08-18T00:41:51.965" v="2"/>
          <ac:spMkLst>
            <pc:docMk/>
            <pc:sldMk cId="0" sldId="308"/>
            <ac:spMk id="4" creationId="{00000000-0000-0000-0000-000000000000}"/>
          </ac:spMkLst>
        </pc:spChg>
      </pc:sldChg>
      <pc:sldChg chg="modSp">
        <pc:chgData name="Jay" userId="ee8e7794-d418-4050-a45e-67762d108ce3" providerId="ADAL" clId="{A763F83F-80D6-4023-B2C2-C60A76F728A0}" dt="2026-08-18T00:41:51.965" v="2"/>
        <pc:sldMkLst>
          <pc:docMk/>
          <pc:sldMk cId="0" sldId="315"/>
        </pc:sldMkLst>
        <pc:spChg chg="mod">
          <ac:chgData name="Jay" userId="ee8e7794-d418-4050-a45e-67762d108ce3" providerId="ADAL" clId="{A763F83F-80D6-4023-B2C2-C60A76F728A0}" dt="2026-08-18T00:41:51.965" v="2"/>
          <ac:spMkLst>
            <pc:docMk/>
            <pc:sldMk cId="0" sldId="315"/>
            <ac:spMk id="4" creationId="{00000000-0000-0000-0000-000000000000}"/>
          </ac:spMkLst>
        </pc:spChg>
      </pc:sldChg>
      <pc:sldChg chg="modSp">
        <pc:chgData name="Jay" userId="ee8e7794-d418-4050-a45e-67762d108ce3" providerId="ADAL" clId="{A763F83F-80D6-4023-B2C2-C60A76F728A0}" dt="2026-08-18T00:41:51.965" v="2"/>
        <pc:sldMkLst>
          <pc:docMk/>
          <pc:sldMk cId="0" sldId="322"/>
        </pc:sldMkLst>
        <pc:spChg chg="mod">
          <ac:chgData name="Jay" userId="ee8e7794-d418-4050-a45e-67762d108ce3" providerId="ADAL" clId="{A763F83F-80D6-4023-B2C2-C60A76F728A0}" dt="2026-08-18T00:41:51.965" v="2"/>
          <ac:spMkLst>
            <pc:docMk/>
            <pc:sldMk cId="0" sldId="322"/>
            <ac:spMk id="4" creationId="{00000000-0000-0000-0000-000000000000}"/>
          </ac:spMkLst>
        </pc:spChg>
      </pc:sldChg>
      <pc:sldChg chg="modSp">
        <pc:chgData name="Jay" userId="ee8e7794-d418-4050-a45e-67762d108ce3" providerId="ADAL" clId="{A763F83F-80D6-4023-B2C2-C60A76F728A0}" dt="2026-08-18T00:41:51.965" v="2"/>
        <pc:sldMkLst>
          <pc:docMk/>
          <pc:sldMk cId="0" sldId="328"/>
        </pc:sldMkLst>
        <pc:spChg chg="mod">
          <ac:chgData name="Jay" userId="ee8e7794-d418-4050-a45e-67762d108ce3" providerId="ADAL" clId="{A763F83F-80D6-4023-B2C2-C60A76F728A0}" dt="2026-08-18T00:41:51.965" v="2"/>
          <ac:spMkLst>
            <pc:docMk/>
            <pc:sldMk cId="0" sldId="328"/>
            <ac:spMk id="4" creationId="{00000000-0000-0000-0000-000000000000}"/>
          </ac:spMkLst>
        </pc:spChg>
      </pc:sldChg>
      <pc:sldChg chg="modSp mod">
        <pc:chgData name="Jay" userId="ee8e7794-d418-4050-a45e-67762d108ce3" providerId="ADAL" clId="{A763F83F-80D6-4023-B2C2-C60A76F728A0}" dt="2026-08-18T00:54:59.767" v="5" actId="12"/>
        <pc:sldMkLst>
          <pc:docMk/>
          <pc:sldMk cId="0" sldId="331"/>
        </pc:sldMkLst>
        <pc:spChg chg="mod">
          <ac:chgData name="Jay" userId="ee8e7794-d418-4050-a45e-67762d108ce3" providerId="ADAL" clId="{A763F83F-80D6-4023-B2C2-C60A76F728A0}" dt="2026-08-18T00:54:59.767" v="5" actId="12"/>
          <ac:spMkLst>
            <pc:docMk/>
            <pc:sldMk cId="0" sldId="331"/>
            <ac:spMk id="24" creationId="{00000000-0000-0000-0000-000000000000}"/>
          </ac:spMkLst>
        </pc:spChg>
      </pc:sldChg>
      <pc:sldChg chg="delSp modSp mod">
        <pc:chgData name="Jay" userId="ee8e7794-d418-4050-a45e-67762d108ce3" providerId="ADAL" clId="{A763F83F-80D6-4023-B2C2-C60A76F728A0}" dt="2026-08-18T00:55:17.105" v="6" actId="478"/>
        <pc:sldMkLst>
          <pc:docMk/>
          <pc:sldMk cId="0" sldId="336"/>
        </pc:sldMkLst>
        <pc:spChg chg="mod">
          <ac:chgData name="Jay" userId="ee8e7794-d418-4050-a45e-67762d108ce3" providerId="ADAL" clId="{A763F83F-80D6-4023-B2C2-C60A76F728A0}" dt="2026-08-18T00:41:51.965" v="2"/>
          <ac:spMkLst>
            <pc:docMk/>
            <pc:sldMk cId="0" sldId="336"/>
            <ac:spMk id="4" creationId="{00000000-0000-0000-0000-000000000000}"/>
          </ac:spMkLst>
        </pc:spChg>
      </pc:sldChg>
      <pc:sldChg chg="modSp add mod modShow">
        <pc:chgData name="Jay" userId="ee8e7794-d418-4050-a45e-67762d108ce3" providerId="ADAL" clId="{A763F83F-80D6-4023-B2C2-C60A76F728A0}" dt="2026-08-20T12:05:25.243" v="148" actId="729"/>
        <pc:sldMkLst>
          <pc:docMk/>
          <pc:sldMk cId="95401202" sldId="338"/>
        </pc:sldMkLst>
        <pc:picChg chg="mod">
          <ac:chgData name="Jay" userId="ee8e7794-d418-4050-a45e-67762d108ce3" providerId="ADAL" clId="{A763F83F-80D6-4023-B2C2-C60A76F728A0}" dt="2026-08-20T11:45:54.299" v="66" actId="26606"/>
          <ac:picMkLst>
            <pc:docMk/>
            <pc:sldMk cId="95401202" sldId="338"/>
            <ac:picMk id="3" creationId="{F33284E4-E62D-5027-11C6-B8C3AAAB458C}"/>
          </ac:picMkLst>
        </pc:picChg>
      </pc:sldChg>
    </pc:docChg>
  </pc:docChgLst>
  <pc:docChgLst>
    <pc:chgData name="Jay" userId="S::jay@ikss.kr::ee8e7794-d418-4050-a45e-67762d108ce3" providerId="AD" clId="Web-{914F749C-BFBD-3265-48C9-DA1184E12E48}"/>
    <pc:docChg chg="mod addSld delSld modSld addMainMaster delMainMaster modMainMaster addSection modSection modNotesMaster setSldSz">
      <pc:chgData name="Jay" userId="S::jay@ikss.kr::ee8e7794-d418-4050-a45e-67762d108ce3" providerId="AD" clId="Web-{914F749C-BFBD-3265-48C9-DA1184E12E48}" dt="2026-08-13T14:52:46.222" v="43"/>
      <pc:docMkLst>
        <pc:docMk/>
      </pc:docMkLst>
      <pc:sldChg chg="addSp modSp add modNotes">
        <pc:chgData name="Jay" userId="S::jay@ikss.kr::ee8e7794-d418-4050-a45e-67762d108ce3" providerId="AD" clId="Web-{914F749C-BFBD-3265-48C9-DA1184E12E48}" dt="2026-08-13T14:38:28.905" v="17"/>
        <pc:sldMkLst>
          <pc:docMk/>
          <pc:sldMk cId="0" sldId="256"/>
        </pc:sldMkLst>
        <pc:spChg chg="mod">
          <ac:chgData name="Jay" userId="S::jay@ikss.kr::ee8e7794-d418-4050-a45e-67762d108ce3" providerId="AD" clId="Web-{914F749C-BFBD-3265-48C9-DA1184E12E48}" dt="2026-08-13T14:38:28.905" v="17"/>
          <ac:spMkLst>
            <pc:docMk/>
            <pc:sldMk cId="0" sldId="256"/>
            <ac:spMk id="6" creationId="{00000000-0000-0000-0000-000000000000}"/>
          </ac:spMkLst>
        </pc:spChg>
        <pc:spChg chg="mod">
          <ac:chgData name="Jay" userId="S::jay@ikss.kr::ee8e7794-d418-4050-a45e-67762d108ce3" providerId="AD" clId="Web-{914F749C-BFBD-3265-48C9-DA1184E12E48}" dt="2026-08-13T14:38:28.905" v="17"/>
          <ac:spMkLst>
            <pc:docMk/>
            <pc:sldMk cId="0" sldId="256"/>
            <ac:spMk id="7" creationId="{00000000-0000-0000-0000-000000000000}"/>
          </ac:spMkLst>
        </pc:spChg>
        <pc:spChg chg="mod">
          <ac:chgData name="Jay" userId="S::jay@ikss.kr::ee8e7794-d418-4050-a45e-67762d108ce3" providerId="AD" clId="Web-{914F749C-BFBD-3265-48C9-DA1184E12E48}" dt="2026-08-13T14:38:28.905" v="17"/>
          <ac:spMkLst>
            <pc:docMk/>
            <pc:sldMk cId="0" sldId="256"/>
            <ac:spMk id="8" creationId="{00000000-0000-0000-0000-000000000000}"/>
          </ac:spMkLst>
        </pc:spChg>
        <pc:picChg chg="mod">
          <ac:chgData name="Jay" userId="S::jay@ikss.kr::ee8e7794-d418-4050-a45e-67762d108ce3" providerId="AD" clId="Web-{914F749C-BFBD-3265-48C9-DA1184E12E48}" dt="2026-08-13T14:38:28.905" v="17"/>
          <ac:picMkLst>
            <pc:docMk/>
            <pc:sldMk cId="0" sldId="256"/>
            <ac:picMk id="2" creationId="{00000000-0000-0000-0000-000000000000}"/>
          </ac:picMkLst>
        </pc:picChg>
      </pc:sldChg>
      <pc:sldChg chg="addSp delSp modSp add modNotes">
        <pc:chgData name="Jay" userId="S::jay@ikss.kr::ee8e7794-d418-4050-a45e-67762d108ce3" providerId="AD" clId="Web-{914F749C-BFBD-3265-48C9-DA1184E12E48}" dt="2026-08-13T14:38:28.905" v="17"/>
        <pc:sldMkLst>
          <pc:docMk/>
          <pc:sldMk cId="0" sldId="257"/>
        </pc:sldMkLst>
        <pc:spChg chg="mod">
          <ac:chgData name="Jay" userId="S::jay@ikss.kr::ee8e7794-d418-4050-a45e-67762d108ce3" providerId="AD" clId="Web-{914F749C-BFBD-3265-48C9-DA1184E12E48}" dt="2026-08-13T13:58:26.374" v="13"/>
          <ac:spMkLst>
            <pc:docMk/>
            <pc:sldMk cId="0" sldId="257"/>
            <ac:spMk id="4" creationId="{00000000-0000-0000-0000-000000000000}"/>
          </ac:spMkLst>
        </pc:spChg>
        <pc:spChg chg="mod">
          <ac:chgData name="Jay" userId="S::jay@ikss.kr::ee8e7794-d418-4050-a45e-67762d108ce3" providerId="AD" clId="Web-{914F749C-BFBD-3265-48C9-DA1184E12E48}" dt="2026-08-13T13:58:26.374" v="13"/>
          <ac:spMkLst>
            <pc:docMk/>
            <pc:sldMk cId="0" sldId="257"/>
            <ac:spMk id="6" creationId="{00000000-0000-0000-0000-000000000000}"/>
          </ac:spMkLst>
        </pc:spChg>
        <pc:spChg chg="mod">
          <ac:chgData name="Jay" userId="S::jay@ikss.kr::ee8e7794-d418-4050-a45e-67762d108ce3" providerId="AD" clId="Web-{914F749C-BFBD-3265-48C9-DA1184E12E48}" dt="2026-08-13T14:38:28.905" v="17"/>
          <ac:spMkLst>
            <pc:docMk/>
            <pc:sldMk cId="0" sldId="257"/>
            <ac:spMk id="9"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258"/>
        </pc:sldMkLst>
        <pc:spChg chg="mod">
          <ac:chgData name="Jay" userId="S::jay@ikss.kr::ee8e7794-d418-4050-a45e-67762d108ce3" providerId="AD" clId="Web-{914F749C-BFBD-3265-48C9-DA1184E12E48}" dt="2026-08-13T14:10:59.957" v="15"/>
          <ac:spMkLst>
            <pc:docMk/>
            <pc:sldMk cId="0" sldId="258"/>
            <ac:spMk id="3" creationId="{00000000-0000-0000-0000-000000000000}"/>
          </ac:spMkLst>
        </pc:spChg>
        <pc:spChg chg="mod">
          <ac:chgData name="Jay" userId="S::jay@ikss.kr::ee8e7794-d418-4050-a45e-67762d108ce3" providerId="AD" clId="Web-{914F749C-BFBD-3265-48C9-DA1184E12E48}" dt="2026-08-13T14:38:28.905" v="17"/>
          <ac:spMkLst>
            <pc:docMk/>
            <pc:sldMk cId="0" sldId="258"/>
            <ac:spMk id="4" creationId="{00000000-0000-0000-0000-000000000000}"/>
          </ac:spMkLst>
        </pc:spChg>
        <pc:spChg chg="mod">
          <ac:chgData name="Jay" userId="S::jay@ikss.kr::ee8e7794-d418-4050-a45e-67762d108ce3" providerId="AD" clId="Web-{914F749C-BFBD-3265-48C9-DA1184E12E48}" dt="2026-08-13T14:10:59.957" v="15"/>
          <ac:spMkLst>
            <pc:docMk/>
            <pc:sldMk cId="0" sldId="258"/>
            <ac:spMk id="9" creationId="{00000000-0000-0000-0000-000000000000}"/>
          </ac:spMkLst>
        </pc:spChg>
        <pc:spChg chg="mod">
          <ac:chgData name="Jay" userId="S::jay@ikss.kr::ee8e7794-d418-4050-a45e-67762d108ce3" providerId="AD" clId="Web-{914F749C-BFBD-3265-48C9-DA1184E12E48}" dt="2026-08-13T13:58:26.374" v="13"/>
          <ac:spMkLst>
            <pc:docMk/>
            <pc:sldMk cId="0" sldId="258"/>
            <ac:spMk id="11" creationId="{00000000-0000-0000-0000-000000000000}"/>
          </ac:spMkLst>
        </pc:spChg>
        <pc:spChg chg="add">
          <ac:chgData name="Jay" userId="S::jay@ikss.kr::ee8e7794-d418-4050-a45e-67762d108ce3" providerId="AD" clId="Web-{914F749C-BFBD-3265-48C9-DA1184E12E48}" dt="2026-08-13T13:58:26.374" v="13"/>
          <ac:spMkLst>
            <pc:docMk/>
            <pc:sldMk cId="0" sldId="258"/>
            <ac:spMk id="13" creationId="{00000000-0000-0000-0000-000000000000}"/>
          </ac:spMkLst>
        </pc:spChg>
        <pc:spChg chg="add">
          <ac:chgData name="Jay" userId="S::jay@ikss.kr::ee8e7794-d418-4050-a45e-67762d108ce3" providerId="AD" clId="Web-{914F749C-BFBD-3265-48C9-DA1184E12E48}" dt="2026-08-13T14:38:28.905" v="17"/>
          <ac:spMkLst>
            <pc:docMk/>
            <pc:sldMk cId="0" sldId="258"/>
            <ac:spMk id="15" creationId="{00000000-0000-0000-0000-000000000000}"/>
          </ac:spMkLst>
        </pc:spChg>
        <pc:spChg chg="add">
          <ac:chgData name="Jay" userId="S::jay@ikss.kr::ee8e7794-d418-4050-a45e-67762d108ce3" providerId="AD" clId="Web-{914F749C-BFBD-3265-48C9-DA1184E12E48}" dt="2026-08-13T13:58:26.374" v="13"/>
          <ac:spMkLst>
            <pc:docMk/>
            <pc:sldMk cId="0" sldId="258"/>
            <ac:spMk id="16" creationId="{00000000-0000-0000-0000-000000000000}"/>
          </ac:spMkLst>
        </pc:spChg>
        <pc:spChg chg="add">
          <ac:chgData name="Jay" userId="S::jay@ikss.kr::ee8e7794-d418-4050-a45e-67762d108ce3" providerId="AD" clId="Web-{914F749C-BFBD-3265-48C9-DA1184E12E48}" dt="2026-08-13T13:58:26.374" v="13"/>
          <ac:spMkLst>
            <pc:docMk/>
            <pc:sldMk cId="0" sldId="258"/>
            <ac:spMk id="17" creationId="{00000000-0000-0000-0000-000000000000}"/>
          </ac:spMkLst>
        </pc:spChg>
        <pc:spChg chg="del">
          <ac:chgData name="Jay" userId="S::jay@ikss.kr::ee8e7794-d418-4050-a45e-67762d108ce3" providerId="AD" clId="Web-{914F749C-BFBD-3265-48C9-DA1184E12E48}" dt="2026-08-13T14:10:59.957" v="15"/>
          <ac:spMkLst>
            <pc:docMk/>
            <pc:sldMk cId="0" sldId="258"/>
            <ac:spMk id="19" creationId="{00000000-0000-0000-0000-000000000000}"/>
          </ac:spMkLst>
        </pc:spChg>
        <pc:spChg chg="del">
          <ac:chgData name="Jay" userId="S::jay@ikss.kr::ee8e7794-d418-4050-a45e-67762d108ce3" providerId="AD" clId="Web-{914F749C-BFBD-3265-48C9-DA1184E12E48}" dt="2026-08-13T14:10:59.957" v="15"/>
          <ac:spMkLst>
            <pc:docMk/>
            <pc:sldMk cId="0" sldId="258"/>
            <ac:spMk id="22" creationId="{00000000-0000-0000-0000-000000000000}"/>
          </ac:spMkLst>
        </pc:spChg>
        <pc:spChg chg="add del">
          <ac:chgData name="Jay" userId="S::jay@ikss.kr::ee8e7794-d418-4050-a45e-67762d108ce3" providerId="AD" clId="Web-{914F749C-BFBD-3265-48C9-DA1184E12E48}" dt="2026-08-13T14:10:59.957" v="15"/>
          <ac:spMkLst>
            <pc:docMk/>
            <pc:sldMk cId="0" sldId="258"/>
            <ac:spMk id="23" creationId="{00000000-0000-0000-0000-000000000000}"/>
          </ac:spMkLst>
        </pc:spChg>
        <pc:spChg chg="add">
          <ac:chgData name="Jay" userId="S::jay@ikss.kr::ee8e7794-d418-4050-a45e-67762d108ce3" providerId="AD" clId="Web-{914F749C-BFBD-3265-48C9-DA1184E12E48}" dt="2026-08-13T14:38:28.905" v="17"/>
          <ac:spMkLst>
            <pc:docMk/>
            <pc:sldMk cId="0" sldId="258"/>
            <ac:spMk id="24" creationId="{00000000-0000-0000-0000-000000000000}"/>
          </ac:spMkLst>
        </pc:spChg>
        <pc:spChg chg="add">
          <ac:chgData name="Jay" userId="S::jay@ikss.kr::ee8e7794-d418-4050-a45e-67762d108ce3" providerId="AD" clId="Web-{914F749C-BFBD-3265-48C9-DA1184E12E48}" dt="2026-08-13T13:58:26.374" v="13"/>
          <ac:spMkLst>
            <pc:docMk/>
            <pc:sldMk cId="0" sldId="258"/>
            <ac:spMk id="25" creationId="{00000000-0000-0000-0000-000000000000}"/>
          </ac:spMkLst>
        </pc:spChg>
        <pc:spChg chg="add del">
          <ac:chgData name="Jay" userId="S::jay@ikss.kr::ee8e7794-d418-4050-a45e-67762d108ce3" providerId="AD" clId="Web-{914F749C-BFBD-3265-48C9-DA1184E12E48}" dt="2026-08-13T14:38:28.905" v="17"/>
          <ac:spMkLst>
            <pc:docMk/>
            <pc:sldMk cId="0" sldId="258"/>
            <ac:spMk id="26" creationId="{00000000-0000-0000-0000-000000000000}"/>
          </ac:spMkLst>
        </pc:spChg>
        <pc:spChg chg="del">
          <ac:chgData name="Jay" userId="S::jay@ikss.kr::ee8e7794-d418-4050-a45e-67762d108ce3" providerId="AD" clId="Web-{914F749C-BFBD-3265-48C9-DA1184E12E48}" dt="2026-08-13T14:10:59.957" v="15"/>
          <ac:spMkLst>
            <pc:docMk/>
            <pc:sldMk cId="0" sldId="258"/>
            <ac:spMk id="27" creationId="{00000000-0000-0000-0000-000000000000}"/>
          </ac:spMkLst>
        </pc:spChg>
        <pc:spChg chg="add">
          <ac:chgData name="Jay" userId="S::jay@ikss.kr::ee8e7794-d418-4050-a45e-67762d108ce3" providerId="AD" clId="Web-{914F749C-BFBD-3265-48C9-DA1184E12E48}" dt="2026-08-13T14:38:28.905" v="17"/>
          <ac:spMkLst>
            <pc:docMk/>
            <pc:sldMk cId="0" sldId="258"/>
            <ac:spMk id="28" creationId="{00000000-0000-0000-0000-000000000000}"/>
          </ac:spMkLst>
        </pc:spChg>
        <pc:spChg chg="add">
          <ac:chgData name="Jay" userId="S::jay@ikss.kr::ee8e7794-d418-4050-a45e-67762d108ce3" providerId="AD" clId="Web-{914F749C-BFBD-3265-48C9-DA1184E12E48}" dt="2026-08-13T14:38:28.905" v="17"/>
          <ac:spMkLst>
            <pc:docMk/>
            <pc:sldMk cId="0" sldId="258"/>
            <ac:spMk id="29" creationId="{00000000-0000-0000-0000-000000000000}"/>
          </ac:spMkLst>
        </pc:spChg>
        <pc:spChg chg="add">
          <ac:chgData name="Jay" userId="S::jay@ikss.kr::ee8e7794-d418-4050-a45e-67762d108ce3" providerId="AD" clId="Web-{914F749C-BFBD-3265-48C9-DA1184E12E48}" dt="2026-08-13T14:38:28.905" v="17"/>
          <ac:spMkLst>
            <pc:docMk/>
            <pc:sldMk cId="0" sldId="258"/>
            <ac:spMk id="32" creationId="{00000000-0000-0000-0000-000000000000}"/>
          </ac:spMkLst>
        </pc:spChg>
        <pc:spChg chg="add del">
          <ac:chgData name="Jay" userId="S::jay@ikss.kr::ee8e7794-d418-4050-a45e-67762d108ce3" providerId="AD" clId="Web-{914F749C-BFBD-3265-48C9-DA1184E12E48}" dt="2026-08-13T14:10:59.957" v="15"/>
          <ac:spMkLst>
            <pc:docMk/>
            <pc:sldMk cId="0" sldId="258"/>
            <ac:spMk id="34" creationId="{00000000-0000-0000-0000-000000000000}"/>
          </ac:spMkLst>
        </pc:spChg>
        <pc:spChg chg="add del mod replId">
          <ac:chgData name="Jay" userId="S::jay@ikss.kr::ee8e7794-d418-4050-a45e-67762d108ce3" providerId="AD" clId="Web-{914F749C-BFBD-3265-48C9-DA1184E12E48}" dt="2026-08-13T14:38:28.905" v="17"/>
          <ac:spMkLst>
            <pc:docMk/>
            <pc:sldMk cId="0" sldId="258"/>
            <ac:spMk id="35" creationId="{00000000-0000-0000-0000-000000000000}"/>
          </ac:spMkLst>
        </pc:spChg>
        <pc:spChg chg="add del mod replId">
          <ac:chgData name="Jay" userId="S::jay@ikss.kr::ee8e7794-d418-4050-a45e-67762d108ce3" providerId="AD" clId="Web-{914F749C-BFBD-3265-48C9-DA1184E12E48}" dt="2026-08-13T14:38:28.905" v="17"/>
          <ac:spMkLst>
            <pc:docMk/>
            <pc:sldMk cId="0" sldId="258"/>
            <ac:spMk id="36" creationId="{00000000-0000-0000-0000-000000000000}"/>
          </ac:spMkLst>
        </pc:spChg>
        <pc:spChg chg="add">
          <ac:chgData name="Jay" userId="S::jay@ikss.kr::ee8e7794-d418-4050-a45e-67762d108ce3" providerId="AD" clId="Web-{914F749C-BFBD-3265-48C9-DA1184E12E48}" dt="2026-08-13T14:38:28.905" v="17"/>
          <ac:spMkLst>
            <pc:docMk/>
            <pc:sldMk cId="0" sldId="258"/>
            <ac:spMk id="39"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259"/>
        </pc:sldMkLst>
        <pc:spChg chg="mod">
          <ac:chgData name="Jay" userId="S::jay@ikss.kr::ee8e7794-d418-4050-a45e-67762d108ce3" providerId="AD" clId="Web-{914F749C-BFBD-3265-48C9-DA1184E12E48}" dt="2026-08-13T14:10:59.957" v="15"/>
          <ac:spMkLst>
            <pc:docMk/>
            <pc:sldMk cId="0" sldId="259"/>
            <ac:spMk id="3" creationId="{00000000-0000-0000-0000-000000000000}"/>
          </ac:spMkLst>
        </pc:spChg>
        <pc:spChg chg="mod">
          <ac:chgData name="Jay" userId="S::jay@ikss.kr::ee8e7794-d418-4050-a45e-67762d108ce3" providerId="AD" clId="Web-{914F749C-BFBD-3265-48C9-DA1184E12E48}" dt="2026-08-13T14:38:28.905" v="17"/>
          <ac:spMkLst>
            <pc:docMk/>
            <pc:sldMk cId="0" sldId="259"/>
            <ac:spMk id="8" creationId="{00000000-0000-0000-0000-000000000000}"/>
          </ac:spMkLst>
        </pc:spChg>
        <pc:spChg chg="mod">
          <ac:chgData name="Jay" userId="S::jay@ikss.kr::ee8e7794-d418-4050-a45e-67762d108ce3" providerId="AD" clId="Web-{914F749C-BFBD-3265-48C9-DA1184E12E48}" dt="2026-08-13T14:38:28.905" v="17"/>
          <ac:spMkLst>
            <pc:docMk/>
            <pc:sldMk cId="0" sldId="259"/>
            <ac:spMk id="11" creationId="{00000000-0000-0000-0000-000000000000}"/>
          </ac:spMkLst>
        </pc:spChg>
        <pc:spChg chg="mod">
          <ac:chgData name="Jay" userId="S::jay@ikss.kr::ee8e7794-d418-4050-a45e-67762d108ce3" providerId="AD" clId="Web-{914F749C-BFBD-3265-48C9-DA1184E12E48}" dt="2026-08-13T14:10:59.957" v="15"/>
          <ac:spMkLst>
            <pc:docMk/>
            <pc:sldMk cId="0" sldId="259"/>
            <ac:spMk id="12"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260"/>
        </pc:sldMkLst>
        <pc:spChg chg="mod">
          <ac:chgData name="Jay" userId="S::jay@ikss.kr::ee8e7794-d418-4050-a45e-67762d108ce3" providerId="AD" clId="Web-{914F749C-BFBD-3265-48C9-DA1184E12E48}" dt="2026-08-13T14:38:28.905" v="17"/>
          <ac:spMkLst>
            <pc:docMk/>
            <pc:sldMk cId="0" sldId="260"/>
            <ac:spMk id="3" creationId="{00000000-0000-0000-0000-000000000000}"/>
          </ac:spMkLst>
        </pc:spChg>
        <pc:spChg chg="mod">
          <ac:chgData name="Jay" userId="S::jay@ikss.kr::ee8e7794-d418-4050-a45e-67762d108ce3" providerId="AD" clId="Web-{914F749C-BFBD-3265-48C9-DA1184E12E48}" dt="2026-08-13T14:38:28.905" v="17"/>
          <ac:spMkLst>
            <pc:docMk/>
            <pc:sldMk cId="0" sldId="260"/>
            <ac:spMk id="6" creationId="{00000000-0000-0000-0000-000000000000}"/>
          </ac:spMkLst>
        </pc:spChg>
        <pc:spChg chg="mod">
          <ac:chgData name="Jay" userId="S::jay@ikss.kr::ee8e7794-d418-4050-a45e-67762d108ce3" providerId="AD" clId="Web-{914F749C-BFBD-3265-48C9-DA1184E12E48}" dt="2026-08-13T14:10:59.957" v="15"/>
          <ac:spMkLst>
            <pc:docMk/>
            <pc:sldMk cId="0" sldId="260"/>
            <ac:spMk id="9" creationId="{00000000-0000-0000-0000-000000000000}"/>
          </ac:spMkLst>
        </pc:spChg>
        <pc:spChg chg="mod">
          <ac:chgData name="Jay" userId="S::jay@ikss.kr::ee8e7794-d418-4050-a45e-67762d108ce3" providerId="AD" clId="Web-{914F749C-BFBD-3265-48C9-DA1184E12E48}" dt="2026-08-13T14:10:59.957" v="15"/>
          <ac:spMkLst>
            <pc:docMk/>
            <pc:sldMk cId="0" sldId="260"/>
            <ac:spMk id="11" creationId="{00000000-0000-0000-0000-000000000000}"/>
          </ac:spMkLst>
        </pc:spChg>
        <pc:spChg chg="del mod">
          <ac:chgData name="Jay" userId="S::jay@ikss.kr::ee8e7794-d418-4050-a45e-67762d108ce3" providerId="AD" clId="Web-{914F749C-BFBD-3265-48C9-DA1184E12E48}" dt="2026-08-13T14:10:59.957" v="15"/>
          <ac:spMkLst>
            <pc:docMk/>
            <pc:sldMk cId="0" sldId="260"/>
            <ac:spMk id="13" creationId="{00000000-0000-0000-0000-000000000000}"/>
          </ac:spMkLst>
        </pc:spChg>
        <pc:spChg chg="del mod">
          <ac:chgData name="Jay" userId="S::jay@ikss.kr::ee8e7794-d418-4050-a45e-67762d108ce3" providerId="AD" clId="Web-{914F749C-BFBD-3265-48C9-DA1184E12E48}" dt="2026-08-13T14:10:59.957" v="15"/>
          <ac:spMkLst>
            <pc:docMk/>
            <pc:sldMk cId="0" sldId="260"/>
            <ac:spMk id="14" creationId="{00000000-0000-0000-0000-000000000000}"/>
          </ac:spMkLst>
        </pc:spChg>
        <pc:spChg chg="add">
          <ac:chgData name="Jay" userId="S::jay@ikss.kr::ee8e7794-d418-4050-a45e-67762d108ce3" providerId="AD" clId="Web-{914F749C-BFBD-3265-48C9-DA1184E12E48}" dt="2026-08-13T14:38:28.905" v="17"/>
          <ac:spMkLst>
            <pc:docMk/>
            <pc:sldMk cId="0" sldId="260"/>
            <ac:spMk id="17" creationId="{00000000-0000-0000-0000-000000000000}"/>
          </ac:spMkLst>
        </pc:spChg>
        <pc:spChg chg="add del mod">
          <ac:chgData name="Jay" userId="S::jay@ikss.kr::ee8e7794-d418-4050-a45e-67762d108ce3" providerId="AD" clId="Web-{914F749C-BFBD-3265-48C9-DA1184E12E48}" dt="2026-08-13T14:38:28.905" v="17"/>
          <ac:spMkLst>
            <pc:docMk/>
            <pc:sldMk cId="0" sldId="260"/>
            <ac:spMk id="20" creationId="{00000000-0000-0000-0000-000000000000}"/>
          </ac:spMkLst>
        </pc:spChg>
        <pc:spChg chg="add">
          <ac:chgData name="Jay" userId="S::jay@ikss.kr::ee8e7794-d418-4050-a45e-67762d108ce3" providerId="AD" clId="Web-{914F749C-BFBD-3265-48C9-DA1184E12E48}" dt="2026-08-13T14:38:28.905" v="17"/>
          <ac:spMkLst>
            <pc:docMk/>
            <pc:sldMk cId="0" sldId="260"/>
            <ac:spMk id="21" creationId="{00000000-0000-0000-0000-000000000000}"/>
          </ac:spMkLst>
        </pc:spChg>
        <pc:spChg chg="add del mod">
          <ac:chgData name="Jay" userId="S::jay@ikss.kr::ee8e7794-d418-4050-a45e-67762d108ce3" providerId="AD" clId="Web-{914F749C-BFBD-3265-48C9-DA1184E12E48}" dt="2026-08-13T14:38:28.905" v="17"/>
          <ac:spMkLst>
            <pc:docMk/>
            <pc:sldMk cId="0" sldId="260"/>
            <ac:spMk id="22" creationId="{00000000-0000-0000-0000-000000000000}"/>
          </ac:spMkLst>
        </pc:spChg>
        <pc:spChg chg="add del mod">
          <ac:chgData name="Jay" userId="S::jay@ikss.kr::ee8e7794-d418-4050-a45e-67762d108ce3" providerId="AD" clId="Web-{914F749C-BFBD-3265-48C9-DA1184E12E48}" dt="2026-08-13T14:38:28.905" v="17"/>
          <ac:spMkLst>
            <pc:docMk/>
            <pc:sldMk cId="0" sldId="260"/>
            <ac:spMk id="23" creationId="{00000000-0000-0000-0000-000000000000}"/>
          </ac:spMkLst>
        </pc:spChg>
        <pc:spChg chg="del mod">
          <ac:chgData name="Jay" userId="S::jay@ikss.kr::ee8e7794-d418-4050-a45e-67762d108ce3" providerId="AD" clId="Web-{914F749C-BFBD-3265-48C9-DA1184E12E48}" dt="2026-08-13T14:10:59.957" v="15"/>
          <ac:spMkLst>
            <pc:docMk/>
            <pc:sldMk cId="0" sldId="260"/>
            <ac:spMk id="24" creationId="{00000000-0000-0000-0000-000000000000}"/>
          </ac:spMkLst>
        </pc:spChg>
        <pc:spChg chg="del mod replId">
          <ac:chgData name="Jay" userId="S::jay@ikss.kr::ee8e7794-d418-4050-a45e-67762d108ce3" providerId="AD" clId="Web-{914F749C-BFBD-3265-48C9-DA1184E12E48}" dt="2026-08-13T14:10:59.957" v="15"/>
          <ac:spMkLst>
            <pc:docMk/>
            <pc:sldMk cId="0" sldId="260"/>
            <ac:spMk id="25" creationId="{00000000-0000-0000-0000-000000000000}"/>
          </ac:spMkLst>
        </pc:spChg>
        <pc:spChg chg="add">
          <ac:chgData name="Jay" userId="S::jay@ikss.kr::ee8e7794-d418-4050-a45e-67762d108ce3" providerId="AD" clId="Web-{914F749C-BFBD-3265-48C9-DA1184E12E48}" dt="2026-08-13T14:38:28.905" v="17"/>
          <ac:spMkLst>
            <pc:docMk/>
            <pc:sldMk cId="0" sldId="260"/>
            <ac:spMk id="26" creationId="{00000000-0000-0000-0000-000000000000}"/>
          </ac:spMkLst>
        </pc:spChg>
        <pc:spChg chg="add">
          <ac:chgData name="Jay" userId="S::jay@ikss.kr::ee8e7794-d418-4050-a45e-67762d108ce3" providerId="AD" clId="Web-{914F749C-BFBD-3265-48C9-DA1184E12E48}" dt="2026-08-13T14:38:28.905" v="17"/>
          <ac:spMkLst>
            <pc:docMk/>
            <pc:sldMk cId="0" sldId="260"/>
            <ac:spMk id="27" creationId="{00000000-0000-0000-0000-000000000000}"/>
          </ac:spMkLst>
        </pc:spChg>
        <pc:spChg chg="add">
          <ac:chgData name="Jay" userId="S::jay@ikss.kr::ee8e7794-d418-4050-a45e-67762d108ce3" providerId="AD" clId="Web-{914F749C-BFBD-3265-48C9-DA1184E12E48}" dt="2026-08-13T14:38:28.905" v="17"/>
          <ac:spMkLst>
            <pc:docMk/>
            <pc:sldMk cId="0" sldId="260"/>
            <ac:spMk id="32"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261"/>
        </pc:sldMkLst>
        <pc:spChg chg="mod">
          <ac:chgData name="Jay" userId="S::jay@ikss.kr::ee8e7794-d418-4050-a45e-67762d108ce3" providerId="AD" clId="Web-{914F749C-BFBD-3265-48C9-DA1184E12E48}" dt="2026-08-13T14:38:28.905" v="17"/>
          <ac:spMkLst>
            <pc:docMk/>
            <pc:sldMk cId="0" sldId="261"/>
            <ac:spMk id="3" creationId="{00000000-0000-0000-0000-000000000000}"/>
          </ac:spMkLst>
        </pc:spChg>
        <pc:spChg chg="mod">
          <ac:chgData name="Jay" userId="S::jay@ikss.kr::ee8e7794-d418-4050-a45e-67762d108ce3" providerId="AD" clId="Web-{914F749C-BFBD-3265-48C9-DA1184E12E48}" dt="2026-08-13T14:38:28.905" v="17"/>
          <ac:spMkLst>
            <pc:docMk/>
            <pc:sldMk cId="0" sldId="261"/>
            <ac:spMk id="4" creationId="{00000000-0000-0000-0000-000000000000}"/>
          </ac:spMkLst>
        </pc:spChg>
        <pc:spChg chg="mod">
          <ac:chgData name="Jay" userId="S::jay@ikss.kr::ee8e7794-d418-4050-a45e-67762d108ce3" providerId="AD" clId="Web-{914F749C-BFBD-3265-48C9-DA1184E12E48}" dt="2026-08-13T14:38:28.905" v="17"/>
          <ac:spMkLst>
            <pc:docMk/>
            <pc:sldMk cId="0" sldId="261"/>
            <ac:spMk id="6" creationId="{00000000-0000-0000-0000-000000000000}"/>
          </ac:spMkLst>
        </pc:spChg>
        <pc:spChg chg="mod">
          <ac:chgData name="Jay" userId="S::jay@ikss.kr::ee8e7794-d418-4050-a45e-67762d108ce3" providerId="AD" clId="Web-{914F749C-BFBD-3265-48C9-DA1184E12E48}" dt="2026-08-13T14:10:59.957" v="15"/>
          <ac:spMkLst>
            <pc:docMk/>
            <pc:sldMk cId="0" sldId="261"/>
            <ac:spMk id="9" creationId="{00000000-0000-0000-0000-000000000000}"/>
          </ac:spMkLst>
        </pc:spChg>
        <pc:spChg chg="mod">
          <ac:chgData name="Jay" userId="S::jay@ikss.kr::ee8e7794-d418-4050-a45e-67762d108ce3" providerId="AD" clId="Web-{914F749C-BFBD-3265-48C9-DA1184E12E48}" dt="2026-08-13T14:38:28.905" v="17"/>
          <ac:spMkLst>
            <pc:docMk/>
            <pc:sldMk cId="0" sldId="261"/>
            <ac:spMk id="11"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263"/>
        </pc:sldMkLst>
        <pc:spChg chg="mod">
          <ac:chgData name="Jay" userId="S::jay@ikss.kr::ee8e7794-d418-4050-a45e-67762d108ce3" providerId="AD" clId="Web-{914F749C-BFBD-3265-48C9-DA1184E12E48}" dt="2026-08-13T14:10:59.957" v="15"/>
          <ac:spMkLst>
            <pc:docMk/>
            <pc:sldMk cId="0" sldId="263"/>
            <ac:spMk id="3" creationId="{00000000-0000-0000-0000-000000000000}"/>
          </ac:spMkLst>
        </pc:spChg>
        <pc:spChg chg="mod">
          <ac:chgData name="Jay" userId="S::jay@ikss.kr::ee8e7794-d418-4050-a45e-67762d108ce3" providerId="AD" clId="Web-{914F749C-BFBD-3265-48C9-DA1184E12E48}" dt="2026-08-13T14:38:28.905" v="17"/>
          <ac:spMkLst>
            <pc:docMk/>
            <pc:sldMk cId="0" sldId="263"/>
            <ac:spMk id="4" creationId="{00000000-0000-0000-0000-000000000000}"/>
          </ac:spMkLst>
        </pc:spChg>
        <pc:spChg chg="mod">
          <ac:chgData name="Jay" userId="S::jay@ikss.kr::ee8e7794-d418-4050-a45e-67762d108ce3" providerId="AD" clId="Web-{914F749C-BFBD-3265-48C9-DA1184E12E48}" dt="2026-08-13T14:10:59.957" v="15"/>
          <ac:spMkLst>
            <pc:docMk/>
            <pc:sldMk cId="0" sldId="263"/>
            <ac:spMk id="9" creationId="{00000000-0000-0000-0000-000000000000}"/>
          </ac:spMkLst>
        </pc:spChg>
        <pc:spChg chg="mod">
          <ac:chgData name="Jay" userId="S::jay@ikss.kr::ee8e7794-d418-4050-a45e-67762d108ce3" providerId="AD" clId="Web-{914F749C-BFBD-3265-48C9-DA1184E12E48}" dt="2026-08-13T14:38:28.905" v="17"/>
          <ac:spMkLst>
            <pc:docMk/>
            <pc:sldMk cId="0" sldId="263"/>
            <ac:spMk id="10" creationId="{00000000-0000-0000-0000-000000000000}"/>
          </ac:spMkLst>
        </pc:spChg>
        <pc:spChg chg="mod">
          <ac:chgData name="Jay" userId="S::jay@ikss.kr::ee8e7794-d418-4050-a45e-67762d108ce3" providerId="AD" clId="Web-{914F749C-BFBD-3265-48C9-DA1184E12E48}" dt="2026-08-13T14:10:59.957" v="15"/>
          <ac:spMkLst>
            <pc:docMk/>
            <pc:sldMk cId="0" sldId="263"/>
            <ac:spMk id="13" creationId="{00000000-0000-0000-0000-000000000000}"/>
          </ac:spMkLst>
        </pc:spChg>
        <pc:spChg chg="mod">
          <ac:chgData name="Jay" userId="S::jay@ikss.kr::ee8e7794-d418-4050-a45e-67762d108ce3" providerId="AD" clId="Web-{914F749C-BFBD-3265-48C9-DA1184E12E48}" dt="2026-08-13T14:10:59.957" v="15"/>
          <ac:spMkLst>
            <pc:docMk/>
            <pc:sldMk cId="0" sldId="263"/>
            <ac:spMk id="15" creationId="{00000000-0000-0000-0000-000000000000}"/>
          </ac:spMkLst>
        </pc:spChg>
        <pc:spChg chg="mod">
          <ac:chgData name="Jay" userId="S::jay@ikss.kr::ee8e7794-d418-4050-a45e-67762d108ce3" providerId="AD" clId="Web-{914F749C-BFBD-3265-48C9-DA1184E12E48}" dt="2026-08-13T14:38:28.905" v="17"/>
          <ac:spMkLst>
            <pc:docMk/>
            <pc:sldMk cId="0" sldId="263"/>
            <ac:spMk id="16" creationId="{00000000-0000-0000-0000-000000000000}"/>
          </ac:spMkLst>
        </pc:spChg>
        <pc:spChg chg="mod">
          <ac:chgData name="Jay" userId="S::jay@ikss.kr::ee8e7794-d418-4050-a45e-67762d108ce3" providerId="AD" clId="Web-{914F749C-BFBD-3265-48C9-DA1184E12E48}" dt="2026-08-13T14:10:59.957" v="15"/>
          <ac:spMkLst>
            <pc:docMk/>
            <pc:sldMk cId="0" sldId="263"/>
            <ac:spMk id="17" creationId="{00000000-0000-0000-0000-000000000000}"/>
          </ac:spMkLst>
        </pc:spChg>
        <pc:spChg chg="mod">
          <ac:chgData name="Jay" userId="S::jay@ikss.kr::ee8e7794-d418-4050-a45e-67762d108ce3" providerId="AD" clId="Web-{914F749C-BFBD-3265-48C9-DA1184E12E48}" dt="2026-08-13T14:38:28.905" v="17"/>
          <ac:spMkLst>
            <pc:docMk/>
            <pc:sldMk cId="0" sldId="263"/>
            <ac:spMk id="18" creationId="{00000000-0000-0000-0000-000000000000}"/>
          </ac:spMkLst>
        </pc:spChg>
        <pc:spChg chg="mod">
          <ac:chgData name="Jay" userId="S::jay@ikss.kr::ee8e7794-d418-4050-a45e-67762d108ce3" providerId="AD" clId="Web-{914F749C-BFBD-3265-48C9-DA1184E12E48}" dt="2026-08-13T14:38:28.905" v="17"/>
          <ac:spMkLst>
            <pc:docMk/>
            <pc:sldMk cId="0" sldId="263"/>
            <ac:spMk id="21"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264"/>
        </pc:sldMkLst>
        <pc:spChg chg="mod">
          <ac:chgData name="Jay" userId="S::jay@ikss.kr::ee8e7794-d418-4050-a45e-67762d108ce3" providerId="AD" clId="Web-{914F749C-BFBD-3265-48C9-DA1184E12E48}" dt="2026-08-13T14:10:59.957" v="15"/>
          <ac:spMkLst>
            <pc:docMk/>
            <pc:sldMk cId="0" sldId="264"/>
            <ac:spMk id="9" creationId="{00000000-0000-0000-0000-000000000000}"/>
          </ac:spMkLst>
        </pc:spChg>
        <pc:spChg chg="add mod">
          <ac:chgData name="Jay" userId="S::jay@ikss.kr::ee8e7794-d418-4050-a45e-67762d108ce3" providerId="AD" clId="Web-{914F749C-BFBD-3265-48C9-DA1184E12E48}" dt="2026-08-13T14:10:59.957" v="15"/>
          <ac:spMkLst>
            <pc:docMk/>
            <pc:sldMk cId="0" sldId="264"/>
            <ac:spMk id="10" creationId="{00000000-0000-0000-0000-000000000000}"/>
          </ac:spMkLst>
        </pc:spChg>
        <pc:spChg chg="mod">
          <ac:chgData name="Jay" userId="S::jay@ikss.kr::ee8e7794-d418-4050-a45e-67762d108ce3" providerId="AD" clId="Web-{914F749C-BFBD-3265-48C9-DA1184E12E48}" dt="2026-08-13T14:38:28.905" v="17"/>
          <ac:spMkLst>
            <pc:docMk/>
            <pc:sldMk cId="0" sldId="264"/>
            <ac:spMk id="12" creationId="{00000000-0000-0000-0000-000000000000}"/>
          </ac:spMkLst>
        </pc:spChg>
        <pc:spChg chg="mod">
          <ac:chgData name="Jay" userId="S::jay@ikss.kr::ee8e7794-d418-4050-a45e-67762d108ce3" providerId="AD" clId="Web-{914F749C-BFBD-3265-48C9-DA1184E12E48}" dt="2026-08-13T14:38:28.905" v="17"/>
          <ac:spMkLst>
            <pc:docMk/>
            <pc:sldMk cId="0" sldId="264"/>
            <ac:spMk id="14" creationId="{00000000-0000-0000-0000-000000000000}"/>
          </ac:spMkLst>
        </pc:spChg>
        <pc:spChg chg="mod">
          <ac:chgData name="Jay" userId="S::jay@ikss.kr::ee8e7794-d418-4050-a45e-67762d108ce3" providerId="AD" clId="Web-{914F749C-BFBD-3265-48C9-DA1184E12E48}" dt="2026-08-13T14:38:28.905" v="17"/>
          <ac:spMkLst>
            <pc:docMk/>
            <pc:sldMk cId="0" sldId="264"/>
            <ac:spMk id="16" creationId="{00000000-0000-0000-0000-000000000000}"/>
          </ac:spMkLst>
        </pc:spChg>
        <pc:spChg chg="mod">
          <ac:chgData name="Jay" userId="S::jay@ikss.kr::ee8e7794-d418-4050-a45e-67762d108ce3" providerId="AD" clId="Web-{914F749C-BFBD-3265-48C9-DA1184E12E48}" dt="2026-08-13T14:38:28.905" v="17"/>
          <ac:spMkLst>
            <pc:docMk/>
            <pc:sldMk cId="0" sldId="264"/>
            <ac:spMk id="17" creationId="{00000000-0000-0000-0000-000000000000}"/>
          </ac:spMkLst>
        </pc:spChg>
        <pc:spChg chg="mod">
          <ac:chgData name="Jay" userId="S::jay@ikss.kr::ee8e7794-d418-4050-a45e-67762d108ce3" providerId="AD" clId="Web-{914F749C-BFBD-3265-48C9-DA1184E12E48}" dt="2026-08-13T14:10:59.957" v="15"/>
          <ac:spMkLst>
            <pc:docMk/>
            <pc:sldMk cId="0" sldId="264"/>
            <ac:spMk id="19" creationId="{00000000-0000-0000-0000-000000000000}"/>
          </ac:spMkLst>
        </pc:spChg>
        <pc:spChg chg="mod">
          <ac:chgData name="Jay" userId="S::jay@ikss.kr::ee8e7794-d418-4050-a45e-67762d108ce3" providerId="AD" clId="Web-{914F749C-BFBD-3265-48C9-DA1184E12E48}" dt="2026-08-13T14:10:59.957" v="15"/>
          <ac:spMkLst>
            <pc:docMk/>
            <pc:sldMk cId="0" sldId="264"/>
            <ac:spMk id="20" creationId="{00000000-0000-0000-0000-000000000000}"/>
          </ac:spMkLst>
        </pc:spChg>
        <pc:spChg chg="mod">
          <ac:chgData name="Jay" userId="S::jay@ikss.kr::ee8e7794-d418-4050-a45e-67762d108ce3" providerId="AD" clId="Web-{914F749C-BFBD-3265-48C9-DA1184E12E48}" dt="2026-08-13T14:38:28.905" v="17"/>
          <ac:spMkLst>
            <pc:docMk/>
            <pc:sldMk cId="0" sldId="264"/>
            <ac:spMk id="23" creationId="{00000000-0000-0000-0000-000000000000}"/>
          </ac:spMkLst>
        </pc:spChg>
        <pc:spChg chg="add mod">
          <ac:chgData name="Jay" userId="S::jay@ikss.kr::ee8e7794-d418-4050-a45e-67762d108ce3" providerId="AD" clId="Web-{914F749C-BFBD-3265-48C9-DA1184E12E48}" dt="2026-08-13T14:38:28.905" v="17"/>
          <ac:spMkLst>
            <pc:docMk/>
            <pc:sldMk cId="0" sldId="264"/>
            <ac:spMk id="25" creationId="{00000000-0000-0000-0000-000000000000}"/>
          </ac:spMkLst>
        </pc:spChg>
        <pc:spChg chg="mod">
          <ac:chgData name="Jay" userId="S::jay@ikss.kr::ee8e7794-d418-4050-a45e-67762d108ce3" providerId="AD" clId="Web-{914F749C-BFBD-3265-48C9-DA1184E12E48}" dt="2026-08-13T14:38:28.905" v="17"/>
          <ac:spMkLst>
            <pc:docMk/>
            <pc:sldMk cId="0" sldId="264"/>
            <ac:spMk id="26" creationId="{00000000-0000-0000-0000-000000000000}"/>
          </ac:spMkLst>
        </pc:spChg>
        <pc:spChg chg="add del">
          <ac:chgData name="Jay" userId="S::jay@ikss.kr::ee8e7794-d418-4050-a45e-67762d108ce3" providerId="AD" clId="Web-{914F749C-BFBD-3265-48C9-DA1184E12E48}" dt="2026-08-13T14:10:59.957" v="15"/>
          <ac:spMkLst>
            <pc:docMk/>
            <pc:sldMk cId="0" sldId="264"/>
            <ac:spMk id="27" creationId="{00000000-0000-0000-0000-000000000000}"/>
          </ac:spMkLst>
        </pc:spChg>
        <pc:spChg chg="add">
          <ac:chgData name="Jay" userId="S::jay@ikss.kr::ee8e7794-d418-4050-a45e-67762d108ce3" providerId="AD" clId="Web-{914F749C-BFBD-3265-48C9-DA1184E12E48}" dt="2026-08-13T14:38:28.905" v="17"/>
          <ac:spMkLst>
            <pc:docMk/>
            <pc:sldMk cId="0" sldId="264"/>
            <ac:spMk id="28" creationId="{00000000-0000-0000-0000-000000000000}"/>
          </ac:spMkLst>
        </pc:spChg>
        <pc:spChg chg="add del">
          <ac:chgData name="Jay" userId="S::jay@ikss.kr::ee8e7794-d418-4050-a45e-67762d108ce3" providerId="AD" clId="Web-{914F749C-BFBD-3265-48C9-DA1184E12E48}" dt="2026-08-13T14:38:28.905" v="17"/>
          <ac:spMkLst>
            <pc:docMk/>
            <pc:sldMk cId="0" sldId="264"/>
            <ac:spMk id="29" creationId="{00000000-0000-0000-0000-000000000000}"/>
          </ac:spMkLst>
        </pc:spChg>
        <pc:spChg chg="add del">
          <ac:chgData name="Jay" userId="S::jay@ikss.kr::ee8e7794-d418-4050-a45e-67762d108ce3" providerId="AD" clId="Web-{914F749C-BFBD-3265-48C9-DA1184E12E48}" dt="2026-08-13T14:10:59.957" v="15"/>
          <ac:spMkLst>
            <pc:docMk/>
            <pc:sldMk cId="0" sldId="264"/>
            <ac:spMk id="31" creationId="{00000000-0000-0000-0000-000000000000}"/>
          </ac:spMkLst>
        </pc:spChg>
        <pc:spChg chg="add del">
          <ac:chgData name="Jay" userId="S::jay@ikss.kr::ee8e7794-d418-4050-a45e-67762d108ce3" providerId="AD" clId="Web-{914F749C-BFBD-3265-48C9-DA1184E12E48}" dt="2026-08-13T14:10:59.957" v="15"/>
          <ac:spMkLst>
            <pc:docMk/>
            <pc:sldMk cId="0" sldId="264"/>
            <ac:spMk id="33" creationId="{00000000-0000-0000-0000-000000000000}"/>
          </ac:spMkLst>
        </pc:spChg>
        <pc:spChg chg="add">
          <ac:chgData name="Jay" userId="S::jay@ikss.kr::ee8e7794-d418-4050-a45e-67762d108ce3" providerId="AD" clId="Web-{914F749C-BFBD-3265-48C9-DA1184E12E48}" dt="2026-08-13T14:38:28.905" v="17"/>
          <ac:spMkLst>
            <pc:docMk/>
            <pc:sldMk cId="0" sldId="264"/>
            <ac:spMk id="34"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265"/>
        </pc:sldMkLst>
        <pc:spChg chg="mod">
          <ac:chgData name="Jay" userId="S::jay@ikss.kr::ee8e7794-d418-4050-a45e-67762d108ce3" providerId="AD" clId="Web-{914F749C-BFBD-3265-48C9-DA1184E12E48}" dt="2026-08-13T14:38:28.905" v="17"/>
          <ac:spMkLst>
            <pc:docMk/>
            <pc:sldMk cId="0" sldId="265"/>
            <ac:spMk id="3" creationId="{00000000-0000-0000-0000-000000000000}"/>
          </ac:spMkLst>
        </pc:spChg>
        <pc:spChg chg="mod">
          <ac:chgData name="Jay" userId="S::jay@ikss.kr::ee8e7794-d418-4050-a45e-67762d108ce3" providerId="AD" clId="Web-{914F749C-BFBD-3265-48C9-DA1184E12E48}" dt="2026-08-13T14:38:28.905" v="17"/>
          <ac:spMkLst>
            <pc:docMk/>
            <pc:sldMk cId="0" sldId="265"/>
            <ac:spMk id="4" creationId="{00000000-0000-0000-0000-000000000000}"/>
          </ac:spMkLst>
        </pc:spChg>
        <pc:spChg chg="mod">
          <ac:chgData name="Jay" userId="S::jay@ikss.kr::ee8e7794-d418-4050-a45e-67762d108ce3" providerId="AD" clId="Web-{914F749C-BFBD-3265-48C9-DA1184E12E48}" dt="2026-08-13T14:10:59.957" v="15"/>
          <ac:spMkLst>
            <pc:docMk/>
            <pc:sldMk cId="0" sldId="265"/>
            <ac:spMk id="6" creationId="{00000000-0000-0000-0000-000000000000}"/>
          </ac:spMkLst>
        </pc:spChg>
        <pc:spChg chg="mod">
          <ac:chgData name="Jay" userId="S::jay@ikss.kr::ee8e7794-d418-4050-a45e-67762d108ce3" providerId="AD" clId="Web-{914F749C-BFBD-3265-48C9-DA1184E12E48}" dt="2026-08-13T14:10:59.957" v="15"/>
          <ac:spMkLst>
            <pc:docMk/>
            <pc:sldMk cId="0" sldId="265"/>
            <ac:spMk id="9" creationId="{00000000-0000-0000-0000-000000000000}"/>
          </ac:spMkLst>
        </pc:spChg>
        <pc:spChg chg="mod">
          <ac:chgData name="Jay" userId="S::jay@ikss.kr::ee8e7794-d418-4050-a45e-67762d108ce3" providerId="AD" clId="Web-{914F749C-BFBD-3265-48C9-DA1184E12E48}" dt="2026-08-13T13:58:26.374" v="13"/>
          <ac:spMkLst>
            <pc:docMk/>
            <pc:sldMk cId="0" sldId="265"/>
            <ac:spMk id="10" creationId="{00000000-0000-0000-0000-000000000000}"/>
          </ac:spMkLst>
        </pc:spChg>
        <pc:spChg chg="add">
          <ac:chgData name="Jay" userId="S::jay@ikss.kr::ee8e7794-d418-4050-a45e-67762d108ce3" providerId="AD" clId="Web-{914F749C-BFBD-3265-48C9-DA1184E12E48}" dt="2026-08-13T14:10:59.957" v="15"/>
          <ac:spMkLst>
            <pc:docMk/>
            <pc:sldMk cId="0" sldId="265"/>
            <ac:spMk id="11" creationId="{00000000-0000-0000-0000-000000000000}"/>
          </ac:spMkLst>
        </pc:spChg>
        <pc:spChg chg="mod">
          <ac:chgData name="Jay" userId="S::jay@ikss.kr::ee8e7794-d418-4050-a45e-67762d108ce3" providerId="AD" clId="Web-{914F749C-BFBD-3265-48C9-DA1184E12E48}" dt="2026-08-13T14:38:28.905" v="17"/>
          <ac:spMkLst>
            <pc:docMk/>
            <pc:sldMk cId="0" sldId="265"/>
            <ac:spMk id="12" creationId="{00000000-0000-0000-0000-000000000000}"/>
          </ac:spMkLst>
        </pc:spChg>
        <pc:spChg chg="mod">
          <ac:chgData name="Jay" userId="S::jay@ikss.kr::ee8e7794-d418-4050-a45e-67762d108ce3" providerId="AD" clId="Web-{914F749C-BFBD-3265-48C9-DA1184E12E48}" dt="2026-08-13T13:58:26.374" v="13"/>
          <ac:spMkLst>
            <pc:docMk/>
            <pc:sldMk cId="0" sldId="265"/>
            <ac:spMk id="13" creationId="{00000000-0000-0000-0000-000000000000}"/>
          </ac:spMkLst>
        </pc:spChg>
        <pc:spChg chg="mod">
          <ac:chgData name="Jay" userId="S::jay@ikss.kr::ee8e7794-d418-4050-a45e-67762d108ce3" providerId="AD" clId="Web-{914F749C-BFBD-3265-48C9-DA1184E12E48}" dt="2026-08-13T14:10:59.957" v="15"/>
          <ac:spMkLst>
            <pc:docMk/>
            <pc:sldMk cId="0" sldId="265"/>
            <ac:spMk id="14" creationId="{00000000-0000-0000-0000-000000000000}"/>
          </ac:spMkLst>
        </pc:spChg>
        <pc:spChg chg="add">
          <ac:chgData name="Jay" userId="S::jay@ikss.kr::ee8e7794-d418-4050-a45e-67762d108ce3" providerId="AD" clId="Web-{914F749C-BFBD-3265-48C9-DA1184E12E48}" dt="2026-08-13T13:58:26.374" v="13"/>
          <ac:spMkLst>
            <pc:docMk/>
            <pc:sldMk cId="0" sldId="265"/>
            <ac:spMk id="15" creationId="{00000000-0000-0000-0000-000000000000}"/>
          </ac:spMkLst>
        </pc:spChg>
        <pc:spChg chg="add">
          <ac:chgData name="Jay" userId="S::jay@ikss.kr::ee8e7794-d418-4050-a45e-67762d108ce3" providerId="AD" clId="Web-{914F749C-BFBD-3265-48C9-DA1184E12E48}" dt="2026-08-13T13:58:26.374" v="13"/>
          <ac:spMkLst>
            <pc:docMk/>
            <pc:sldMk cId="0" sldId="265"/>
            <ac:spMk id="16" creationId="{00000000-0000-0000-0000-000000000000}"/>
          </ac:spMkLst>
        </pc:spChg>
        <pc:spChg chg="add mod">
          <ac:chgData name="Jay" userId="S::jay@ikss.kr::ee8e7794-d418-4050-a45e-67762d108ce3" providerId="AD" clId="Web-{914F749C-BFBD-3265-48C9-DA1184E12E48}" dt="2026-08-13T14:38:28.905" v="17"/>
          <ac:spMkLst>
            <pc:docMk/>
            <pc:sldMk cId="0" sldId="265"/>
            <ac:spMk id="17" creationId="{00000000-0000-0000-0000-000000000000}"/>
          </ac:spMkLst>
        </pc:spChg>
        <pc:spChg chg="add">
          <ac:chgData name="Jay" userId="S::jay@ikss.kr::ee8e7794-d418-4050-a45e-67762d108ce3" providerId="AD" clId="Web-{914F749C-BFBD-3265-48C9-DA1184E12E48}" dt="2026-08-13T13:58:26.374" v="13"/>
          <ac:spMkLst>
            <pc:docMk/>
            <pc:sldMk cId="0" sldId="265"/>
            <ac:spMk id="19" creationId="{00000000-0000-0000-0000-000000000000}"/>
          </ac:spMkLst>
        </pc:spChg>
        <pc:spChg chg="add mod">
          <ac:chgData name="Jay" userId="S::jay@ikss.kr::ee8e7794-d418-4050-a45e-67762d108ce3" providerId="AD" clId="Web-{914F749C-BFBD-3265-48C9-DA1184E12E48}" dt="2026-08-13T14:38:28.905" v="17"/>
          <ac:spMkLst>
            <pc:docMk/>
            <pc:sldMk cId="0" sldId="265"/>
            <ac:spMk id="20" creationId="{00000000-0000-0000-0000-000000000000}"/>
          </ac:spMkLst>
        </pc:spChg>
        <pc:spChg chg="add">
          <ac:chgData name="Jay" userId="S::jay@ikss.kr::ee8e7794-d418-4050-a45e-67762d108ce3" providerId="AD" clId="Web-{914F749C-BFBD-3265-48C9-DA1184E12E48}" dt="2026-08-13T14:10:59.957" v="15"/>
          <ac:spMkLst>
            <pc:docMk/>
            <pc:sldMk cId="0" sldId="265"/>
            <ac:spMk id="21" creationId="{00000000-0000-0000-0000-000000000000}"/>
          </ac:spMkLst>
        </pc:spChg>
        <pc:spChg chg="add mod">
          <ac:chgData name="Jay" userId="S::jay@ikss.kr::ee8e7794-d418-4050-a45e-67762d108ce3" providerId="AD" clId="Web-{914F749C-BFBD-3265-48C9-DA1184E12E48}" dt="2026-08-13T14:38:28.905" v="17"/>
          <ac:spMkLst>
            <pc:docMk/>
            <pc:sldMk cId="0" sldId="265"/>
            <ac:spMk id="22" creationId="{00000000-0000-0000-0000-000000000000}"/>
          </ac:spMkLst>
        </pc:spChg>
        <pc:spChg chg="add">
          <ac:chgData name="Jay" userId="S::jay@ikss.kr::ee8e7794-d418-4050-a45e-67762d108ce3" providerId="AD" clId="Web-{914F749C-BFBD-3265-48C9-DA1184E12E48}" dt="2026-08-13T14:10:59.957" v="15"/>
          <ac:spMkLst>
            <pc:docMk/>
            <pc:sldMk cId="0" sldId="265"/>
            <ac:spMk id="24" creationId="{00000000-0000-0000-0000-000000000000}"/>
          </ac:spMkLst>
        </pc:spChg>
        <pc:spChg chg="mod">
          <ac:chgData name="Jay" userId="S::jay@ikss.kr::ee8e7794-d418-4050-a45e-67762d108ce3" providerId="AD" clId="Web-{914F749C-BFBD-3265-48C9-DA1184E12E48}" dt="2026-08-13T14:38:28.905" v="17"/>
          <ac:spMkLst>
            <pc:docMk/>
            <pc:sldMk cId="0" sldId="265"/>
            <ac:spMk id="25"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266"/>
        </pc:sldMkLst>
        <pc:spChg chg="mod">
          <ac:chgData name="Jay" userId="S::jay@ikss.kr::ee8e7794-d418-4050-a45e-67762d108ce3" providerId="AD" clId="Web-{914F749C-BFBD-3265-48C9-DA1184E12E48}" dt="2026-08-13T14:38:28.905" v="17"/>
          <ac:spMkLst>
            <pc:docMk/>
            <pc:sldMk cId="0" sldId="266"/>
            <ac:spMk id="3" creationId="{00000000-0000-0000-0000-000000000000}"/>
          </ac:spMkLst>
        </pc:spChg>
        <pc:spChg chg="mod">
          <ac:chgData name="Jay" userId="S::jay@ikss.kr::ee8e7794-d418-4050-a45e-67762d108ce3" providerId="AD" clId="Web-{914F749C-BFBD-3265-48C9-DA1184E12E48}" dt="2026-08-13T14:38:28.905" v="17"/>
          <ac:spMkLst>
            <pc:docMk/>
            <pc:sldMk cId="0" sldId="266"/>
            <ac:spMk id="4" creationId="{00000000-0000-0000-0000-000000000000}"/>
          </ac:spMkLst>
        </pc:spChg>
        <pc:spChg chg="mod">
          <ac:chgData name="Jay" userId="S::jay@ikss.kr::ee8e7794-d418-4050-a45e-67762d108ce3" providerId="AD" clId="Web-{914F749C-BFBD-3265-48C9-DA1184E12E48}" dt="2026-08-13T13:58:26.374" v="13"/>
          <ac:spMkLst>
            <pc:docMk/>
            <pc:sldMk cId="0" sldId="266"/>
            <ac:spMk id="8" creationId="{00000000-0000-0000-0000-000000000000}"/>
          </ac:spMkLst>
        </pc:spChg>
        <pc:spChg chg="mod">
          <ac:chgData name="Jay" userId="S::jay@ikss.kr::ee8e7794-d418-4050-a45e-67762d108ce3" providerId="AD" clId="Web-{914F749C-BFBD-3265-48C9-DA1184E12E48}" dt="2026-08-13T14:10:59.957" v="15"/>
          <ac:spMkLst>
            <pc:docMk/>
            <pc:sldMk cId="0" sldId="266"/>
            <ac:spMk id="9" creationId="{00000000-0000-0000-0000-000000000000}"/>
          </ac:spMkLst>
        </pc:spChg>
        <pc:spChg chg="mod ord">
          <ac:chgData name="Jay" userId="S::jay@ikss.kr::ee8e7794-d418-4050-a45e-67762d108ce3" providerId="AD" clId="Web-{914F749C-BFBD-3265-48C9-DA1184E12E48}" dt="2026-08-13T14:38:28.905" v="17"/>
          <ac:spMkLst>
            <pc:docMk/>
            <pc:sldMk cId="0" sldId="266"/>
            <ac:spMk id="10" creationId="{00000000-0000-0000-0000-000000000000}"/>
          </ac:spMkLst>
        </pc:spChg>
        <pc:spChg chg="add">
          <ac:chgData name="Jay" userId="S::jay@ikss.kr::ee8e7794-d418-4050-a45e-67762d108ce3" providerId="AD" clId="Web-{914F749C-BFBD-3265-48C9-DA1184E12E48}" dt="2026-08-13T14:38:28.905" v="17"/>
          <ac:spMkLst>
            <pc:docMk/>
            <pc:sldMk cId="0" sldId="266"/>
            <ac:spMk id="12" creationId="{00000000-0000-0000-0000-000000000000}"/>
          </ac:spMkLst>
        </pc:spChg>
        <pc:spChg chg="mod">
          <ac:chgData name="Jay" userId="S::jay@ikss.kr::ee8e7794-d418-4050-a45e-67762d108ce3" providerId="AD" clId="Web-{914F749C-BFBD-3265-48C9-DA1184E12E48}" dt="2026-08-13T14:10:59.957" v="15"/>
          <ac:spMkLst>
            <pc:docMk/>
            <pc:sldMk cId="0" sldId="266"/>
            <ac:spMk id="13" creationId="{00000000-0000-0000-0000-000000000000}"/>
          </ac:spMkLst>
        </pc:spChg>
        <pc:spChg chg="add del mod">
          <ac:chgData name="Jay" userId="S::jay@ikss.kr::ee8e7794-d418-4050-a45e-67762d108ce3" providerId="AD" clId="Web-{914F749C-BFBD-3265-48C9-DA1184E12E48}" dt="2026-08-13T14:38:28.905" v="17"/>
          <ac:spMkLst>
            <pc:docMk/>
            <pc:sldMk cId="0" sldId="266"/>
            <ac:spMk id="15" creationId="{00000000-0000-0000-0000-000000000000}"/>
          </ac:spMkLst>
        </pc:spChg>
        <pc:spChg chg="add del">
          <ac:chgData name="Jay" userId="S::jay@ikss.kr::ee8e7794-d418-4050-a45e-67762d108ce3" providerId="AD" clId="Web-{914F749C-BFBD-3265-48C9-DA1184E12E48}" dt="2026-08-13T14:10:59.957" v="15"/>
          <ac:spMkLst>
            <pc:docMk/>
            <pc:sldMk cId="0" sldId="266"/>
            <ac:spMk id="16" creationId="{00000000-0000-0000-0000-000000000000}"/>
          </ac:spMkLst>
        </pc:spChg>
        <pc:spChg chg="add del">
          <ac:chgData name="Jay" userId="S::jay@ikss.kr::ee8e7794-d418-4050-a45e-67762d108ce3" providerId="AD" clId="Web-{914F749C-BFBD-3265-48C9-DA1184E12E48}" dt="2026-08-13T14:10:59.957" v="15"/>
          <ac:spMkLst>
            <pc:docMk/>
            <pc:sldMk cId="0" sldId="266"/>
            <ac:spMk id="17" creationId="{00000000-0000-0000-0000-000000000000}"/>
          </ac:spMkLst>
        </pc:spChg>
        <pc:spChg chg="add del">
          <ac:chgData name="Jay" userId="S::jay@ikss.kr::ee8e7794-d418-4050-a45e-67762d108ce3" providerId="AD" clId="Web-{914F749C-BFBD-3265-48C9-DA1184E12E48}" dt="2026-08-13T14:10:59.957" v="15"/>
          <ac:spMkLst>
            <pc:docMk/>
            <pc:sldMk cId="0" sldId="266"/>
            <ac:spMk id="18" creationId="{00000000-0000-0000-0000-000000000000}"/>
          </ac:spMkLst>
        </pc:spChg>
        <pc:spChg chg="del">
          <ac:chgData name="Jay" userId="S::jay@ikss.kr::ee8e7794-d418-4050-a45e-67762d108ce3" providerId="AD" clId="Web-{914F749C-BFBD-3265-48C9-DA1184E12E48}" dt="2026-08-13T13:58:26.374" v="13"/>
          <ac:spMkLst>
            <pc:docMk/>
            <pc:sldMk cId="0" sldId="266"/>
            <ac:spMk id="21" creationId="{00000000-0000-0000-0000-000000000000}"/>
          </ac:spMkLst>
        </pc:spChg>
        <pc:spChg chg="del">
          <ac:chgData name="Jay" userId="S::jay@ikss.kr::ee8e7794-d418-4050-a45e-67762d108ce3" providerId="AD" clId="Web-{914F749C-BFBD-3265-48C9-DA1184E12E48}" dt="2026-08-13T13:58:26.374" v="13"/>
          <ac:spMkLst>
            <pc:docMk/>
            <pc:sldMk cId="0" sldId="266"/>
            <ac:spMk id="22" creationId="{00000000-0000-0000-0000-000000000000}"/>
          </ac:spMkLst>
        </pc:spChg>
        <pc:spChg chg="mod replId">
          <ac:chgData name="Jay" userId="S::jay@ikss.kr::ee8e7794-d418-4050-a45e-67762d108ce3" providerId="AD" clId="Web-{914F749C-BFBD-3265-48C9-DA1184E12E48}" dt="2026-08-13T13:58:21.655" v="12"/>
          <ac:spMkLst>
            <pc:docMk/>
            <pc:sldMk cId="0" sldId="266"/>
            <ac:spMk id="23" creationId="{00000000-0000-0000-0000-000000000000}"/>
          </ac:spMkLst>
        </pc:spChg>
        <pc:spChg chg="add">
          <ac:chgData name="Jay" userId="S::jay@ikss.kr::ee8e7794-d418-4050-a45e-67762d108ce3" providerId="AD" clId="Web-{914F749C-BFBD-3265-48C9-DA1184E12E48}" dt="2026-08-13T14:38:28.905" v="17"/>
          <ac:spMkLst>
            <pc:docMk/>
            <pc:sldMk cId="0" sldId="266"/>
            <ac:spMk id="25" creationId="{00000000-0000-0000-0000-000000000000}"/>
          </ac:spMkLst>
        </pc:spChg>
        <pc:spChg chg="add">
          <ac:chgData name="Jay" userId="S::jay@ikss.kr::ee8e7794-d418-4050-a45e-67762d108ce3" providerId="AD" clId="Web-{914F749C-BFBD-3265-48C9-DA1184E12E48}" dt="2026-08-13T14:38:28.905" v="17"/>
          <ac:spMkLst>
            <pc:docMk/>
            <pc:sldMk cId="0" sldId="266"/>
            <ac:spMk id="27" creationId="{00000000-0000-0000-0000-000000000000}"/>
          </ac:spMkLst>
        </pc:spChg>
        <pc:spChg chg="add">
          <ac:chgData name="Jay" userId="S::jay@ikss.kr::ee8e7794-d418-4050-a45e-67762d108ce3" providerId="AD" clId="Web-{914F749C-BFBD-3265-48C9-DA1184E12E48}" dt="2026-08-13T14:38:28.905" v="17"/>
          <ac:spMkLst>
            <pc:docMk/>
            <pc:sldMk cId="0" sldId="266"/>
            <ac:spMk id="31"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267"/>
        </pc:sldMkLst>
        <pc:spChg chg="add">
          <ac:chgData name="Jay" userId="S::jay@ikss.kr::ee8e7794-d418-4050-a45e-67762d108ce3" providerId="AD" clId="Web-{914F749C-BFBD-3265-48C9-DA1184E12E48}" dt="2026-08-13T13:58:26.374" v="13"/>
          <ac:spMkLst>
            <pc:docMk/>
            <pc:sldMk cId="0" sldId="267"/>
            <ac:spMk id="2" creationId="{00000000-0000-0000-0000-000000000000}"/>
          </ac:spMkLst>
        </pc:spChg>
        <pc:spChg chg="mod">
          <ac:chgData name="Jay" userId="S::jay@ikss.kr::ee8e7794-d418-4050-a45e-67762d108ce3" providerId="AD" clId="Web-{914F749C-BFBD-3265-48C9-DA1184E12E48}" dt="2026-08-13T14:10:59.957" v="15"/>
          <ac:spMkLst>
            <pc:docMk/>
            <pc:sldMk cId="0" sldId="267"/>
            <ac:spMk id="3" creationId="{00000000-0000-0000-0000-000000000000}"/>
          </ac:spMkLst>
        </pc:spChg>
        <pc:spChg chg="mod">
          <ac:chgData name="Jay" userId="S::jay@ikss.kr::ee8e7794-d418-4050-a45e-67762d108ce3" providerId="AD" clId="Web-{914F749C-BFBD-3265-48C9-DA1184E12E48}" dt="2026-08-13T14:38:28.905" v="17"/>
          <ac:spMkLst>
            <pc:docMk/>
            <pc:sldMk cId="0" sldId="267"/>
            <ac:spMk id="6" creationId="{00000000-0000-0000-0000-000000000000}"/>
          </ac:spMkLst>
        </pc:spChg>
        <pc:spChg chg="mod">
          <ac:chgData name="Jay" userId="S::jay@ikss.kr::ee8e7794-d418-4050-a45e-67762d108ce3" providerId="AD" clId="Web-{914F749C-BFBD-3265-48C9-DA1184E12E48}" dt="2026-08-13T14:10:59.957" v="15"/>
          <ac:spMkLst>
            <pc:docMk/>
            <pc:sldMk cId="0" sldId="267"/>
            <ac:spMk id="7" creationId="{00000000-0000-0000-0000-000000000000}"/>
          </ac:spMkLst>
        </pc:spChg>
        <pc:spChg chg="mod">
          <ac:chgData name="Jay" userId="S::jay@ikss.kr::ee8e7794-d418-4050-a45e-67762d108ce3" providerId="AD" clId="Web-{914F749C-BFBD-3265-48C9-DA1184E12E48}" dt="2026-08-13T14:38:28.905" v="17"/>
          <ac:spMkLst>
            <pc:docMk/>
            <pc:sldMk cId="0" sldId="267"/>
            <ac:spMk id="9" creationId="{00000000-0000-0000-0000-000000000000}"/>
          </ac:spMkLst>
        </pc:spChg>
        <pc:spChg chg="add mod ord">
          <ac:chgData name="Jay" userId="S::jay@ikss.kr::ee8e7794-d418-4050-a45e-67762d108ce3" providerId="AD" clId="Web-{914F749C-BFBD-3265-48C9-DA1184E12E48}" dt="2026-08-13T14:38:28.905" v="17"/>
          <ac:spMkLst>
            <pc:docMk/>
            <pc:sldMk cId="0" sldId="267"/>
            <ac:spMk id="10" creationId="{00000000-0000-0000-0000-000000000000}"/>
          </ac:spMkLst>
        </pc:spChg>
        <pc:spChg chg="add mod">
          <ac:chgData name="Jay" userId="S::jay@ikss.kr::ee8e7794-d418-4050-a45e-67762d108ce3" providerId="AD" clId="Web-{914F749C-BFBD-3265-48C9-DA1184E12E48}" dt="2026-08-13T14:10:59.957" v="15"/>
          <ac:spMkLst>
            <pc:docMk/>
            <pc:sldMk cId="0" sldId="267"/>
            <ac:spMk id="11" creationId="{00000000-0000-0000-0000-000000000000}"/>
          </ac:spMkLst>
        </pc:spChg>
        <pc:spChg chg="add mod">
          <ac:chgData name="Jay" userId="S::jay@ikss.kr::ee8e7794-d418-4050-a45e-67762d108ce3" providerId="AD" clId="Web-{914F749C-BFBD-3265-48C9-DA1184E12E48}" dt="2026-08-13T14:38:28.905" v="17"/>
          <ac:spMkLst>
            <pc:docMk/>
            <pc:sldMk cId="0" sldId="267"/>
            <ac:spMk id="12" creationId="{00000000-0000-0000-0000-000000000000}"/>
          </ac:spMkLst>
        </pc:spChg>
        <pc:spChg chg="add del">
          <ac:chgData name="Jay" userId="S::jay@ikss.kr::ee8e7794-d418-4050-a45e-67762d108ce3" providerId="AD" clId="Web-{914F749C-BFBD-3265-48C9-DA1184E12E48}" dt="2026-08-13T14:38:28.905" v="17"/>
          <ac:spMkLst>
            <pc:docMk/>
            <pc:sldMk cId="0" sldId="267"/>
            <ac:spMk id="14" creationId="{00000000-0000-0000-0000-000000000000}"/>
          </ac:spMkLst>
        </pc:spChg>
        <pc:spChg chg="add">
          <ac:chgData name="Jay" userId="S::jay@ikss.kr::ee8e7794-d418-4050-a45e-67762d108ce3" providerId="AD" clId="Web-{914F749C-BFBD-3265-48C9-DA1184E12E48}" dt="2026-08-13T14:38:28.905" v="17"/>
          <ac:spMkLst>
            <pc:docMk/>
            <pc:sldMk cId="0" sldId="267"/>
            <ac:spMk id="15" creationId="{00000000-0000-0000-0000-000000000000}"/>
          </ac:spMkLst>
        </pc:spChg>
        <pc:spChg chg="add">
          <ac:chgData name="Jay" userId="S::jay@ikss.kr::ee8e7794-d418-4050-a45e-67762d108ce3" providerId="AD" clId="Web-{914F749C-BFBD-3265-48C9-DA1184E12E48}" dt="2026-08-13T14:38:28.905" v="17"/>
          <ac:spMkLst>
            <pc:docMk/>
            <pc:sldMk cId="0" sldId="267"/>
            <ac:spMk id="16" creationId="{00000000-0000-0000-0000-000000000000}"/>
          </ac:spMkLst>
        </pc:spChg>
        <pc:spChg chg="del">
          <ac:chgData name="Jay" userId="S::jay@ikss.kr::ee8e7794-d418-4050-a45e-67762d108ce3" providerId="AD" clId="Web-{914F749C-BFBD-3265-48C9-DA1184E12E48}" dt="2026-08-13T14:10:59.957" v="15"/>
          <ac:spMkLst>
            <pc:docMk/>
            <pc:sldMk cId="0" sldId="267"/>
            <ac:spMk id="17" creationId="{00000000-0000-0000-0000-000000000000}"/>
          </ac:spMkLst>
        </pc:spChg>
        <pc:spChg chg="add del">
          <ac:chgData name="Jay" userId="S::jay@ikss.kr::ee8e7794-d418-4050-a45e-67762d108ce3" providerId="AD" clId="Web-{914F749C-BFBD-3265-48C9-DA1184E12E48}" dt="2026-08-13T14:38:28.905" v="17"/>
          <ac:spMkLst>
            <pc:docMk/>
            <pc:sldMk cId="0" sldId="267"/>
            <ac:spMk id="18" creationId="{00000000-0000-0000-0000-000000000000}"/>
          </ac:spMkLst>
        </pc:spChg>
        <pc:spChg chg="add">
          <ac:chgData name="Jay" userId="S::jay@ikss.kr::ee8e7794-d418-4050-a45e-67762d108ce3" providerId="AD" clId="Web-{914F749C-BFBD-3265-48C9-DA1184E12E48}" dt="2026-08-13T14:38:28.905" v="17"/>
          <ac:spMkLst>
            <pc:docMk/>
            <pc:sldMk cId="0" sldId="267"/>
            <ac:spMk id="19" creationId="{00000000-0000-0000-0000-000000000000}"/>
          </ac:spMkLst>
        </pc:spChg>
        <pc:spChg chg="add">
          <ac:chgData name="Jay" userId="S::jay@ikss.kr::ee8e7794-d418-4050-a45e-67762d108ce3" providerId="AD" clId="Web-{914F749C-BFBD-3265-48C9-DA1184E12E48}" dt="2026-08-13T14:38:28.905" v="17"/>
          <ac:spMkLst>
            <pc:docMk/>
            <pc:sldMk cId="0" sldId="267"/>
            <ac:spMk id="20" creationId="{00000000-0000-0000-0000-000000000000}"/>
          </ac:spMkLst>
        </pc:spChg>
        <pc:graphicFrameChg chg="modGraphic">
          <ac:chgData name="Jay" userId="S::jay@ikss.kr::ee8e7794-d418-4050-a45e-67762d108ce3" providerId="AD" clId="Web-{914F749C-BFBD-3265-48C9-DA1184E12E48}" dt="2026-08-13T14:38:24.014" v="16"/>
          <ac:graphicFrameMkLst>
            <pc:docMk/>
            <pc:sldMk cId="0" sldId="267"/>
            <ac:graphicFrameMk id="13" creationId="{00000000-0000-0000-0000-000000000000}"/>
          </ac:graphicFrameMkLst>
        </pc:graphicFrameChg>
      </pc:sldChg>
      <pc:sldChg chg="addSp delSp modSp add modNotes">
        <pc:chgData name="Jay" userId="S::jay@ikss.kr::ee8e7794-d418-4050-a45e-67762d108ce3" providerId="AD" clId="Web-{914F749C-BFBD-3265-48C9-DA1184E12E48}" dt="2026-08-13T14:38:28.905" v="17"/>
        <pc:sldMkLst>
          <pc:docMk/>
          <pc:sldMk cId="0" sldId="268"/>
        </pc:sldMkLst>
        <pc:spChg chg="add">
          <ac:chgData name="Jay" userId="S::jay@ikss.kr::ee8e7794-d418-4050-a45e-67762d108ce3" providerId="AD" clId="Web-{914F749C-BFBD-3265-48C9-DA1184E12E48}" dt="2026-08-13T14:10:59.957" v="15"/>
          <ac:spMkLst>
            <pc:docMk/>
            <pc:sldMk cId="0" sldId="268"/>
            <ac:spMk id="2" creationId="{00000000-0000-0000-0000-000000000000}"/>
          </ac:spMkLst>
        </pc:spChg>
        <pc:spChg chg="mod">
          <ac:chgData name="Jay" userId="S::jay@ikss.kr::ee8e7794-d418-4050-a45e-67762d108ce3" providerId="AD" clId="Web-{914F749C-BFBD-3265-48C9-DA1184E12E48}" dt="2026-08-13T14:38:28.905" v="17"/>
          <ac:spMkLst>
            <pc:docMk/>
            <pc:sldMk cId="0" sldId="268"/>
            <ac:spMk id="3" creationId="{00000000-0000-0000-0000-000000000000}"/>
          </ac:spMkLst>
        </pc:spChg>
        <pc:spChg chg="mod">
          <ac:chgData name="Jay" userId="S::jay@ikss.kr::ee8e7794-d418-4050-a45e-67762d108ce3" providerId="AD" clId="Web-{914F749C-BFBD-3265-48C9-DA1184E12E48}" dt="2026-08-13T14:38:28.905" v="17"/>
          <ac:spMkLst>
            <pc:docMk/>
            <pc:sldMk cId="0" sldId="268"/>
            <ac:spMk id="4" creationId="{00000000-0000-0000-0000-000000000000}"/>
          </ac:spMkLst>
        </pc:spChg>
        <pc:spChg chg="mod">
          <ac:chgData name="Jay" userId="S::jay@ikss.kr::ee8e7794-d418-4050-a45e-67762d108ce3" providerId="AD" clId="Web-{914F749C-BFBD-3265-48C9-DA1184E12E48}" dt="2026-08-13T14:10:59.957" v="15"/>
          <ac:spMkLst>
            <pc:docMk/>
            <pc:sldMk cId="0" sldId="268"/>
            <ac:spMk id="6" creationId="{00000000-0000-0000-0000-000000000000}"/>
          </ac:spMkLst>
        </pc:spChg>
        <pc:spChg chg="mod">
          <ac:chgData name="Jay" userId="S::jay@ikss.kr::ee8e7794-d418-4050-a45e-67762d108ce3" providerId="AD" clId="Web-{914F749C-BFBD-3265-48C9-DA1184E12E48}" dt="2026-08-13T14:10:59.957" v="15"/>
          <ac:spMkLst>
            <pc:docMk/>
            <pc:sldMk cId="0" sldId="268"/>
            <ac:spMk id="7" creationId="{00000000-0000-0000-0000-000000000000}"/>
          </ac:spMkLst>
        </pc:spChg>
        <pc:spChg chg="mod">
          <ac:chgData name="Jay" userId="S::jay@ikss.kr::ee8e7794-d418-4050-a45e-67762d108ce3" providerId="AD" clId="Web-{914F749C-BFBD-3265-48C9-DA1184E12E48}" dt="2026-08-13T14:38:28.905" v="17"/>
          <ac:spMkLst>
            <pc:docMk/>
            <pc:sldMk cId="0" sldId="268"/>
            <ac:spMk id="8" creationId="{00000000-0000-0000-0000-000000000000}"/>
          </ac:spMkLst>
        </pc:spChg>
        <pc:spChg chg="mod">
          <ac:chgData name="Jay" userId="S::jay@ikss.kr::ee8e7794-d418-4050-a45e-67762d108ce3" providerId="AD" clId="Web-{914F749C-BFBD-3265-48C9-DA1184E12E48}" dt="2026-08-13T13:58:26.374" v="13"/>
          <ac:spMkLst>
            <pc:docMk/>
            <pc:sldMk cId="0" sldId="268"/>
            <ac:spMk id="9" creationId="{00000000-0000-0000-0000-000000000000}"/>
          </ac:spMkLst>
        </pc:spChg>
        <pc:spChg chg="add mod">
          <ac:chgData name="Jay" userId="S::jay@ikss.kr::ee8e7794-d418-4050-a45e-67762d108ce3" providerId="AD" clId="Web-{914F749C-BFBD-3265-48C9-DA1184E12E48}" dt="2026-08-13T14:38:28.905" v="17"/>
          <ac:spMkLst>
            <pc:docMk/>
            <pc:sldMk cId="0" sldId="268"/>
            <ac:spMk id="11" creationId="{00000000-0000-0000-0000-000000000000}"/>
          </ac:spMkLst>
        </pc:spChg>
        <pc:spChg chg="add del mod">
          <ac:chgData name="Jay" userId="S::jay@ikss.kr::ee8e7794-d418-4050-a45e-67762d108ce3" providerId="AD" clId="Web-{914F749C-BFBD-3265-48C9-DA1184E12E48}" dt="2026-08-13T14:38:28.905" v="17"/>
          <ac:spMkLst>
            <pc:docMk/>
            <pc:sldMk cId="0" sldId="268"/>
            <ac:spMk id="12" creationId="{00000000-0000-0000-0000-000000000000}"/>
          </ac:spMkLst>
        </pc:spChg>
        <pc:spChg chg="mod">
          <ac:chgData name="Jay" userId="S::jay@ikss.kr::ee8e7794-d418-4050-a45e-67762d108ce3" providerId="AD" clId="Web-{914F749C-BFBD-3265-48C9-DA1184E12E48}" dt="2026-08-13T14:38:28.905" v="17"/>
          <ac:spMkLst>
            <pc:docMk/>
            <pc:sldMk cId="0" sldId="268"/>
            <ac:spMk id="13"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269"/>
        </pc:sldMkLst>
        <pc:spChg chg="mod">
          <ac:chgData name="Jay" userId="S::jay@ikss.kr::ee8e7794-d418-4050-a45e-67762d108ce3" providerId="AD" clId="Web-{914F749C-BFBD-3265-48C9-DA1184E12E48}" dt="2026-08-13T14:38:28.905" v="17"/>
          <ac:spMkLst>
            <pc:docMk/>
            <pc:sldMk cId="0" sldId="269"/>
            <ac:spMk id="3" creationId="{00000000-0000-0000-0000-000000000000}"/>
          </ac:spMkLst>
        </pc:spChg>
        <pc:spChg chg="mod">
          <ac:chgData name="Jay" userId="S::jay@ikss.kr::ee8e7794-d418-4050-a45e-67762d108ce3" providerId="AD" clId="Web-{914F749C-BFBD-3265-48C9-DA1184E12E48}" dt="2026-08-13T14:38:28.905" v="17"/>
          <ac:spMkLst>
            <pc:docMk/>
            <pc:sldMk cId="0" sldId="269"/>
            <ac:spMk id="7" creationId="{00000000-0000-0000-0000-000000000000}"/>
          </ac:spMkLst>
        </pc:spChg>
        <pc:spChg chg="mod">
          <ac:chgData name="Jay" userId="S::jay@ikss.kr::ee8e7794-d418-4050-a45e-67762d108ce3" providerId="AD" clId="Web-{914F749C-BFBD-3265-48C9-DA1184E12E48}" dt="2026-08-13T14:10:59.957" v="15"/>
          <ac:spMkLst>
            <pc:docMk/>
            <pc:sldMk cId="0" sldId="269"/>
            <ac:spMk id="8" creationId="{00000000-0000-0000-0000-000000000000}"/>
          </ac:spMkLst>
        </pc:spChg>
        <pc:spChg chg="mod">
          <ac:chgData name="Jay" userId="S::jay@ikss.kr::ee8e7794-d418-4050-a45e-67762d108ce3" providerId="AD" clId="Web-{914F749C-BFBD-3265-48C9-DA1184E12E48}" dt="2026-08-13T14:38:28.905" v="17"/>
          <ac:spMkLst>
            <pc:docMk/>
            <pc:sldMk cId="0" sldId="269"/>
            <ac:spMk id="9" creationId="{00000000-0000-0000-0000-000000000000}"/>
          </ac:spMkLst>
        </pc:spChg>
        <pc:spChg chg="add del mod">
          <ac:chgData name="Jay" userId="S::jay@ikss.kr::ee8e7794-d418-4050-a45e-67762d108ce3" providerId="AD" clId="Web-{914F749C-BFBD-3265-48C9-DA1184E12E48}" dt="2026-08-13T14:38:28.905" v="17"/>
          <ac:spMkLst>
            <pc:docMk/>
            <pc:sldMk cId="0" sldId="269"/>
            <ac:spMk id="10" creationId="{00000000-0000-0000-0000-000000000000}"/>
          </ac:spMkLst>
        </pc:spChg>
        <pc:spChg chg="del mod">
          <ac:chgData name="Jay" userId="S::jay@ikss.kr::ee8e7794-d418-4050-a45e-67762d108ce3" providerId="AD" clId="Web-{914F749C-BFBD-3265-48C9-DA1184E12E48}" dt="2026-08-13T14:10:59.957" v="15"/>
          <ac:spMkLst>
            <pc:docMk/>
            <pc:sldMk cId="0" sldId="269"/>
            <ac:spMk id="13" creationId="{00000000-0000-0000-0000-000000000000}"/>
          </ac:spMkLst>
        </pc:spChg>
        <pc:spChg chg="add">
          <ac:chgData name="Jay" userId="S::jay@ikss.kr::ee8e7794-d418-4050-a45e-67762d108ce3" providerId="AD" clId="Web-{914F749C-BFBD-3265-48C9-DA1184E12E48}" dt="2026-08-13T14:38:28.905" v="17"/>
          <ac:spMkLst>
            <pc:docMk/>
            <pc:sldMk cId="0" sldId="269"/>
            <ac:spMk id="14" creationId="{00000000-0000-0000-0000-000000000000}"/>
          </ac:spMkLst>
        </pc:spChg>
        <pc:spChg chg="add">
          <ac:chgData name="Jay" userId="S::jay@ikss.kr::ee8e7794-d418-4050-a45e-67762d108ce3" providerId="AD" clId="Web-{914F749C-BFBD-3265-48C9-DA1184E12E48}" dt="2026-08-13T14:38:28.905" v="17"/>
          <ac:spMkLst>
            <pc:docMk/>
            <pc:sldMk cId="0" sldId="269"/>
            <ac:spMk id="15" creationId="{00000000-0000-0000-0000-000000000000}"/>
          </ac:spMkLst>
        </pc:spChg>
        <pc:spChg chg="add">
          <ac:chgData name="Jay" userId="S::jay@ikss.kr::ee8e7794-d418-4050-a45e-67762d108ce3" providerId="AD" clId="Web-{914F749C-BFBD-3265-48C9-DA1184E12E48}" dt="2026-08-13T14:38:28.905" v="17"/>
          <ac:spMkLst>
            <pc:docMk/>
            <pc:sldMk cId="0" sldId="269"/>
            <ac:spMk id="16" creationId="{00000000-0000-0000-0000-000000000000}"/>
          </ac:spMkLst>
        </pc:spChg>
        <pc:spChg chg="add del mod">
          <ac:chgData name="Jay" userId="S::jay@ikss.kr::ee8e7794-d418-4050-a45e-67762d108ce3" providerId="AD" clId="Web-{914F749C-BFBD-3265-48C9-DA1184E12E48}" dt="2026-08-13T14:38:28.905" v="17"/>
          <ac:spMkLst>
            <pc:docMk/>
            <pc:sldMk cId="0" sldId="269"/>
            <ac:spMk id="18" creationId="{00000000-0000-0000-0000-000000000000}"/>
          </ac:spMkLst>
        </pc:spChg>
        <pc:spChg chg="add del mod">
          <ac:chgData name="Jay" userId="S::jay@ikss.kr::ee8e7794-d418-4050-a45e-67762d108ce3" providerId="AD" clId="Web-{914F749C-BFBD-3265-48C9-DA1184E12E48}" dt="2026-08-13T14:38:28.905" v="17"/>
          <ac:spMkLst>
            <pc:docMk/>
            <pc:sldMk cId="0" sldId="269"/>
            <ac:spMk id="19" creationId="{00000000-0000-0000-0000-000000000000}"/>
          </ac:spMkLst>
        </pc:spChg>
        <pc:spChg chg="del mod">
          <ac:chgData name="Jay" userId="S::jay@ikss.kr::ee8e7794-d418-4050-a45e-67762d108ce3" providerId="AD" clId="Web-{914F749C-BFBD-3265-48C9-DA1184E12E48}" dt="2026-08-13T14:10:59.957" v="15"/>
          <ac:spMkLst>
            <pc:docMk/>
            <pc:sldMk cId="0" sldId="269"/>
            <ac:spMk id="20" creationId="{00000000-0000-0000-0000-000000000000}"/>
          </ac:spMkLst>
        </pc:spChg>
        <pc:spChg chg="add">
          <ac:chgData name="Jay" userId="S::jay@ikss.kr::ee8e7794-d418-4050-a45e-67762d108ce3" providerId="AD" clId="Web-{914F749C-BFBD-3265-48C9-DA1184E12E48}" dt="2026-08-13T14:38:28.905" v="17"/>
          <ac:spMkLst>
            <pc:docMk/>
            <pc:sldMk cId="0" sldId="269"/>
            <ac:spMk id="22"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270"/>
        </pc:sldMkLst>
        <pc:spChg chg="mod">
          <ac:chgData name="Jay" userId="S::jay@ikss.kr::ee8e7794-d418-4050-a45e-67762d108ce3" providerId="AD" clId="Web-{914F749C-BFBD-3265-48C9-DA1184E12E48}" dt="2026-08-13T14:10:59.957" v="15"/>
          <ac:spMkLst>
            <pc:docMk/>
            <pc:sldMk cId="0" sldId="270"/>
            <ac:spMk id="3" creationId="{00000000-0000-0000-0000-000000000000}"/>
          </ac:spMkLst>
        </pc:spChg>
        <pc:spChg chg="mod">
          <ac:chgData name="Jay" userId="S::jay@ikss.kr::ee8e7794-d418-4050-a45e-67762d108ce3" providerId="AD" clId="Web-{914F749C-BFBD-3265-48C9-DA1184E12E48}" dt="2026-08-13T13:58:26.374" v="13"/>
          <ac:spMkLst>
            <pc:docMk/>
            <pc:sldMk cId="0" sldId="270"/>
            <ac:spMk id="4" creationId="{00000000-0000-0000-0000-000000000000}"/>
          </ac:spMkLst>
        </pc:spChg>
        <pc:spChg chg="mod">
          <ac:chgData name="Jay" userId="S::jay@ikss.kr::ee8e7794-d418-4050-a45e-67762d108ce3" providerId="AD" clId="Web-{914F749C-BFBD-3265-48C9-DA1184E12E48}" dt="2026-08-13T14:38:28.905" v="17"/>
          <ac:spMkLst>
            <pc:docMk/>
            <pc:sldMk cId="0" sldId="270"/>
            <ac:spMk id="7" creationId="{00000000-0000-0000-0000-000000000000}"/>
          </ac:spMkLst>
        </pc:spChg>
        <pc:spChg chg="mod">
          <ac:chgData name="Jay" userId="S::jay@ikss.kr::ee8e7794-d418-4050-a45e-67762d108ce3" providerId="AD" clId="Web-{914F749C-BFBD-3265-48C9-DA1184E12E48}" dt="2026-08-13T14:38:28.905" v="17"/>
          <ac:spMkLst>
            <pc:docMk/>
            <pc:sldMk cId="0" sldId="270"/>
            <ac:spMk id="8"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271"/>
        </pc:sldMkLst>
        <pc:spChg chg="mod">
          <ac:chgData name="Jay" userId="S::jay@ikss.kr::ee8e7794-d418-4050-a45e-67762d108ce3" providerId="AD" clId="Web-{914F749C-BFBD-3265-48C9-DA1184E12E48}" dt="2026-08-13T14:38:28.905" v="17"/>
          <ac:spMkLst>
            <pc:docMk/>
            <pc:sldMk cId="0" sldId="271"/>
            <ac:spMk id="3" creationId="{00000000-0000-0000-0000-000000000000}"/>
          </ac:spMkLst>
        </pc:spChg>
        <pc:spChg chg="mod">
          <ac:chgData name="Jay" userId="S::jay@ikss.kr::ee8e7794-d418-4050-a45e-67762d108ce3" providerId="AD" clId="Web-{914F749C-BFBD-3265-48C9-DA1184E12E48}" dt="2026-08-13T14:10:59.957" v="15"/>
          <ac:spMkLst>
            <pc:docMk/>
            <pc:sldMk cId="0" sldId="271"/>
            <ac:spMk id="4" creationId="{00000000-0000-0000-0000-000000000000}"/>
          </ac:spMkLst>
        </pc:spChg>
        <pc:spChg chg="mod">
          <ac:chgData name="Jay" userId="S::jay@ikss.kr::ee8e7794-d418-4050-a45e-67762d108ce3" providerId="AD" clId="Web-{914F749C-BFBD-3265-48C9-DA1184E12E48}" dt="2026-08-13T13:58:26.374" v="13"/>
          <ac:spMkLst>
            <pc:docMk/>
            <pc:sldMk cId="0" sldId="271"/>
            <ac:spMk id="7" creationId="{00000000-0000-0000-0000-000000000000}"/>
          </ac:spMkLst>
        </pc:spChg>
        <pc:spChg chg="mod">
          <ac:chgData name="Jay" userId="S::jay@ikss.kr::ee8e7794-d418-4050-a45e-67762d108ce3" providerId="AD" clId="Web-{914F749C-BFBD-3265-48C9-DA1184E12E48}" dt="2026-08-13T13:58:26.374" v="13"/>
          <ac:spMkLst>
            <pc:docMk/>
            <pc:sldMk cId="0" sldId="271"/>
            <ac:spMk id="9" creationId="{00000000-0000-0000-0000-000000000000}"/>
          </ac:spMkLst>
        </pc:spChg>
        <pc:spChg chg="del">
          <ac:chgData name="Jay" userId="S::jay@ikss.kr::ee8e7794-d418-4050-a45e-67762d108ce3" providerId="AD" clId="Web-{914F749C-BFBD-3265-48C9-DA1184E12E48}" dt="2026-08-13T13:58:26.374" v="13"/>
          <ac:spMkLst>
            <pc:docMk/>
            <pc:sldMk cId="0" sldId="271"/>
            <ac:spMk id="10" creationId="{00000000-0000-0000-0000-000000000000}"/>
          </ac:spMkLst>
        </pc:spChg>
        <pc:spChg chg="del">
          <ac:chgData name="Jay" userId="S::jay@ikss.kr::ee8e7794-d418-4050-a45e-67762d108ce3" providerId="AD" clId="Web-{914F749C-BFBD-3265-48C9-DA1184E12E48}" dt="2026-08-13T13:58:26.374" v="13"/>
          <ac:spMkLst>
            <pc:docMk/>
            <pc:sldMk cId="0" sldId="271"/>
            <ac:spMk id="11" creationId="{00000000-0000-0000-0000-000000000000}"/>
          </ac:spMkLst>
        </pc:spChg>
        <pc:spChg chg="add del">
          <ac:chgData name="Jay" userId="S::jay@ikss.kr::ee8e7794-d418-4050-a45e-67762d108ce3" providerId="AD" clId="Web-{914F749C-BFBD-3265-48C9-DA1184E12E48}" dt="2026-08-13T14:10:59.957" v="15"/>
          <ac:spMkLst>
            <pc:docMk/>
            <pc:sldMk cId="0" sldId="271"/>
            <ac:spMk id="12" creationId="{00000000-0000-0000-0000-000000000000}"/>
          </ac:spMkLst>
        </pc:spChg>
        <pc:spChg chg="add">
          <ac:chgData name="Jay" userId="S::jay@ikss.kr::ee8e7794-d418-4050-a45e-67762d108ce3" providerId="AD" clId="Web-{914F749C-BFBD-3265-48C9-DA1184E12E48}" dt="2026-08-13T14:10:59.957" v="15"/>
          <ac:spMkLst>
            <pc:docMk/>
            <pc:sldMk cId="0" sldId="271"/>
            <ac:spMk id="13" creationId="{00000000-0000-0000-0000-000000000000}"/>
          </ac:spMkLst>
        </pc:spChg>
        <pc:spChg chg="del">
          <ac:chgData name="Jay" userId="S::jay@ikss.kr::ee8e7794-d418-4050-a45e-67762d108ce3" providerId="AD" clId="Web-{914F749C-BFBD-3265-48C9-DA1184E12E48}" dt="2026-08-13T13:58:26.374" v="13"/>
          <ac:spMkLst>
            <pc:docMk/>
            <pc:sldMk cId="0" sldId="271"/>
            <ac:spMk id="14" creationId="{00000000-0000-0000-0000-000000000000}"/>
          </ac:spMkLst>
        </pc:spChg>
        <pc:spChg chg="add del">
          <ac:chgData name="Jay" userId="S::jay@ikss.kr::ee8e7794-d418-4050-a45e-67762d108ce3" providerId="AD" clId="Web-{914F749C-BFBD-3265-48C9-DA1184E12E48}" dt="2026-08-13T14:10:59.957" v="15"/>
          <ac:spMkLst>
            <pc:docMk/>
            <pc:sldMk cId="0" sldId="271"/>
            <ac:spMk id="15" creationId="{00000000-0000-0000-0000-000000000000}"/>
          </ac:spMkLst>
        </pc:spChg>
        <pc:spChg chg="add del mod">
          <ac:chgData name="Jay" userId="S::jay@ikss.kr::ee8e7794-d418-4050-a45e-67762d108ce3" providerId="AD" clId="Web-{914F749C-BFBD-3265-48C9-DA1184E12E48}" dt="2026-08-13T14:38:28.905" v="17"/>
          <ac:spMkLst>
            <pc:docMk/>
            <pc:sldMk cId="0" sldId="271"/>
            <ac:spMk id="16" creationId="{00000000-0000-0000-0000-000000000000}"/>
          </ac:spMkLst>
        </pc:spChg>
        <pc:spChg chg="del">
          <ac:chgData name="Jay" userId="S::jay@ikss.kr::ee8e7794-d418-4050-a45e-67762d108ce3" providerId="AD" clId="Web-{914F749C-BFBD-3265-48C9-DA1184E12E48}" dt="2026-08-13T13:58:26.374" v="13"/>
          <ac:spMkLst>
            <pc:docMk/>
            <pc:sldMk cId="0" sldId="271"/>
            <ac:spMk id="18" creationId="{00000000-0000-0000-0000-000000000000}"/>
          </ac:spMkLst>
        </pc:spChg>
        <pc:spChg chg="del">
          <ac:chgData name="Jay" userId="S::jay@ikss.kr::ee8e7794-d418-4050-a45e-67762d108ce3" providerId="AD" clId="Web-{914F749C-BFBD-3265-48C9-DA1184E12E48}" dt="2026-08-13T13:58:26.374" v="13"/>
          <ac:spMkLst>
            <pc:docMk/>
            <pc:sldMk cId="0" sldId="271"/>
            <ac:spMk id="19" creationId="{00000000-0000-0000-0000-000000000000}"/>
          </ac:spMkLst>
        </pc:spChg>
        <pc:spChg chg="add mod">
          <ac:chgData name="Jay" userId="S::jay@ikss.kr::ee8e7794-d418-4050-a45e-67762d108ce3" providerId="AD" clId="Web-{914F749C-BFBD-3265-48C9-DA1184E12E48}" dt="2026-08-13T14:38:28.905" v="17"/>
          <ac:spMkLst>
            <pc:docMk/>
            <pc:sldMk cId="0" sldId="271"/>
            <ac:spMk id="20" creationId="{00000000-0000-0000-0000-000000000000}"/>
          </ac:spMkLst>
        </pc:spChg>
        <pc:spChg chg="add">
          <ac:chgData name="Jay" userId="S::jay@ikss.kr::ee8e7794-d418-4050-a45e-67762d108ce3" providerId="AD" clId="Web-{914F749C-BFBD-3265-48C9-DA1184E12E48}" dt="2026-08-13T14:10:59.957" v="15"/>
          <ac:spMkLst>
            <pc:docMk/>
            <pc:sldMk cId="0" sldId="271"/>
            <ac:spMk id="21" creationId="{00000000-0000-0000-0000-000000000000}"/>
          </ac:spMkLst>
        </pc:spChg>
        <pc:spChg chg="add mod replId">
          <ac:chgData name="Jay" userId="S::jay@ikss.kr::ee8e7794-d418-4050-a45e-67762d108ce3" providerId="AD" clId="Web-{914F749C-BFBD-3265-48C9-DA1184E12E48}" dt="2026-08-13T14:38:28.905" v="17"/>
          <ac:spMkLst>
            <pc:docMk/>
            <pc:sldMk cId="0" sldId="271"/>
            <ac:spMk id="22" creationId="{00000000-0000-0000-0000-000000000000}"/>
          </ac:spMkLst>
        </pc:spChg>
        <pc:spChg chg="mod">
          <ac:chgData name="Jay" userId="S::jay@ikss.kr::ee8e7794-d418-4050-a45e-67762d108ce3" providerId="AD" clId="Web-{914F749C-BFBD-3265-48C9-DA1184E12E48}" dt="2026-08-13T14:38:28.905" v="17"/>
          <ac:spMkLst>
            <pc:docMk/>
            <pc:sldMk cId="0" sldId="271"/>
            <ac:spMk id="24" creationId="{00000000-0000-0000-0000-000000000000}"/>
          </ac:spMkLst>
        </pc:spChg>
        <pc:spChg chg="add mod">
          <ac:chgData name="Jay" userId="S::jay@ikss.kr::ee8e7794-d418-4050-a45e-67762d108ce3" providerId="AD" clId="Web-{914F749C-BFBD-3265-48C9-DA1184E12E48}" dt="2026-08-13T14:38:28.905" v="17"/>
          <ac:spMkLst>
            <pc:docMk/>
            <pc:sldMk cId="0" sldId="271"/>
            <ac:spMk id="25" creationId="{00000000-0000-0000-0000-000000000000}"/>
          </ac:spMkLst>
        </pc:spChg>
        <pc:spChg chg="mod">
          <ac:chgData name="Jay" userId="S::jay@ikss.kr::ee8e7794-d418-4050-a45e-67762d108ce3" providerId="AD" clId="Web-{914F749C-BFBD-3265-48C9-DA1184E12E48}" dt="2026-08-13T14:38:28.905" v="17"/>
          <ac:spMkLst>
            <pc:docMk/>
            <pc:sldMk cId="0" sldId="271"/>
            <ac:spMk id="26" creationId="{00000000-0000-0000-0000-000000000000}"/>
          </ac:spMkLst>
        </pc:spChg>
        <pc:spChg chg="add">
          <ac:chgData name="Jay" userId="S::jay@ikss.kr::ee8e7794-d418-4050-a45e-67762d108ce3" providerId="AD" clId="Web-{914F749C-BFBD-3265-48C9-DA1184E12E48}" dt="2026-08-13T14:38:28.905" v="17"/>
          <ac:spMkLst>
            <pc:docMk/>
            <pc:sldMk cId="0" sldId="271"/>
            <ac:spMk id="33" creationId="{00000000-0000-0000-0000-000000000000}"/>
          </ac:spMkLst>
        </pc:spChg>
        <pc:spChg chg="add">
          <ac:chgData name="Jay" userId="S::jay@ikss.kr::ee8e7794-d418-4050-a45e-67762d108ce3" providerId="AD" clId="Web-{914F749C-BFBD-3265-48C9-DA1184E12E48}" dt="2026-08-13T14:38:28.905" v="17"/>
          <ac:spMkLst>
            <pc:docMk/>
            <pc:sldMk cId="0" sldId="271"/>
            <ac:spMk id="37" creationId="{00000000-0000-0000-0000-000000000000}"/>
          </ac:spMkLst>
        </pc:spChg>
        <pc:spChg chg="add">
          <ac:chgData name="Jay" userId="S::jay@ikss.kr::ee8e7794-d418-4050-a45e-67762d108ce3" providerId="AD" clId="Web-{914F749C-BFBD-3265-48C9-DA1184E12E48}" dt="2026-08-13T14:38:28.905" v="17"/>
          <ac:spMkLst>
            <pc:docMk/>
            <pc:sldMk cId="0" sldId="271"/>
            <ac:spMk id="39"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272"/>
        </pc:sldMkLst>
        <pc:spChg chg="mod">
          <ac:chgData name="Jay" userId="S::jay@ikss.kr::ee8e7794-d418-4050-a45e-67762d108ce3" providerId="AD" clId="Web-{914F749C-BFBD-3265-48C9-DA1184E12E48}" dt="2026-08-13T14:38:28.905" v="17"/>
          <ac:spMkLst>
            <pc:docMk/>
            <pc:sldMk cId="0" sldId="272"/>
            <ac:spMk id="4" creationId="{00000000-0000-0000-0000-000000000000}"/>
          </ac:spMkLst>
        </pc:spChg>
        <pc:spChg chg="mod">
          <ac:chgData name="Jay" userId="S::jay@ikss.kr::ee8e7794-d418-4050-a45e-67762d108ce3" providerId="AD" clId="Web-{914F749C-BFBD-3265-48C9-DA1184E12E48}" dt="2026-08-13T14:10:59.957" v="15"/>
          <ac:spMkLst>
            <pc:docMk/>
            <pc:sldMk cId="0" sldId="272"/>
            <ac:spMk id="6" creationId="{00000000-0000-0000-0000-000000000000}"/>
          </ac:spMkLst>
        </pc:spChg>
        <pc:spChg chg="mod">
          <ac:chgData name="Jay" userId="S::jay@ikss.kr::ee8e7794-d418-4050-a45e-67762d108ce3" providerId="AD" clId="Web-{914F749C-BFBD-3265-48C9-DA1184E12E48}" dt="2026-08-13T14:38:28.905" v="17"/>
          <ac:spMkLst>
            <pc:docMk/>
            <pc:sldMk cId="0" sldId="272"/>
            <ac:spMk id="7" creationId="{00000000-0000-0000-0000-000000000000}"/>
          </ac:spMkLst>
        </pc:spChg>
        <pc:spChg chg="mod">
          <ac:chgData name="Jay" userId="S::jay@ikss.kr::ee8e7794-d418-4050-a45e-67762d108ce3" providerId="AD" clId="Web-{914F749C-BFBD-3265-48C9-DA1184E12E48}" dt="2026-08-13T14:38:28.905" v="17"/>
          <ac:spMkLst>
            <pc:docMk/>
            <pc:sldMk cId="0" sldId="272"/>
            <ac:spMk id="8" creationId="{00000000-0000-0000-0000-000000000000}"/>
          </ac:spMkLst>
        </pc:spChg>
        <pc:spChg chg="mod">
          <ac:chgData name="Jay" userId="S::jay@ikss.kr::ee8e7794-d418-4050-a45e-67762d108ce3" providerId="AD" clId="Web-{914F749C-BFBD-3265-48C9-DA1184E12E48}" dt="2026-08-13T14:38:28.905" v="17"/>
          <ac:spMkLst>
            <pc:docMk/>
            <pc:sldMk cId="0" sldId="272"/>
            <ac:spMk id="9" creationId="{00000000-0000-0000-0000-000000000000}"/>
          </ac:spMkLst>
        </pc:spChg>
        <pc:spChg chg="add">
          <ac:chgData name="Jay" userId="S::jay@ikss.kr::ee8e7794-d418-4050-a45e-67762d108ce3" providerId="AD" clId="Web-{914F749C-BFBD-3265-48C9-DA1184E12E48}" dt="2026-08-13T14:38:28.905" v="17"/>
          <ac:spMkLst>
            <pc:docMk/>
            <pc:sldMk cId="0" sldId="272"/>
            <ac:spMk id="13" creationId="{00000000-0000-0000-0000-000000000000}"/>
          </ac:spMkLst>
        </pc:spChg>
        <pc:spChg chg="add del">
          <ac:chgData name="Jay" userId="S::jay@ikss.kr::ee8e7794-d418-4050-a45e-67762d108ce3" providerId="AD" clId="Web-{914F749C-BFBD-3265-48C9-DA1184E12E48}" dt="2026-08-13T14:10:59.957" v="15"/>
          <ac:spMkLst>
            <pc:docMk/>
            <pc:sldMk cId="0" sldId="272"/>
            <ac:spMk id="14" creationId="{00000000-0000-0000-0000-000000000000}"/>
          </ac:spMkLst>
        </pc:spChg>
        <pc:spChg chg="add del">
          <ac:chgData name="Jay" userId="S::jay@ikss.kr::ee8e7794-d418-4050-a45e-67762d108ce3" providerId="AD" clId="Web-{914F749C-BFBD-3265-48C9-DA1184E12E48}" dt="2026-08-13T14:38:28.905" v="17"/>
          <ac:spMkLst>
            <pc:docMk/>
            <pc:sldMk cId="0" sldId="272"/>
            <ac:spMk id="15" creationId="{00000000-0000-0000-0000-000000000000}"/>
          </ac:spMkLst>
        </pc:spChg>
        <pc:spChg chg="add del">
          <ac:chgData name="Jay" userId="S::jay@ikss.kr::ee8e7794-d418-4050-a45e-67762d108ce3" providerId="AD" clId="Web-{914F749C-BFBD-3265-48C9-DA1184E12E48}" dt="2026-08-13T14:10:59.957" v="15"/>
          <ac:spMkLst>
            <pc:docMk/>
            <pc:sldMk cId="0" sldId="272"/>
            <ac:spMk id="16" creationId="{00000000-0000-0000-0000-000000000000}"/>
          </ac:spMkLst>
        </pc:spChg>
        <pc:spChg chg="add">
          <ac:chgData name="Jay" userId="S::jay@ikss.kr::ee8e7794-d418-4050-a45e-67762d108ce3" providerId="AD" clId="Web-{914F749C-BFBD-3265-48C9-DA1184E12E48}" dt="2026-08-13T14:38:28.905" v="17"/>
          <ac:spMkLst>
            <pc:docMk/>
            <pc:sldMk cId="0" sldId="272"/>
            <ac:spMk id="17" creationId="{00000000-0000-0000-0000-000000000000}"/>
          </ac:spMkLst>
        </pc:spChg>
        <pc:spChg chg="add del">
          <ac:chgData name="Jay" userId="S::jay@ikss.kr::ee8e7794-d418-4050-a45e-67762d108ce3" providerId="AD" clId="Web-{914F749C-BFBD-3265-48C9-DA1184E12E48}" dt="2026-08-13T14:10:59.957" v="15"/>
          <ac:spMkLst>
            <pc:docMk/>
            <pc:sldMk cId="0" sldId="272"/>
            <ac:spMk id="19" creationId="{00000000-0000-0000-0000-000000000000}"/>
          </ac:spMkLst>
        </pc:spChg>
        <pc:spChg chg="add del">
          <ac:chgData name="Jay" userId="S::jay@ikss.kr::ee8e7794-d418-4050-a45e-67762d108ce3" providerId="AD" clId="Web-{914F749C-BFBD-3265-48C9-DA1184E12E48}" dt="2026-08-13T14:38:28.905" v="17"/>
          <ac:spMkLst>
            <pc:docMk/>
            <pc:sldMk cId="0" sldId="272"/>
            <ac:spMk id="21" creationId="{00000000-0000-0000-0000-000000000000}"/>
          </ac:spMkLst>
        </pc:spChg>
        <pc:spChg chg="add del mod replId">
          <ac:chgData name="Jay" userId="S::jay@ikss.kr::ee8e7794-d418-4050-a45e-67762d108ce3" providerId="AD" clId="Web-{914F749C-BFBD-3265-48C9-DA1184E12E48}" dt="2026-08-13T14:38:28.905" v="17"/>
          <ac:spMkLst>
            <pc:docMk/>
            <pc:sldMk cId="0" sldId="272"/>
            <ac:spMk id="22" creationId="{00000000-0000-0000-0000-000000000000}"/>
          </ac:spMkLst>
        </pc:spChg>
        <pc:spChg chg="add">
          <ac:chgData name="Jay" userId="S::jay@ikss.kr::ee8e7794-d418-4050-a45e-67762d108ce3" providerId="AD" clId="Web-{914F749C-BFBD-3265-48C9-DA1184E12E48}" dt="2026-08-13T14:38:28.905" v="17"/>
          <ac:spMkLst>
            <pc:docMk/>
            <pc:sldMk cId="0" sldId="272"/>
            <ac:spMk id="24"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273"/>
        </pc:sldMkLst>
        <pc:spChg chg="mod">
          <ac:chgData name="Jay" userId="S::jay@ikss.kr::ee8e7794-d418-4050-a45e-67762d108ce3" providerId="AD" clId="Web-{914F749C-BFBD-3265-48C9-DA1184E12E48}" dt="2026-08-13T14:38:28.905" v="17"/>
          <ac:spMkLst>
            <pc:docMk/>
            <pc:sldMk cId="0" sldId="273"/>
            <ac:spMk id="3" creationId="{00000000-0000-0000-0000-000000000000}"/>
          </ac:spMkLst>
        </pc:spChg>
        <pc:spChg chg="mod">
          <ac:chgData name="Jay" userId="S::jay@ikss.kr::ee8e7794-d418-4050-a45e-67762d108ce3" providerId="AD" clId="Web-{914F749C-BFBD-3265-48C9-DA1184E12E48}" dt="2026-08-13T14:38:28.905" v="17"/>
          <ac:spMkLst>
            <pc:docMk/>
            <pc:sldMk cId="0" sldId="273"/>
            <ac:spMk id="7" creationId="{00000000-0000-0000-0000-000000000000}"/>
          </ac:spMkLst>
        </pc:spChg>
        <pc:spChg chg="mod">
          <ac:chgData name="Jay" userId="S::jay@ikss.kr::ee8e7794-d418-4050-a45e-67762d108ce3" providerId="AD" clId="Web-{914F749C-BFBD-3265-48C9-DA1184E12E48}" dt="2026-08-13T14:38:28.905" v="17"/>
          <ac:spMkLst>
            <pc:docMk/>
            <pc:sldMk cId="0" sldId="273"/>
            <ac:spMk id="8" creationId="{00000000-0000-0000-0000-000000000000}"/>
          </ac:spMkLst>
        </pc:spChg>
        <pc:spChg chg="mod">
          <ac:chgData name="Jay" userId="S::jay@ikss.kr::ee8e7794-d418-4050-a45e-67762d108ce3" providerId="AD" clId="Web-{914F749C-BFBD-3265-48C9-DA1184E12E48}" dt="2026-08-13T14:38:28.905" v="17"/>
          <ac:spMkLst>
            <pc:docMk/>
            <pc:sldMk cId="0" sldId="273"/>
            <ac:spMk id="9"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274"/>
        </pc:sldMkLst>
        <pc:spChg chg="mod">
          <ac:chgData name="Jay" userId="S::jay@ikss.kr::ee8e7794-d418-4050-a45e-67762d108ce3" providerId="AD" clId="Web-{914F749C-BFBD-3265-48C9-DA1184E12E48}" dt="2026-08-13T14:38:28.905" v="17"/>
          <ac:spMkLst>
            <pc:docMk/>
            <pc:sldMk cId="0" sldId="274"/>
            <ac:spMk id="3" creationId="{00000000-0000-0000-0000-000000000000}"/>
          </ac:spMkLst>
        </pc:spChg>
        <pc:spChg chg="mod">
          <ac:chgData name="Jay" userId="S::jay@ikss.kr::ee8e7794-d418-4050-a45e-67762d108ce3" providerId="AD" clId="Web-{914F749C-BFBD-3265-48C9-DA1184E12E48}" dt="2026-08-13T14:38:28.905" v="17"/>
          <ac:spMkLst>
            <pc:docMk/>
            <pc:sldMk cId="0" sldId="274"/>
            <ac:spMk id="6" creationId="{00000000-0000-0000-0000-000000000000}"/>
          </ac:spMkLst>
        </pc:spChg>
        <pc:spChg chg="mod">
          <ac:chgData name="Jay" userId="S::jay@ikss.kr::ee8e7794-d418-4050-a45e-67762d108ce3" providerId="AD" clId="Web-{914F749C-BFBD-3265-48C9-DA1184E12E48}" dt="2026-08-13T14:38:28.905" v="17"/>
          <ac:spMkLst>
            <pc:docMk/>
            <pc:sldMk cId="0" sldId="274"/>
            <ac:spMk id="8" creationId="{00000000-0000-0000-0000-000000000000}"/>
          </ac:spMkLst>
        </pc:spChg>
        <pc:spChg chg="mod">
          <ac:chgData name="Jay" userId="S::jay@ikss.kr::ee8e7794-d418-4050-a45e-67762d108ce3" providerId="AD" clId="Web-{914F749C-BFBD-3265-48C9-DA1184E12E48}" dt="2026-08-13T14:38:28.905" v="17"/>
          <ac:spMkLst>
            <pc:docMk/>
            <pc:sldMk cId="0" sldId="274"/>
            <ac:spMk id="9" creationId="{00000000-0000-0000-0000-000000000000}"/>
          </ac:spMkLst>
        </pc:spChg>
        <pc:spChg chg="del mod">
          <ac:chgData name="Jay" userId="S::jay@ikss.kr::ee8e7794-d418-4050-a45e-67762d108ce3" providerId="AD" clId="Web-{914F749C-BFBD-3265-48C9-DA1184E12E48}" dt="2026-08-13T14:10:59.957" v="15"/>
          <ac:spMkLst>
            <pc:docMk/>
            <pc:sldMk cId="0" sldId="274"/>
            <ac:spMk id="10" creationId="{00000000-0000-0000-0000-000000000000}"/>
          </ac:spMkLst>
        </pc:spChg>
        <pc:spChg chg="add">
          <ac:chgData name="Jay" userId="S::jay@ikss.kr::ee8e7794-d418-4050-a45e-67762d108ce3" providerId="AD" clId="Web-{914F749C-BFBD-3265-48C9-DA1184E12E48}" dt="2026-08-13T14:38:28.905" v="17"/>
          <ac:spMkLst>
            <pc:docMk/>
            <pc:sldMk cId="0" sldId="274"/>
            <ac:spMk id="11" creationId="{00000000-0000-0000-0000-000000000000}"/>
          </ac:spMkLst>
        </pc:spChg>
        <pc:spChg chg="add del mod">
          <ac:chgData name="Jay" userId="S::jay@ikss.kr::ee8e7794-d418-4050-a45e-67762d108ce3" providerId="AD" clId="Web-{914F749C-BFBD-3265-48C9-DA1184E12E48}" dt="2026-08-13T14:38:28.905" v="17"/>
          <ac:spMkLst>
            <pc:docMk/>
            <pc:sldMk cId="0" sldId="274"/>
            <ac:spMk id="13" creationId="{00000000-0000-0000-0000-000000000000}"/>
          </ac:spMkLst>
        </pc:spChg>
        <pc:spChg chg="add">
          <ac:chgData name="Jay" userId="S::jay@ikss.kr::ee8e7794-d418-4050-a45e-67762d108ce3" providerId="AD" clId="Web-{914F749C-BFBD-3265-48C9-DA1184E12E48}" dt="2026-08-13T14:38:28.905" v="17"/>
          <ac:spMkLst>
            <pc:docMk/>
            <pc:sldMk cId="0" sldId="274"/>
            <ac:spMk id="14" creationId="{00000000-0000-0000-0000-000000000000}"/>
          </ac:spMkLst>
        </pc:spChg>
        <pc:spChg chg="add">
          <ac:chgData name="Jay" userId="S::jay@ikss.kr::ee8e7794-d418-4050-a45e-67762d108ce3" providerId="AD" clId="Web-{914F749C-BFBD-3265-48C9-DA1184E12E48}" dt="2026-08-13T14:38:28.905" v="17"/>
          <ac:spMkLst>
            <pc:docMk/>
            <pc:sldMk cId="0" sldId="274"/>
            <ac:spMk id="15" creationId="{00000000-0000-0000-0000-000000000000}"/>
          </ac:spMkLst>
        </pc:spChg>
        <pc:spChg chg="add">
          <ac:chgData name="Jay" userId="S::jay@ikss.kr::ee8e7794-d418-4050-a45e-67762d108ce3" providerId="AD" clId="Web-{914F749C-BFBD-3265-48C9-DA1184E12E48}" dt="2026-08-13T14:38:28.905" v="17"/>
          <ac:spMkLst>
            <pc:docMk/>
            <pc:sldMk cId="0" sldId="274"/>
            <ac:spMk id="16" creationId="{00000000-0000-0000-0000-000000000000}"/>
          </ac:spMkLst>
        </pc:spChg>
        <pc:spChg chg="del mod">
          <ac:chgData name="Jay" userId="S::jay@ikss.kr::ee8e7794-d418-4050-a45e-67762d108ce3" providerId="AD" clId="Web-{914F749C-BFBD-3265-48C9-DA1184E12E48}" dt="2026-08-13T14:10:59.957" v="15"/>
          <ac:spMkLst>
            <pc:docMk/>
            <pc:sldMk cId="0" sldId="274"/>
            <ac:spMk id="17" creationId="{00000000-0000-0000-0000-000000000000}"/>
          </ac:spMkLst>
        </pc:spChg>
        <pc:spChg chg="add del mod">
          <ac:chgData name="Jay" userId="S::jay@ikss.kr::ee8e7794-d418-4050-a45e-67762d108ce3" providerId="AD" clId="Web-{914F749C-BFBD-3265-48C9-DA1184E12E48}" dt="2026-08-13T14:38:28.905" v="17"/>
          <ac:spMkLst>
            <pc:docMk/>
            <pc:sldMk cId="0" sldId="274"/>
            <ac:spMk id="18" creationId="{00000000-0000-0000-0000-000000000000}"/>
          </ac:spMkLst>
        </pc:spChg>
        <pc:spChg chg="del mod">
          <ac:chgData name="Jay" userId="S::jay@ikss.kr::ee8e7794-d418-4050-a45e-67762d108ce3" providerId="AD" clId="Web-{914F749C-BFBD-3265-48C9-DA1184E12E48}" dt="2026-08-13T14:10:59.957" v="15"/>
          <ac:spMkLst>
            <pc:docMk/>
            <pc:sldMk cId="0" sldId="274"/>
            <ac:spMk id="21"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275"/>
        </pc:sldMkLst>
        <pc:spChg chg="mod">
          <ac:chgData name="Jay" userId="S::jay@ikss.kr::ee8e7794-d418-4050-a45e-67762d108ce3" providerId="AD" clId="Web-{914F749C-BFBD-3265-48C9-DA1184E12E48}" dt="2026-08-13T14:38:28.905" v="17"/>
          <ac:spMkLst>
            <pc:docMk/>
            <pc:sldMk cId="0" sldId="275"/>
            <ac:spMk id="3" creationId="{00000000-0000-0000-0000-000000000000}"/>
          </ac:spMkLst>
        </pc:spChg>
        <pc:spChg chg="mod">
          <ac:chgData name="Jay" userId="S::jay@ikss.kr::ee8e7794-d418-4050-a45e-67762d108ce3" providerId="AD" clId="Web-{914F749C-BFBD-3265-48C9-DA1184E12E48}" dt="2026-08-13T14:38:28.905" v="17"/>
          <ac:spMkLst>
            <pc:docMk/>
            <pc:sldMk cId="0" sldId="275"/>
            <ac:spMk id="4"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276"/>
        </pc:sldMkLst>
        <pc:spChg chg="mod">
          <ac:chgData name="Jay" userId="S::jay@ikss.kr::ee8e7794-d418-4050-a45e-67762d108ce3" providerId="AD" clId="Web-{914F749C-BFBD-3265-48C9-DA1184E12E48}" dt="2026-08-13T14:38:28.905" v="17"/>
          <ac:spMkLst>
            <pc:docMk/>
            <pc:sldMk cId="0" sldId="276"/>
            <ac:spMk id="3" creationId="{00000000-0000-0000-0000-000000000000}"/>
          </ac:spMkLst>
        </pc:spChg>
        <pc:spChg chg="mod">
          <ac:chgData name="Jay" userId="S::jay@ikss.kr::ee8e7794-d418-4050-a45e-67762d108ce3" providerId="AD" clId="Web-{914F749C-BFBD-3265-48C9-DA1184E12E48}" dt="2026-08-13T14:38:28.905" v="17"/>
          <ac:spMkLst>
            <pc:docMk/>
            <pc:sldMk cId="0" sldId="276"/>
            <ac:spMk id="4" creationId="{00000000-0000-0000-0000-000000000000}"/>
          </ac:spMkLst>
        </pc:spChg>
        <pc:spChg chg="mod">
          <ac:chgData name="Jay" userId="S::jay@ikss.kr::ee8e7794-d418-4050-a45e-67762d108ce3" providerId="AD" clId="Web-{914F749C-BFBD-3265-48C9-DA1184E12E48}" dt="2026-08-13T14:38:28.905" v="17"/>
          <ac:spMkLst>
            <pc:docMk/>
            <pc:sldMk cId="0" sldId="276"/>
            <ac:spMk id="6" creationId="{00000000-0000-0000-0000-000000000000}"/>
          </ac:spMkLst>
        </pc:spChg>
        <pc:spChg chg="mod">
          <ac:chgData name="Jay" userId="S::jay@ikss.kr::ee8e7794-d418-4050-a45e-67762d108ce3" providerId="AD" clId="Web-{914F749C-BFBD-3265-48C9-DA1184E12E48}" dt="2026-08-13T14:10:59.957" v="15"/>
          <ac:spMkLst>
            <pc:docMk/>
            <pc:sldMk cId="0" sldId="276"/>
            <ac:spMk id="12" creationId="{00000000-0000-0000-0000-000000000000}"/>
          </ac:spMkLst>
        </pc:spChg>
        <pc:spChg chg="mod">
          <ac:chgData name="Jay" userId="S::jay@ikss.kr::ee8e7794-d418-4050-a45e-67762d108ce3" providerId="AD" clId="Web-{914F749C-BFBD-3265-48C9-DA1184E12E48}" dt="2026-08-13T14:10:59.957" v="15"/>
          <ac:spMkLst>
            <pc:docMk/>
            <pc:sldMk cId="0" sldId="276"/>
            <ac:spMk id="13" creationId="{00000000-0000-0000-0000-000000000000}"/>
          </ac:spMkLst>
        </pc:spChg>
        <pc:spChg chg="mod">
          <ac:chgData name="Jay" userId="S::jay@ikss.kr::ee8e7794-d418-4050-a45e-67762d108ce3" providerId="AD" clId="Web-{914F749C-BFBD-3265-48C9-DA1184E12E48}" dt="2026-08-13T14:38:28.905" v="17"/>
          <ac:spMkLst>
            <pc:docMk/>
            <pc:sldMk cId="0" sldId="276"/>
            <ac:spMk id="16" creationId="{00000000-0000-0000-0000-000000000000}"/>
          </ac:spMkLst>
        </pc:spChg>
        <pc:spChg chg="mod">
          <ac:chgData name="Jay" userId="S::jay@ikss.kr::ee8e7794-d418-4050-a45e-67762d108ce3" providerId="AD" clId="Web-{914F749C-BFBD-3265-48C9-DA1184E12E48}" dt="2026-08-13T14:10:59.957" v="15"/>
          <ac:spMkLst>
            <pc:docMk/>
            <pc:sldMk cId="0" sldId="276"/>
            <ac:spMk id="19" creationId="{00000000-0000-0000-0000-000000000000}"/>
          </ac:spMkLst>
        </pc:spChg>
        <pc:spChg chg="mod">
          <ac:chgData name="Jay" userId="S::jay@ikss.kr::ee8e7794-d418-4050-a45e-67762d108ce3" providerId="AD" clId="Web-{914F749C-BFBD-3265-48C9-DA1184E12E48}" dt="2026-08-13T14:38:28.905" v="17"/>
          <ac:spMkLst>
            <pc:docMk/>
            <pc:sldMk cId="0" sldId="276"/>
            <ac:spMk id="22" creationId="{00000000-0000-0000-0000-000000000000}"/>
          </ac:spMkLst>
        </pc:spChg>
        <pc:spChg chg="add">
          <ac:chgData name="Jay" userId="S::jay@ikss.kr::ee8e7794-d418-4050-a45e-67762d108ce3" providerId="AD" clId="Web-{914F749C-BFBD-3265-48C9-DA1184E12E48}" dt="2026-08-13T14:38:28.905" v="17"/>
          <ac:spMkLst>
            <pc:docMk/>
            <pc:sldMk cId="0" sldId="276"/>
            <ac:spMk id="23" creationId="{00000000-0000-0000-0000-000000000000}"/>
          </ac:spMkLst>
        </pc:spChg>
        <pc:spChg chg="add">
          <ac:chgData name="Jay" userId="S::jay@ikss.kr::ee8e7794-d418-4050-a45e-67762d108ce3" providerId="AD" clId="Web-{914F749C-BFBD-3265-48C9-DA1184E12E48}" dt="2026-08-13T14:38:28.905" v="17"/>
          <ac:spMkLst>
            <pc:docMk/>
            <pc:sldMk cId="0" sldId="276"/>
            <ac:spMk id="24" creationId="{00000000-0000-0000-0000-000000000000}"/>
          </ac:spMkLst>
        </pc:spChg>
        <pc:spChg chg="add">
          <ac:chgData name="Jay" userId="S::jay@ikss.kr::ee8e7794-d418-4050-a45e-67762d108ce3" providerId="AD" clId="Web-{914F749C-BFBD-3265-48C9-DA1184E12E48}" dt="2026-08-13T14:38:28.905" v="17"/>
          <ac:spMkLst>
            <pc:docMk/>
            <pc:sldMk cId="0" sldId="276"/>
            <ac:spMk id="25" creationId="{00000000-0000-0000-0000-000000000000}"/>
          </ac:spMkLst>
        </pc:spChg>
        <pc:spChg chg="add del mod">
          <ac:chgData name="Jay" userId="S::jay@ikss.kr::ee8e7794-d418-4050-a45e-67762d108ce3" providerId="AD" clId="Web-{914F749C-BFBD-3265-48C9-DA1184E12E48}" dt="2026-08-13T14:38:28.905" v="17"/>
          <ac:spMkLst>
            <pc:docMk/>
            <pc:sldMk cId="0" sldId="276"/>
            <ac:spMk id="26" creationId="{00000000-0000-0000-0000-000000000000}"/>
          </ac:spMkLst>
        </pc:spChg>
        <pc:spChg chg="add del">
          <ac:chgData name="Jay" userId="S::jay@ikss.kr::ee8e7794-d418-4050-a45e-67762d108ce3" providerId="AD" clId="Web-{914F749C-BFBD-3265-48C9-DA1184E12E48}" dt="2026-08-13T14:38:28.905" v="17"/>
          <ac:spMkLst>
            <pc:docMk/>
            <pc:sldMk cId="0" sldId="276"/>
            <ac:spMk id="28"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277"/>
        </pc:sldMkLst>
        <pc:spChg chg="mod">
          <ac:chgData name="Jay" userId="S::jay@ikss.kr::ee8e7794-d418-4050-a45e-67762d108ce3" providerId="AD" clId="Web-{914F749C-BFBD-3265-48C9-DA1184E12E48}" dt="2026-08-13T14:10:59.957" v="15"/>
          <ac:spMkLst>
            <pc:docMk/>
            <pc:sldMk cId="0" sldId="277"/>
            <ac:spMk id="4" creationId="{00000000-0000-0000-0000-000000000000}"/>
          </ac:spMkLst>
        </pc:spChg>
        <pc:spChg chg="mod">
          <ac:chgData name="Jay" userId="S::jay@ikss.kr::ee8e7794-d418-4050-a45e-67762d108ce3" providerId="AD" clId="Web-{914F749C-BFBD-3265-48C9-DA1184E12E48}" dt="2026-08-13T14:10:59.957" v="15"/>
          <ac:spMkLst>
            <pc:docMk/>
            <pc:sldMk cId="0" sldId="277"/>
            <ac:spMk id="6" creationId="{00000000-0000-0000-0000-000000000000}"/>
          </ac:spMkLst>
        </pc:spChg>
        <pc:spChg chg="mod">
          <ac:chgData name="Jay" userId="S::jay@ikss.kr::ee8e7794-d418-4050-a45e-67762d108ce3" providerId="AD" clId="Web-{914F749C-BFBD-3265-48C9-DA1184E12E48}" dt="2026-08-13T14:38:28.905" v="17"/>
          <ac:spMkLst>
            <pc:docMk/>
            <pc:sldMk cId="0" sldId="277"/>
            <ac:spMk id="9" creationId="{00000000-0000-0000-0000-000000000000}"/>
          </ac:spMkLst>
        </pc:spChg>
        <pc:spChg chg="mod">
          <ac:chgData name="Jay" userId="S::jay@ikss.kr::ee8e7794-d418-4050-a45e-67762d108ce3" providerId="AD" clId="Web-{914F749C-BFBD-3265-48C9-DA1184E12E48}" dt="2026-08-13T14:38:28.905" v="17"/>
          <ac:spMkLst>
            <pc:docMk/>
            <pc:sldMk cId="0" sldId="277"/>
            <ac:spMk id="10" creationId="{00000000-0000-0000-0000-000000000000}"/>
          </ac:spMkLst>
        </pc:spChg>
        <pc:spChg chg="mod">
          <ac:chgData name="Jay" userId="S::jay@ikss.kr::ee8e7794-d418-4050-a45e-67762d108ce3" providerId="AD" clId="Web-{914F749C-BFBD-3265-48C9-DA1184E12E48}" dt="2026-08-13T14:38:28.905" v="17"/>
          <ac:spMkLst>
            <pc:docMk/>
            <pc:sldMk cId="0" sldId="277"/>
            <ac:spMk id="11" creationId="{00000000-0000-0000-0000-000000000000}"/>
          </ac:spMkLst>
        </pc:spChg>
        <pc:spChg chg="mod">
          <ac:chgData name="Jay" userId="S::jay@ikss.kr::ee8e7794-d418-4050-a45e-67762d108ce3" providerId="AD" clId="Web-{914F749C-BFBD-3265-48C9-DA1184E12E48}" dt="2026-08-13T14:38:28.905" v="17"/>
          <ac:spMkLst>
            <pc:docMk/>
            <pc:sldMk cId="0" sldId="277"/>
            <ac:spMk id="12" creationId="{00000000-0000-0000-0000-000000000000}"/>
          </ac:spMkLst>
        </pc:spChg>
        <pc:spChg chg="mod">
          <ac:chgData name="Jay" userId="S::jay@ikss.kr::ee8e7794-d418-4050-a45e-67762d108ce3" providerId="AD" clId="Web-{914F749C-BFBD-3265-48C9-DA1184E12E48}" dt="2026-08-13T14:38:28.905" v="17"/>
          <ac:spMkLst>
            <pc:docMk/>
            <pc:sldMk cId="0" sldId="277"/>
            <ac:spMk id="18" creationId="{00000000-0000-0000-0000-000000000000}"/>
          </ac:spMkLst>
        </pc:spChg>
        <pc:spChg chg="mod">
          <ac:chgData name="Jay" userId="S::jay@ikss.kr::ee8e7794-d418-4050-a45e-67762d108ce3" providerId="AD" clId="Web-{914F749C-BFBD-3265-48C9-DA1184E12E48}" dt="2026-08-13T14:10:59.957" v="15"/>
          <ac:spMkLst>
            <pc:docMk/>
            <pc:sldMk cId="0" sldId="277"/>
            <ac:spMk id="20" creationId="{00000000-0000-0000-0000-000000000000}"/>
          </ac:spMkLst>
        </pc:spChg>
        <pc:spChg chg="mod">
          <ac:chgData name="Jay" userId="S::jay@ikss.kr::ee8e7794-d418-4050-a45e-67762d108ce3" providerId="AD" clId="Web-{914F749C-BFBD-3265-48C9-DA1184E12E48}" dt="2026-08-13T14:38:28.905" v="17"/>
          <ac:spMkLst>
            <pc:docMk/>
            <pc:sldMk cId="0" sldId="277"/>
            <ac:spMk id="21" creationId="{00000000-0000-0000-0000-000000000000}"/>
          </ac:spMkLst>
        </pc:spChg>
        <pc:spChg chg="mod">
          <ac:chgData name="Jay" userId="S::jay@ikss.kr::ee8e7794-d418-4050-a45e-67762d108ce3" providerId="AD" clId="Web-{914F749C-BFBD-3265-48C9-DA1184E12E48}" dt="2026-08-13T14:38:28.905" v="17"/>
          <ac:spMkLst>
            <pc:docMk/>
            <pc:sldMk cId="0" sldId="277"/>
            <ac:spMk id="22"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278"/>
        </pc:sldMkLst>
        <pc:spChg chg="mod">
          <ac:chgData name="Jay" userId="S::jay@ikss.kr::ee8e7794-d418-4050-a45e-67762d108ce3" providerId="AD" clId="Web-{914F749C-BFBD-3265-48C9-DA1184E12E48}" dt="2026-08-13T14:38:28.905" v="17"/>
          <ac:spMkLst>
            <pc:docMk/>
            <pc:sldMk cId="0" sldId="278"/>
            <ac:spMk id="9" creationId="{00000000-0000-0000-0000-000000000000}"/>
          </ac:spMkLst>
        </pc:spChg>
        <pc:spChg chg="mod">
          <ac:chgData name="Jay" userId="S::jay@ikss.kr::ee8e7794-d418-4050-a45e-67762d108ce3" providerId="AD" clId="Web-{914F749C-BFBD-3265-48C9-DA1184E12E48}" dt="2026-08-13T14:38:28.905" v="17"/>
          <ac:spMkLst>
            <pc:docMk/>
            <pc:sldMk cId="0" sldId="278"/>
            <ac:spMk id="10" creationId="{00000000-0000-0000-0000-000000000000}"/>
          </ac:spMkLst>
        </pc:spChg>
        <pc:spChg chg="mod">
          <ac:chgData name="Jay" userId="S::jay@ikss.kr::ee8e7794-d418-4050-a45e-67762d108ce3" providerId="AD" clId="Web-{914F749C-BFBD-3265-48C9-DA1184E12E48}" dt="2026-08-13T14:10:59.957" v="15"/>
          <ac:spMkLst>
            <pc:docMk/>
            <pc:sldMk cId="0" sldId="278"/>
            <ac:spMk id="11" creationId="{00000000-0000-0000-0000-000000000000}"/>
          </ac:spMkLst>
        </pc:spChg>
        <pc:spChg chg="mod">
          <ac:chgData name="Jay" userId="S::jay@ikss.kr::ee8e7794-d418-4050-a45e-67762d108ce3" providerId="AD" clId="Web-{914F749C-BFBD-3265-48C9-DA1184E12E48}" dt="2026-08-13T14:10:59.957" v="15"/>
          <ac:spMkLst>
            <pc:docMk/>
            <pc:sldMk cId="0" sldId="278"/>
            <ac:spMk id="14" creationId="{00000000-0000-0000-0000-000000000000}"/>
          </ac:spMkLst>
        </pc:spChg>
        <pc:spChg chg="mod">
          <ac:chgData name="Jay" userId="S::jay@ikss.kr::ee8e7794-d418-4050-a45e-67762d108ce3" providerId="AD" clId="Web-{914F749C-BFBD-3265-48C9-DA1184E12E48}" dt="2026-08-13T14:10:59.957" v="15"/>
          <ac:spMkLst>
            <pc:docMk/>
            <pc:sldMk cId="0" sldId="278"/>
            <ac:spMk id="15" creationId="{00000000-0000-0000-0000-000000000000}"/>
          </ac:spMkLst>
        </pc:spChg>
        <pc:spChg chg="mod">
          <ac:chgData name="Jay" userId="S::jay@ikss.kr::ee8e7794-d418-4050-a45e-67762d108ce3" providerId="AD" clId="Web-{914F749C-BFBD-3265-48C9-DA1184E12E48}" dt="2026-08-13T14:38:28.905" v="17"/>
          <ac:spMkLst>
            <pc:docMk/>
            <pc:sldMk cId="0" sldId="278"/>
            <ac:spMk id="17" creationId="{00000000-0000-0000-0000-000000000000}"/>
          </ac:spMkLst>
        </pc:spChg>
        <pc:spChg chg="mod">
          <ac:chgData name="Jay" userId="S::jay@ikss.kr::ee8e7794-d418-4050-a45e-67762d108ce3" providerId="AD" clId="Web-{914F749C-BFBD-3265-48C9-DA1184E12E48}" dt="2026-08-13T14:38:28.905" v="17"/>
          <ac:spMkLst>
            <pc:docMk/>
            <pc:sldMk cId="0" sldId="278"/>
            <ac:spMk id="18" creationId="{00000000-0000-0000-0000-000000000000}"/>
          </ac:spMkLst>
        </pc:spChg>
        <pc:spChg chg="mod">
          <ac:chgData name="Jay" userId="S::jay@ikss.kr::ee8e7794-d418-4050-a45e-67762d108ce3" providerId="AD" clId="Web-{914F749C-BFBD-3265-48C9-DA1184E12E48}" dt="2026-08-13T14:10:59.957" v="15"/>
          <ac:spMkLst>
            <pc:docMk/>
            <pc:sldMk cId="0" sldId="278"/>
            <ac:spMk id="19" creationId="{00000000-0000-0000-0000-000000000000}"/>
          </ac:spMkLst>
        </pc:spChg>
        <pc:spChg chg="mod">
          <ac:chgData name="Jay" userId="S::jay@ikss.kr::ee8e7794-d418-4050-a45e-67762d108ce3" providerId="AD" clId="Web-{914F749C-BFBD-3265-48C9-DA1184E12E48}" dt="2026-08-13T14:10:59.957" v="15"/>
          <ac:spMkLst>
            <pc:docMk/>
            <pc:sldMk cId="0" sldId="278"/>
            <ac:spMk id="20" creationId="{00000000-0000-0000-0000-000000000000}"/>
          </ac:spMkLst>
        </pc:spChg>
        <pc:spChg chg="mod">
          <ac:chgData name="Jay" userId="S::jay@ikss.kr::ee8e7794-d418-4050-a45e-67762d108ce3" providerId="AD" clId="Web-{914F749C-BFBD-3265-48C9-DA1184E12E48}" dt="2026-08-13T14:38:28.905" v="17"/>
          <ac:spMkLst>
            <pc:docMk/>
            <pc:sldMk cId="0" sldId="278"/>
            <ac:spMk id="22" creationId="{00000000-0000-0000-0000-000000000000}"/>
          </ac:spMkLst>
        </pc:spChg>
        <pc:spChg chg="mod">
          <ac:chgData name="Jay" userId="S::jay@ikss.kr::ee8e7794-d418-4050-a45e-67762d108ce3" providerId="AD" clId="Web-{914F749C-BFBD-3265-48C9-DA1184E12E48}" dt="2026-08-13T14:10:59.957" v="15"/>
          <ac:spMkLst>
            <pc:docMk/>
            <pc:sldMk cId="0" sldId="278"/>
            <ac:spMk id="24" creationId="{00000000-0000-0000-0000-000000000000}"/>
          </ac:spMkLst>
        </pc:spChg>
        <pc:spChg chg="mod">
          <ac:chgData name="Jay" userId="S::jay@ikss.kr::ee8e7794-d418-4050-a45e-67762d108ce3" providerId="AD" clId="Web-{914F749C-BFBD-3265-48C9-DA1184E12E48}" dt="2026-08-13T14:38:28.905" v="17"/>
          <ac:spMkLst>
            <pc:docMk/>
            <pc:sldMk cId="0" sldId="278"/>
            <ac:spMk id="26" creationId="{00000000-0000-0000-0000-000000000000}"/>
          </ac:spMkLst>
        </pc:spChg>
        <pc:spChg chg="add del">
          <ac:chgData name="Jay" userId="S::jay@ikss.kr::ee8e7794-d418-4050-a45e-67762d108ce3" providerId="AD" clId="Web-{914F749C-BFBD-3265-48C9-DA1184E12E48}" dt="2026-08-13T14:10:59.957" v="15"/>
          <ac:spMkLst>
            <pc:docMk/>
            <pc:sldMk cId="0" sldId="278"/>
            <ac:spMk id="28" creationId="{00000000-0000-0000-0000-000000000000}"/>
          </ac:spMkLst>
        </pc:spChg>
        <pc:spChg chg="add">
          <ac:chgData name="Jay" userId="S::jay@ikss.kr::ee8e7794-d418-4050-a45e-67762d108ce3" providerId="AD" clId="Web-{914F749C-BFBD-3265-48C9-DA1184E12E48}" dt="2026-08-13T14:38:28.905" v="17"/>
          <ac:spMkLst>
            <pc:docMk/>
            <pc:sldMk cId="0" sldId="278"/>
            <ac:spMk id="31" creationId="{00000000-0000-0000-0000-000000000000}"/>
          </ac:spMkLst>
        </pc:spChg>
        <pc:spChg chg="add">
          <ac:chgData name="Jay" userId="S::jay@ikss.kr::ee8e7794-d418-4050-a45e-67762d108ce3" providerId="AD" clId="Web-{914F749C-BFBD-3265-48C9-DA1184E12E48}" dt="2026-08-13T14:38:28.905" v="17"/>
          <ac:spMkLst>
            <pc:docMk/>
            <pc:sldMk cId="0" sldId="278"/>
            <ac:spMk id="32" creationId="{00000000-0000-0000-0000-000000000000}"/>
          </ac:spMkLst>
        </pc:spChg>
        <pc:spChg chg="add">
          <ac:chgData name="Jay" userId="S::jay@ikss.kr::ee8e7794-d418-4050-a45e-67762d108ce3" providerId="AD" clId="Web-{914F749C-BFBD-3265-48C9-DA1184E12E48}" dt="2026-08-13T14:38:28.905" v="17"/>
          <ac:spMkLst>
            <pc:docMk/>
            <pc:sldMk cId="0" sldId="278"/>
            <ac:spMk id="35" creationId="{00000000-0000-0000-0000-000000000000}"/>
          </ac:spMkLst>
        </pc:spChg>
        <pc:spChg chg="add">
          <ac:chgData name="Jay" userId="S::jay@ikss.kr::ee8e7794-d418-4050-a45e-67762d108ce3" providerId="AD" clId="Web-{914F749C-BFBD-3265-48C9-DA1184E12E48}" dt="2026-08-13T14:38:28.905" v="17"/>
          <ac:spMkLst>
            <pc:docMk/>
            <pc:sldMk cId="0" sldId="278"/>
            <ac:spMk id="37"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279"/>
        </pc:sldMkLst>
        <pc:spChg chg="mod">
          <ac:chgData name="Jay" userId="S::jay@ikss.kr::ee8e7794-d418-4050-a45e-67762d108ce3" providerId="AD" clId="Web-{914F749C-BFBD-3265-48C9-DA1184E12E48}" dt="2026-08-13T14:38:28.905" v="17"/>
          <ac:spMkLst>
            <pc:docMk/>
            <pc:sldMk cId="0" sldId="279"/>
            <ac:spMk id="3" creationId="{00000000-0000-0000-0000-000000000000}"/>
          </ac:spMkLst>
        </pc:spChg>
        <pc:spChg chg="mod">
          <ac:chgData name="Jay" userId="S::jay@ikss.kr::ee8e7794-d418-4050-a45e-67762d108ce3" providerId="AD" clId="Web-{914F749C-BFBD-3265-48C9-DA1184E12E48}" dt="2026-08-13T14:38:28.905" v="17"/>
          <ac:spMkLst>
            <pc:docMk/>
            <pc:sldMk cId="0" sldId="279"/>
            <ac:spMk id="4" creationId="{00000000-0000-0000-0000-000000000000}"/>
          </ac:spMkLst>
        </pc:spChg>
        <pc:spChg chg="mod">
          <ac:chgData name="Jay" userId="S::jay@ikss.kr::ee8e7794-d418-4050-a45e-67762d108ce3" providerId="AD" clId="Web-{914F749C-BFBD-3265-48C9-DA1184E12E48}" dt="2026-08-13T14:38:28.905" v="17"/>
          <ac:spMkLst>
            <pc:docMk/>
            <pc:sldMk cId="0" sldId="279"/>
            <ac:spMk id="9" creationId="{00000000-0000-0000-0000-000000000000}"/>
          </ac:spMkLst>
        </pc:spChg>
        <pc:spChg chg="mod">
          <ac:chgData name="Jay" userId="S::jay@ikss.kr::ee8e7794-d418-4050-a45e-67762d108ce3" providerId="AD" clId="Web-{914F749C-BFBD-3265-48C9-DA1184E12E48}" dt="2026-08-13T13:58:26.374" v="13"/>
          <ac:spMkLst>
            <pc:docMk/>
            <pc:sldMk cId="0" sldId="279"/>
            <ac:spMk id="11" creationId="{00000000-0000-0000-0000-000000000000}"/>
          </ac:spMkLst>
        </pc:spChg>
        <pc:spChg chg="mod">
          <ac:chgData name="Jay" userId="S::jay@ikss.kr::ee8e7794-d418-4050-a45e-67762d108ce3" providerId="AD" clId="Web-{914F749C-BFBD-3265-48C9-DA1184E12E48}" dt="2026-08-13T14:10:59.957" v="15"/>
          <ac:spMkLst>
            <pc:docMk/>
            <pc:sldMk cId="0" sldId="279"/>
            <ac:spMk id="12" creationId="{00000000-0000-0000-0000-000000000000}"/>
          </ac:spMkLst>
        </pc:spChg>
        <pc:spChg chg="mod">
          <ac:chgData name="Jay" userId="S::jay@ikss.kr::ee8e7794-d418-4050-a45e-67762d108ce3" providerId="AD" clId="Web-{914F749C-BFBD-3265-48C9-DA1184E12E48}" dt="2026-08-13T14:38:28.905" v="17"/>
          <ac:spMkLst>
            <pc:docMk/>
            <pc:sldMk cId="0" sldId="279"/>
            <ac:spMk id="13" creationId="{00000000-0000-0000-0000-000000000000}"/>
          </ac:spMkLst>
        </pc:spChg>
        <pc:spChg chg="mod">
          <ac:chgData name="Jay" userId="S::jay@ikss.kr::ee8e7794-d418-4050-a45e-67762d108ce3" providerId="AD" clId="Web-{914F749C-BFBD-3265-48C9-DA1184E12E48}" dt="2026-08-13T14:38:28.905" v="17"/>
          <ac:spMkLst>
            <pc:docMk/>
            <pc:sldMk cId="0" sldId="279"/>
            <ac:spMk id="15" creationId="{00000000-0000-0000-0000-000000000000}"/>
          </ac:spMkLst>
        </pc:spChg>
        <pc:spChg chg="mod">
          <ac:chgData name="Jay" userId="S::jay@ikss.kr::ee8e7794-d418-4050-a45e-67762d108ce3" providerId="AD" clId="Web-{914F749C-BFBD-3265-48C9-DA1184E12E48}" dt="2026-08-13T14:38:28.905" v="17"/>
          <ac:spMkLst>
            <pc:docMk/>
            <pc:sldMk cId="0" sldId="279"/>
            <ac:spMk id="16" creationId="{00000000-0000-0000-0000-000000000000}"/>
          </ac:spMkLst>
        </pc:spChg>
        <pc:spChg chg="mod">
          <ac:chgData name="Jay" userId="S::jay@ikss.kr::ee8e7794-d418-4050-a45e-67762d108ce3" providerId="AD" clId="Web-{914F749C-BFBD-3265-48C9-DA1184E12E48}" dt="2026-08-13T14:38:28.905" v="17"/>
          <ac:spMkLst>
            <pc:docMk/>
            <pc:sldMk cId="0" sldId="279"/>
            <ac:spMk id="17" creationId="{00000000-0000-0000-0000-000000000000}"/>
          </ac:spMkLst>
        </pc:spChg>
        <pc:spChg chg="mod">
          <ac:chgData name="Jay" userId="S::jay@ikss.kr::ee8e7794-d418-4050-a45e-67762d108ce3" providerId="AD" clId="Web-{914F749C-BFBD-3265-48C9-DA1184E12E48}" dt="2026-08-13T14:10:59.957" v="15"/>
          <ac:spMkLst>
            <pc:docMk/>
            <pc:sldMk cId="0" sldId="279"/>
            <ac:spMk id="18" creationId="{00000000-0000-0000-0000-000000000000}"/>
          </ac:spMkLst>
        </pc:spChg>
        <pc:spChg chg="mod">
          <ac:chgData name="Jay" userId="S::jay@ikss.kr::ee8e7794-d418-4050-a45e-67762d108ce3" providerId="AD" clId="Web-{914F749C-BFBD-3265-48C9-DA1184E12E48}" dt="2026-08-13T14:10:59.957" v="15"/>
          <ac:spMkLst>
            <pc:docMk/>
            <pc:sldMk cId="0" sldId="279"/>
            <ac:spMk id="19" creationId="{00000000-0000-0000-0000-000000000000}"/>
          </ac:spMkLst>
        </pc:spChg>
        <pc:spChg chg="add mod">
          <ac:chgData name="Jay" userId="S::jay@ikss.kr::ee8e7794-d418-4050-a45e-67762d108ce3" providerId="AD" clId="Web-{914F749C-BFBD-3265-48C9-DA1184E12E48}" dt="2026-08-13T14:38:28.905" v="17"/>
          <ac:spMkLst>
            <pc:docMk/>
            <pc:sldMk cId="0" sldId="279"/>
            <ac:spMk id="23" creationId="{00000000-0000-0000-0000-000000000000}"/>
          </ac:spMkLst>
        </pc:spChg>
        <pc:spChg chg="mod">
          <ac:chgData name="Jay" userId="S::jay@ikss.kr::ee8e7794-d418-4050-a45e-67762d108ce3" providerId="AD" clId="Web-{914F749C-BFBD-3265-48C9-DA1184E12E48}" dt="2026-08-13T14:38:28.905" v="17"/>
          <ac:spMkLst>
            <pc:docMk/>
            <pc:sldMk cId="0" sldId="279"/>
            <ac:spMk id="24" creationId="{00000000-0000-0000-0000-000000000000}"/>
          </ac:spMkLst>
        </pc:spChg>
        <pc:spChg chg="add">
          <ac:chgData name="Jay" userId="S::jay@ikss.kr::ee8e7794-d418-4050-a45e-67762d108ce3" providerId="AD" clId="Web-{914F749C-BFBD-3265-48C9-DA1184E12E48}" dt="2026-08-13T13:58:26.374" v="13"/>
          <ac:spMkLst>
            <pc:docMk/>
            <pc:sldMk cId="0" sldId="279"/>
            <ac:spMk id="26"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280"/>
        </pc:sldMkLst>
        <pc:spChg chg="mod">
          <ac:chgData name="Jay" userId="S::jay@ikss.kr::ee8e7794-d418-4050-a45e-67762d108ce3" providerId="AD" clId="Web-{914F749C-BFBD-3265-48C9-DA1184E12E48}" dt="2026-08-13T14:38:28.905" v="17"/>
          <ac:spMkLst>
            <pc:docMk/>
            <pc:sldMk cId="0" sldId="280"/>
            <ac:spMk id="3" creationId="{00000000-0000-0000-0000-000000000000}"/>
          </ac:spMkLst>
        </pc:spChg>
        <pc:spChg chg="mod">
          <ac:chgData name="Jay" userId="S::jay@ikss.kr::ee8e7794-d418-4050-a45e-67762d108ce3" providerId="AD" clId="Web-{914F749C-BFBD-3265-48C9-DA1184E12E48}" dt="2026-08-13T13:58:26.374" v="13"/>
          <ac:spMkLst>
            <pc:docMk/>
            <pc:sldMk cId="0" sldId="280"/>
            <ac:spMk id="6" creationId="{00000000-0000-0000-0000-000000000000}"/>
          </ac:spMkLst>
        </pc:spChg>
        <pc:spChg chg="mod">
          <ac:chgData name="Jay" userId="S::jay@ikss.kr::ee8e7794-d418-4050-a45e-67762d108ce3" providerId="AD" clId="Web-{914F749C-BFBD-3265-48C9-DA1184E12E48}" dt="2026-08-13T14:10:59.957" v="15"/>
          <ac:spMkLst>
            <pc:docMk/>
            <pc:sldMk cId="0" sldId="280"/>
            <ac:spMk id="7" creationId="{00000000-0000-0000-0000-000000000000}"/>
          </ac:spMkLst>
        </pc:spChg>
        <pc:spChg chg="mod">
          <ac:chgData name="Jay" userId="S::jay@ikss.kr::ee8e7794-d418-4050-a45e-67762d108ce3" providerId="AD" clId="Web-{914F749C-BFBD-3265-48C9-DA1184E12E48}" dt="2026-08-13T13:58:26.374" v="13"/>
          <ac:spMkLst>
            <pc:docMk/>
            <pc:sldMk cId="0" sldId="280"/>
            <ac:spMk id="8" creationId="{00000000-0000-0000-0000-000000000000}"/>
          </ac:spMkLst>
        </pc:spChg>
        <pc:spChg chg="mod">
          <ac:chgData name="Jay" userId="S::jay@ikss.kr::ee8e7794-d418-4050-a45e-67762d108ce3" providerId="AD" clId="Web-{914F749C-BFBD-3265-48C9-DA1184E12E48}" dt="2026-08-13T14:38:28.905" v="17"/>
          <ac:spMkLst>
            <pc:docMk/>
            <pc:sldMk cId="0" sldId="280"/>
            <ac:spMk id="9" creationId="{00000000-0000-0000-0000-000000000000}"/>
          </ac:spMkLst>
        </pc:spChg>
        <pc:spChg chg="add mod">
          <ac:chgData name="Jay" userId="S::jay@ikss.kr::ee8e7794-d418-4050-a45e-67762d108ce3" providerId="AD" clId="Web-{914F749C-BFBD-3265-48C9-DA1184E12E48}" dt="2026-08-13T14:38:28.905" v="17"/>
          <ac:spMkLst>
            <pc:docMk/>
            <pc:sldMk cId="0" sldId="280"/>
            <ac:spMk id="10" creationId="{00000000-0000-0000-0000-000000000000}"/>
          </ac:spMkLst>
        </pc:spChg>
        <pc:spChg chg="add mod">
          <ac:chgData name="Jay" userId="S::jay@ikss.kr::ee8e7794-d418-4050-a45e-67762d108ce3" providerId="AD" clId="Web-{914F749C-BFBD-3265-48C9-DA1184E12E48}" dt="2026-08-13T14:10:59.957" v="15"/>
          <ac:spMkLst>
            <pc:docMk/>
            <pc:sldMk cId="0" sldId="280"/>
            <ac:spMk id="11" creationId="{00000000-0000-0000-0000-000000000000}"/>
          </ac:spMkLst>
        </pc:spChg>
        <pc:spChg chg="add mod">
          <ac:chgData name="Jay" userId="S::jay@ikss.kr::ee8e7794-d418-4050-a45e-67762d108ce3" providerId="AD" clId="Web-{914F749C-BFBD-3265-48C9-DA1184E12E48}" dt="2026-08-13T14:10:59.957" v="15"/>
          <ac:spMkLst>
            <pc:docMk/>
            <pc:sldMk cId="0" sldId="280"/>
            <ac:spMk id="12" creationId="{00000000-0000-0000-0000-000000000000}"/>
          </ac:spMkLst>
        </pc:spChg>
        <pc:spChg chg="mod">
          <ac:chgData name="Jay" userId="S::jay@ikss.kr::ee8e7794-d418-4050-a45e-67762d108ce3" providerId="AD" clId="Web-{914F749C-BFBD-3265-48C9-DA1184E12E48}" dt="2026-08-13T14:10:59.957" v="15"/>
          <ac:spMkLst>
            <pc:docMk/>
            <pc:sldMk cId="0" sldId="280"/>
            <ac:spMk id="13" creationId="{00000000-0000-0000-0000-000000000000}"/>
          </ac:spMkLst>
        </pc:spChg>
        <pc:spChg chg="mod">
          <ac:chgData name="Jay" userId="S::jay@ikss.kr::ee8e7794-d418-4050-a45e-67762d108ce3" providerId="AD" clId="Web-{914F749C-BFBD-3265-48C9-DA1184E12E48}" dt="2026-08-13T14:38:28.905" v="17"/>
          <ac:spMkLst>
            <pc:docMk/>
            <pc:sldMk cId="0" sldId="280"/>
            <ac:spMk id="14" creationId="{00000000-0000-0000-0000-000000000000}"/>
          </ac:spMkLst>
        </pc:spChg>
        <pc:spChg chg="mod">
          <ac:chgData name="Jay" userId="S::jay@ikss.kr::ee8e7794-d418-4050-a45e-67762d108ce3" providerId="AD" clId="Web-{914F749C-BFBD-3265-48C9-DA1184E12E48}" dt="2026-08-13T14:10:59.957" v="15"/>
          <ac:spMkLst>
            <pc:docMk/>
            <pc:sldMk cId="0" sldId="280"/>
            <ac:spMk id="15" creationId="{00000000-0000-0000-0000-000000000000}"/>
          </ac:spMkLst>
        </pc:spChg>
        <pc:spChg chg="mod">
          <ac:chgData name="Jay" userId="S::jay@ikss.kr::ee8e7794-d418-4050-a45e-67762d108ce3" providerId="AD" clId="Web-{914F749C-BFBD-3265-48C9-DA1184E12E48}" dt="2026-08-13T14:10:59.957" v="15"/>
          <ac:spMkLst>
            <pc:docMk/>
            <pc:sldMk cId="0" sldId="280"/>
            <ac:spMk id="16" creationId="{00000000-0000-0000-0000-000000000000}"/>
          </ac:spMkLst>
        </pc:spChg>
        <pc:spChg chg="add mod">
          <ac:chgData name="Jay" userId="S::jay@ikss.kr::ee8e7794-d418-4050-a45e-67762d108ce3" providerId="AD" clId="Web-{914F749C-BFBD-3265-48C9-DA1184E12E48}" dt="2026-08-13T14:38:28.905" v="17"/>
          <ac:spMkLst>
            <pc:docMk/>
            <pc:sldMk cId="0" sldId="280"/>
            <ac:spMk id="17" creationId="{00000000-0000-0000-0000-000000000000}"/>
          </ac:spMkLst>
        </pc:spChg>
        <pc:spChg chg="add">
          <ac:chgData name="Jay" userId="S::jay@ikss.kr::ee8e7794-d418-4050-a45e-67762d108ce3" providerId="AD" clId="Web-{914F749C-BFBD-3265-48C9-DA1184E12E48}" dt="2026-08-13T13:58:26.374" v="13"/>
          <ac:spMkLst>
            <pc:docMk/>
            <pc:sldMk cId="0" sldId="280"/>
            <ac:spMk id="18" creationId="{00000000-0000-0000-0000-000000000000}"/>
          </ac:spMkLst>
        </pc:spChg>
        <pc:spChg chg="add mod">
          <ac:chgData name="Jay" userId="S::jay@ikss.kr::ee8e7794-d418-4050-a45e-67762d108ce3" providerId="AD" clId="Web-{914F749C-BFBD-3265-48C9-DA1184E12E48}" dt="2026-08-13T14:10:59.957" v="15"/>
          <ac:spMkLst>
            <pc:docMk/>
            <pc:sldMk cId="0" sldId="280"/>
            <ac:spMk id="19" creationId="{00000000-0000-0000-0000-000000000000}"/>
          </ac:spMkLst>
        </pc:spChg>
        <pc:spChg chg="mod">
          <ac:chgData name="Jay" userId="S::jay@ikss.kr::ee8e7794-d418-4050-a45e-67762d108ce3" providerId="AD" clId="Web-{914F749C-BFBD-3265-48C9-DA1184E12E48}" dt="2026-08-13T14:10:59.957" v="15"/>
          <ac:spMkLst>
            <pc:docMk/>
            <pc:sldMk cId="0" sldId="280"/>
            <ac:spMk id="20" creationId="{00000000-0000-0000-0000-000000000000}"/>
          </ac:spMkLst>
        </pc:spChg>
        <pc:spChg chg="mod">
          <ac:chgData name="Jay" userId="S::jay@ikss.kr::ee8e7794-d418-4050-a45e-67762d108ce3" providerId="AD" clId="Web-{914F749C-BFBD-3265-48C9-DA1184E12E48}" dt="2026-08-13T14:38:28.905" v="17"/>
          <ac:spMkLst>
            <pc:docMk/>
            <pc:sldMk cId="0" sldId="280"/>
            <ac:spMk id="21" creationId="{00000000-0000-0000-0000-000000000000}"/>
          </ac:spMkLst>
        </pc:spChg>
        <pc:spChg chg="add">
          <ac:chgData name="Jay" userId="S::jay@ikss.kr::ee8e7794-d418-4050-a45e-67762d108ce3" providerId="AD" clId="Web-{914F749C-BFBD-3265-48C9-DA1184E12E48}" dt="2026-08-13T14:10:59.957" v="15"/>
          <ac:spMkLst>
            <pc:docMk/>
            <pc:sldMk cId="0" sldId="280"/>
            <ac:spMk id="24" creationId="{00000000-0000-0000-0000-000000000000}"/>
          </ac:spMkLst>
        </pc:spChg>
        <pc:spChg chg="mod">
          <ac:chgData name="Jay" userId="S::jay@ikss.kr::ee8e7794-d418-4050-a45e-67762d108ce3" providerId="AD" clId="Web-{914F749C-BFBD-3265-48C9-DA1184E12E48}" dt="2026-08-13T14:38:28.905" v="17"/>
          <ac:spMkLst>
            <pc:docMk/>
            <pc:sldMk cId="0" sldId="280"/>
            <ac:spMk id="26" creationId="{00000000-0000-0000-0000-000000000000}"/>
          </ac:spMkLst>
        </pc:spChg>
        <pc:spChg chg="add">
          <ac:chgData name="Jay" userId="S::jay@ikss.kr::ee8e7794-d418-4050-a45e-67762d108ce3" providerId="AD" clId="Web-{914F749C-BFBD-3265-48C9-DA1184E12E48}" dt="2026-08-13T14:38:28.905" v="17"/>
          <ac:spMkLst>
            <pc:docMk/>
            <pc:sldMk cId="0" sldId="280"/>
            <ac:spMk id="28" creationId="{00000000-0000-0000-0000-000000000000}"/>
          </ac:spMkLst>
        </pc:spChg>
        <pc:spChg chg="add">
          <ac:chgData name="Jay" userId="S::jay@ikss.kr::ee8e7794-d418-4050-a45e-67762d108ce3" providerId="AD" clId="Web-{914F749C-BFBD-3265-48C9-DA1184E12E48}" dt="2026-08-13T14:38:28.905" v="17"/>
          <ac:spMkLst>
            <pc:docMk/>
            <pc:sldMk cId="0" sldId="280"/>
            <ac:spMk id="29" creationId="{00000000-0000-0000-0000-000000000000}"/>
          </ac:spMkLst>
        </pc:spChg>
        <pc:spChg chg="add">
          <ac:chgData name="Jay" userId="S::jay@ikss.kr::ee8e7794-d418-4050-a45e-67762d108ce3" providerId="AD" clId="Web-{914F749C-BFBD-3265-48C9-DA1184E12E48}" dt="2026-08-13T14:38:28.905" v="17"/>
          <ac:spMkLst>
            <pc:docMk/>
            <pc:sldMk cId="0" sldId="280"/>
            <ac:spMk id="30"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281"/>
        </pc:sldMkLst>
        <pc:spChg chg="add">
          <ac:chgData name="Jay" userId="S::jay@ikss.kr::ee8e7794-d418-4050-a45e-67762d108ce3" providerId="AD" clId="Web-{914F749C-BFBD-3265-48C9-DA1184E12E48}" dt="2026-08-13T14:10:59.957" v="15"/>
          <ac:spMkLst>
            <pc:docMk/>
            <pc:sldMk cId="0" sldId="281"/>
            <ac:spMk id="2" creationId="{00000000-0000-0000-0000-000000000000}"/>
          </ac:spMkLst>
        </pc:spChg>
        <pc:spChg chg="mod">
          <ac:chgData name="Jay" userId="S::jay@ikss.kr::ee8e7794-d418-4050-a45e-67762d108ce3" providerId="AD" clId="Web-{914F749C-BFBD-3265-48C9-DA1184E12E48}" dt="2026-08-13T14:10:59.957" v="15"/>
          <ac:spMkLst>
            <pc:docMk/>
            <pc:sldMk cId="0" sldId="281"/>
            <ac:spMk id="4" creationId="{00000000-0000-0000-0000-000000000000}"/>
          </ac:spMkLst>
        </pc:spChg>
        <pc:spChg chg="mod">
          <ac:chgData name="Jay" userId="S::jay@ikss.kr::ee8e7794-d418-4050-a45e-67762d108ce3" providerId="AD" clId="Web-{914F749C-BFBD-3265-48C9-DA1184E12E48}" dt="2026-08-13T14:10:59.957" v="15"/>
          <ac:spMkLst>
            <pc:docMk/>
            <pc:sldMk cId="0" sldId="281"/>
            <ac:spMk id="5" creationId="{00000000-0000-0000-0000-000000000000}"/>
          </ac:spMkLst>
        </pc:spChg>
        <pc:spChg chg="mod">
          <ac:chgData name="Jay" userId="S::jay@ikss.kr::ee8e7794-d418-4050-a45e-67762d108ce3" providerId="AD" clId="Web-{914F749C-BFBD-3265-48C9-DA1184E12E48}" dt="2026-08-13T14:10:59.957" v="15"/>
          <ac:spMkLst>
            <pc:docMk/>
            <pc:sldMk cId="0" sldId="281"/>
            <ac:spMk id="6" creationId="{00000000-0000-0000-0000-000000000000}"/>
          </ac:spMkLst>
        </pc:spChg>
        <pc:spChg chg="mod">
          <ac:chgData name="Jay" userId="S::jay@ikss.kr::ee8e7794-d418-4050-a45e-67762d108ce3" providerId="AD" clId="Web-{914F749C-BFBD-3265-48C9-DA1184E12E48}" dt="2026-08-13T14:38:28.905" v="17"/>
          <ac:spMkLst>
            <pc:docMk/>
            <pc:sldMk cId="0" sldId="281"/>
            <ac:spMk id="7" creationId="{00000000-0000-0000-0000-000000000000}"/>
          </ac:spMkLst>
        </pc:spChg>
        <pc:spChg chg="mod">
          <ac:chgData name="Jay" userId="S::jay@ikss.kr::ee8e7794-d418-4050-a45e-67762d108ce3" providerId="AD" clId="Web-{914F749C-BFBD-3265-48C9-DA1184E12E48}" dt="2026-08-13T14:10:59.957" v="15"/>
          <ac:spMkLst>
            <pc:docMk/>
            <pc:sldMk cId="0" sldId="281"/>
            <ac:spMk id="8" creationId="{00000000-0000-0000-0000-000000000000}"/>
          </ac:spMkLst>
        </pc:spChg>
        <pc:spChg chg="mod">
          <ac:chgData name="Jay" userId="S::jay@ikss.kr::ee8e7794-d418-4050-a45e-67762d108ce3" providerId="AD" clId="Web-{914F749C-BFBD-3265-48C9-DA1184E12E48}" dt="2026-08-13T14:38:28.905" v="17"/>
          <ac:spMkLst>
            <pc:docMk/>
            <pc:sldMk cId="0" sldId="281"/>
            <ac:spMk id="9" creationId="{00000000-0000-0000-0000-000000000000}"/>
          </ac:spMkLst>
        </pc:spChg>
        <pc:spChg chg="add del mod">
          <ac:chgData name="Jay" userId="S::jay@ikss.kr::ee8e7794-d418-4050-a45e-67762d108ce3" providerId="AD" clId="Web-{914F749C-BFBD-3265-48C9-DA1184E12E48}" dt="2026-08-13T14:38:28.905" v="17"/>
          <ac:spMkLst>
            <pc:docMk/>
            <pc:sldMk cId="0" sldId="281"/>
            <ac:spMk id="10" creationId="{00000000-0000-0000-0000-000000000000}"/>
          </ac:spMkLst>
        </pc:spChg>
        <pc:spChg chg="mod">
          <ac:chgData name="Jay" userId="S::jay@ikss.kr::ee8e7794-d418-4050-a45e-67762d108ce3" providerId="AD" clId="Web-{914F749C-BFBD-3265-48C9-DA1184E12E48}" dt="2026-08-13T14:38:28.905" v="17"/>
          <ac:spMkLst>
            <pc:docMk/>
            <pc:sldMk cId="0" sldId="281"/>
            <ac:spMk id="11" creationId="{00000000-0000-0000-0000-000000000000}"/>
          </ac:spMkLst>
        </pc:spChg>
        <pc:spChg chg="add mod">
          <ac:chgData name="Jay" userId="S::jay@ikss.kr::ee8e7794-d418-4050-a45e-67762d108ce3" providerId="AD" clId="Web-{914F749C-BFBD-3265-48C9-DA1184E12E48}" dt="2026-08-13T14:38:28.905" v="17"/>
          <ac:spMkLst>
            <pc:docMk/>
            <pc:sldMk cId="0" sldId="281"/>
            <ac:spMk id="13" creationId="{00000000-0000-0000-0000-000000000000}"/>
          </ac:spMkLst>
        </pc:spChg>
        <pc:spChg chg="add del mod">
          <ac:chgData name="Jay" userId="S::jay@ikss.kr::ee8e7794-d418-4050-a45e-67762d108ce3" providerId="AD" clId="Web-{914F749C-BFBD-3265-48C9-DA1184E12E48}" dt="2026-08-13T14:38:28.905" v="17"/>
          <ac:spMkLst>
            <pc:docMk/>
            <pc:sldMk cId="0" sldId="281"/>
            <ac:spMk id="14" creationId="{00000000-0000-0000-0000-000000000000}"/>
          </ac:spMkLst>
        </pc:spChg>
        <pc:spChg chg="mod">
          <ac:chgData name="Jay" userId="S::jay@ikss.kr::ee8e7794-d418-4050-a45e-67762d108ce3" providerId="AD" clId="Web-{914F749C-BFBD-3265-48C9-DA1184E12E48}" dt="2026-08-13T14:38:28.905" v="17"/>
          <ac:spMkLst>
            <pc:docMk/>
            <pc:sldMk cId="0" sldId="281"/>
            <ac:spMk id="16" creationId="{00000000-0000-0000-0000-000000000000}"/>
          </ac:spMkLst>
        </pc:spChg>
        <pc:spChg chg="mod">
          <ac:chgData name="Jay" userId="S::jay@ikss.kr::ee8e7794-d418-4050-a45e-67762d108ce3" providerId="AD" clId="Web-{914F749C-BFBD-3265-48C9-DA1184E12E48}" dt="2026-08-13T14:38:28.905" v="17"/>
          <ac:spMkLst>
            <pc:docMk/>
            <pc:sldMk cId="0" sldId="281"/>
            <ac:spMk id="19" creationId="{00000000-0000-0000-0000-000000000000}"/>
          </ac:spMkLst>
        </pc:spChg>
        <pc:spChg chg="add del">
          <ac:chgData name="Jay" userId="S::jay@ikss.kr::ee8e7794-d418-4050-a45e-67762d108ce3" providerId="AD" clId="Web-{914F749C-BFBD-3265-48C9-DA1184E12E48}" dt="2026-08-13T14:10:59.957" v="15"/>
          <ac:spMkLst>
            <pc:docMk/>
            <pc:sldMk cId="0" sldId="281"/>
            <ac:spMk id="21" creationId="{00000000-0000-0000-0000-000000000000}"/>
          </ac:spMkLst>
        </pc:spChg>
        <pc:spChg chg="add del">
          <ac:chgData name="Jay" userId="S::jay@ikss.kr::ee8e7794-d418-4050-a45e-67762d108ce3" providerId="AD" clId="Web-{914F749C-BFBD-3265-48C9-DA1184E12E48}" dt="2026-08-13T14:10:59.957" v="15"/>
          <ac:spMkLst>
            <pc:docMk/>
            <pc:sldMk cId="0" sldId="281"/>
            <ac:spMk id="22" creationId="{00000000-0000-0000-0000-000000000000}"/>
          </ac:spMkLst>
        </pc:spChg>
        <pc:spChg chg="add">
          <ac:chgData name="Jay" userId="S::jay@ikss.kr::ee8e7794-d418-4050-a45e-67762d108ce3" providerId="AD" clId="Web-{914F749C-BFBD-3265-48C9-DA1184E12E48}" dt="2026-08-13T14:38:28.905" v="17"/>
          <ac:spMkLst>
            <pc:docMk/>
            <pc:sldMk cId="0" sldId="281"/>
            <ac:spMk id="23" creationId="{00000000-0000-0000-0000-000000000000}"/>
          </ac:spMkLst>
        </pc:spChg>
        <pc:spChg chg="del">
          <ac:chgData name="Jay" userId="S::jay@ikss.kr::ee8e7794-d418-4050-a45e-67762d108ce3" providerId="AD" clId="Web-{914F749C-BFBD-3265-48C9-DA1184E12E48}" dt="2026-08-13T13:58:26.374" v="13"/>
          <ac:spMkLst>
            <pc:docMk/>
            <pc:sldMk cId="0" sldId="281"/>
            <ac:spMk id="24" creationId="{00000000-0000-0000-0000-000000000000}"/>
          </ac:spMkLst>
        </pc:spChg>
        <pc:spChg chg="add">
          <ac:chgData name="Jay" userId="S::jay@ikss.kr::ee8e7794-d418-4050-a45e-67762d108ce3" providerId="AD" clId="Web-{914F749C-BFBD-3265-48C9-DA1184E12E48}" dt="2026-08-13T14:38:28.905" v="17"/>
          <ac:spMkLst>
            <pc:docMk/>
            <pc:sldMk cId="0" sldId="281"/>
            <ac:spMk id="25"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282"/>
        </pc:sldMkLst>
        <pc:spChg chg="mod">
          <ac:chgData name="Jay" userId="S::jay@ikss.kr::ee8e7794-d418-4050-a45e-67762d108ce3" providerId="AD" clId="Web-{914F749C-BFBD-3265-48C9-DA1184E12E48}" dt="2026-08-13T14:38:28.905" v="17"/>
          <ac:spMkLst>
            <pc:docMk/>
            <pc:sldMk cId="0" sldId="282"/>
            <ac:spMk id="4" creationId="{00000000-0000-0000-0000-000000000000}"/>
          </ac:spMkLst>
        </pc:spChg>
        <pc:spChg chg="mod">
          <ac:chgData name="Jay" userId="S::jay@ikss.kr::ee8e7794-d418-4050-a45e-67762d108ce3" providerId="AD" clId="Web-{914F749C-BFBD-3265-48C9-DA1184E12E48}" dt="2026-08-13T14:10:59.957" v="15"/>
          <ac:spMkLst>
            <pc:docMk/>
            <pc:sldMk cId="0" sldId="282"/>
            <ac:spMk id="6" creationId="{00000000-0000-0000-0000-000000000000}"/>
          </ac:spMkLst>
        </pc:spChg>
        <pc:spChg chg="mod">
          <ac:chgData name="Jay" userId="S::jay@ikss.kr::ee8e7794-d418-4050-a45e-67762d108ce3" providerId="AD" clId="Web-{914F749C-BFBD-3265-48C9-DA1184E12E48}" dt="2026-08-13T14:38:28.905" v="17"/>
          <ac:spMkLst>
            <pc:docMk/>
            <pc:sldMk cId="0" sldId="282"/>
            <ac:spMk id="7" creationId="{00000000-0000-0000-0000-000000000000}"/>
          </ac:spMkLst>
        </pc:spChg>
        <pc:spChg chg="mod">
          <ac:chgData name="Jay" userId="S::jay@ikss.kr::ee8e7794-d418-4050-a45e-67762d108ce3" providerId="AD" clId="Web-{914F749C-BFBD-3265-48C9-DA1184E12E48}" dt="2026-08-13T14:38:28.905" v="17"/>
          <ac:spMkLst>
            <pc:docMk/>
            <pc:sldMk cId="0" sldId="282"/>
            <ac:spMk id="8" creationId="{00000000-0000-0000-0000-000000000000}"/>
          </ac:spMkLst>
        </pc:spChg>
        <pc:spChg chg="mod">
          <ac:chgData name="Jay" userId="S::jay@ikss.kr::ee8e7794-d418-4050-a45e-67762d108ce3" providerId="AD" clId="Web-{914F749C-BFBD-3265-48C9-DA1184E12E48}" dt="2026-08-13T14:38:28.905" v="17"/>
          <ac:spMkLst>
            <pc:docMk/>
            <pc:sldMk cId="0" sldId="282"/>
            <ac:spMk id="9" creationId="{00000000-0000-0000-0000-000000000000}"/>
          </ac:spMkLst>
        </pc:spChg>
        <pc:spChg chg="add del mod">
          <ac:chgData name="Jay" userId="S::jay@ikss.kr::ee8e7794-d418-4050-a45e-67762d108ce3" providerId="AD" clId="Web-{914F749C-BFBD-3265-48C9-DA1184E12E48}" dt="2026-08-13T14:38:28.905" v="17"/>
          <ac:spMkLst>
            <pc:docMk/>
            <pc:sldMk cId="0" sldId="282"/>
            <ac:spMk id="10" creationId="{00000000-0000-0000-0000-000000000000}"/>
          </ac:spMkLst>
        </pc:spChg>
        <pc:spChg chg="add">
          <ac:chgData name="Jay" userId="S::jay@ikss.kr::ee8e7794-d418-4050-a45e-67762d108ce3" providerId="AD" clId="Web-{914F749C-BFBD-3265-48C9-DA1184E12E48}" dt="2026-08-13T14:38:28.905" v="17"/>
          <ac:spMkLst>
            <pc:docMk/>
            <pc:sldMk cId="0" sldId="282"/>
            <ac:spMk id="11" creationId="{00000000-0000-0000-0000-000000000000}"/>
          </ac:spMkLst>
        </pc:spChg>
        <pc:spChg chg="add">
          <ac:chgData name="Jay" userId="S::jay@ikss.kr::ee8e7794-d418-4050-a45e-67762d108ce3" providerId="AD" clId="Web-{914F749C-BFBD-3265-48C9-DA1184E12E48}" dt="2026-08-13T14:38:28.905" v="17"/>
          <ac:spMkLst>
            <pc:docMk/>
            <pc:sldMk cId="0" sldId="282"/>
            <ac:spMk id="12" creationId="{00000000-0000-0000-0000-000000000000}"/>
          </ac:spMkLst>
        </pc:spChg>
        <pc:spChg chg="add del mod">
          <ac:chgData name="Jay" userId="S::jay@ikss.kr::ee8e7794-d418-4050-a45e-67762d108ce3" providerId="AD" clId="Web-{914F749C-BFBD-3265-48C9-DA1184E12E48}" dt="2026-08-13T14:38:28.905" v="17"/>
          <ac:spMkLst>
            <pc:docMk/>
            <pc:sldMk cId="0" sldId="282"/>
            <ac:spMk id="16" creationId="{00000000-0000-0000-0000-000000000000}"/>
          </ac:spMkLst>
        </pc:spChg>
        <pc:spChg chg="add">
          <ac:chgData name="Jay" userId="S::jay@ikss.kr::ee8e7794-d418-4050-a45e-67762d108ce3" providerId="AD" clId="Web-{914F749C-BFBD-3265-48C9-DA1184E12E48}" dt="2026-08-13T14:38:28.905" v="17"/>
          <ac:spMkLst>
            <pc:docMk/>
            <pc:sldMk cId="0" sldId="282"/>
            <ac:spMk id="17" creationId="{00000000-0000-0000-0000-000000000000}"/>
          </ac:spMkLst>
        </pc:spChg>
        <pc:spChg chg="del mod">
          <ac:chgData name="Jay" userId="S::jay@ikss.kr::ee8e7794-d418-4050-a45e-67762d108ce3" providerId="AD" clId="Web-{914F749C-BFBD-3265-48C9-DA1184E12E48}" dt="2026-08-13T14:10:59.957" v="15"/>
          <ac:spMkLst>
            <pc:docMk/>
            <pc:sldMk cId="0" sldId="282"/>
            <ac:spMk id="19" creationId="{00000000-0000-0000-0000-000000000000}"/>
          </ac:spMkLst>
        </pc:spChg>
        <pc:spChg chg="add mod">
          <ac:chgData name="Jay" userId="S::jay@ikss.kr::ee8e7794-d418-4050-a45e-67762d108ce3" providerId="AD" clId="Web-{914F749C-BFBD-3265-48C9-DA1184E12E48}" dt="2026-08-13T14:38:28.905" v="17"/>
          <ac:spMkLst>
            <pc:docMk/>
            <pc:sldMk cId="0" sldId="282"/>
            <ac:spMk id="20"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283"/>
        </pc:sldMkLst>
        <pc:spChg chg="mod">
          <ac:chgData name="Jay" userId="S::jay@ikss.kr::ee8e7794-d418-4050-a45e-67762d108ce3" providerId="AD" clId="Web-{914F749C-BFBD-3265-48C9-DA1184E12E48}" dt="2026-08-13T14:10:59.957" v="15"/>
          <ac:spMkLst>
            <pc:docMk/>
            <pc:sldMk cId="0" sldId="283"/>
            <ac:spMk id="3" creationId="{00000000-0000-0000-0000-000000000000}"/>
          </ac:spMkLst>
        </pc:spChg>
        <pc:spChg chg="mod">
          <ac:chgData name="Jay" userId="S::jay@ikss.kr::ee8e7794-d418-4050-a45e-67762d108ce3" providerId="AD" clId="Web-{914F749C-BFBD-3265-48C9-DA1184E12E48}" dt="2026-08-13T14:38:28.905" v="17"/>
          <ac:spMkLst>
            <pc:docMk/>
            <pc:sldMk cId="0" sldId="283"/>
            <ac:spMk id="4" creationId="{00000000-0000-0000-0000-000000000000}"/>
          </ac:spMkLst>
        </pc:spChg>
        <pc:spChg chg="mod">
          <ac:chgData name="Jay" userId="S::jay@ikss.kr::ee8e7794-d418-4050-a45e-67762d108ce3" providerId="AD" clId="Web-{914F749C-BFBD-3265-48C9-DA1184E12E48}" dt="2026-08-13T14:38:28.905" v="17"/>
          <ac:spMkLst>
            <pc:docMk/>
            <pc:sldMk cId="0" sldId="283"/>
            <ac:spMk id="7" creationId="{00000000-0000-0000-0000-000000000000}"/>
          </ac:spMkLst>
        </pc:spChg>
        <pc:spChg chg="mod">
          <ac:chgData name="Jay" userId="S::jay@ikss.kr::ee8e7794-d418-4050-a45e-67762d108ce3" providerId="AD" clId="Web-{914F749C-BFBD-3265-48C9-DA1184E12E48}" dt="2026-08-13T14:38:28.905" v="17"/>
          <ac:spMkLst>
            <pc:docMk/>
            <pc:sldMk cId="0" sldId="283"/>
            <ac:spMk id="8" creationId="{00000000-0000-0000-0000-000000000000}"/>
          </ac:spMkLst>
        </pc:spChg>
        <pc:spChg chg="mod">
          <ac:chgData name="Jay" userId="S::jay@ikss.kr::ee8e7794-d418-4050-a45e-67762d108ce3" providerId="AD" clId="Web-{914F749C-BFBD-3265-48C9-DA1184E12E48}" dt="2026-08-13T14:10:59.957" v="15"/>
          <ac:spMkLst>
            <pc:docMk/>
            <pc:sldMk cId="0" sldId="283"/>
            <ac:spMk id="9"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284"/>
        </pc:sldMkLst>
        <pc:spChg chg="mod">
          <ac:chgData name="Jay" userId="S::jay@ikss.kr::ee8e7794-d418-4050-a45e-67762d108ce3" providerId="AD" clId="Web-{914F749C-BFBD-3265-48C9-DA1184E12E48}" dt="2026-08-13T14:38:28.905" v="17"/>
          <ac:spMkLst>
            <pc:docMk/>
            <pc:sldMk cId="0" sldId="284"/>
            <ac:spMk id="10" creationId="{00000000-0000-0000-0000-000000000000}"/>
          </ac:spMkLst>
        </pc:spChg>
        <pc:spChg chg="mod">
          <ac:chgData name="Jay" userId="S::jay@ikss.kr::ee8e7794-d418-4050-a45e-67762d108ce3" providerId="AD" clId="Web-{914F749C-BFBD-3265-48C9-DA1184E12E48}" dt="2026-08-13T14:10:59.957" v="15"/>
          <ac:spMkLst>
            <pc:docMk/>
            <pc:sldMk cId="0" sldId="284"/>
            <ac:spMk id="11" creationId="{00000000-0000-0000-0000-000000000000}"/>
          </ac:spMkLst>
        </pc:spChg>
        <pc:spChg chg="mod">
          <ac:chgData name="Jay" userId="S::jay@ikss.kr::ee8e7794-d418-4050-a45e-67762d108ce3" providerId="AD" clId="Web-{914F749C-BFBD-3265-48C9-DA1184E12E48}" dt="2026-08-13T14:38:28.905" v="17"/>
          <ac:spMkLst>
            <pc:docMk/>
            <pc:sldMk cId="0" sldId="284"/>
            <ac:spMk id="12" creationId="{00000000-0000-0000-0000-000000000000}"/>
          </ac:spMkLst>
        </pc:spChg>
        <pc:spChg chg="mod">
          <ac:chgData name="Jay" userId="S::jay@ikss.kr::ee8e7794-d418-4050-a45e-67762d108ce3" providerId="AD" clId="Web-{914F749C-BFBD-3265-48C9-DA1184E12E48}" dt="2026-08-13T14:38:28.905" v="17"/>
          <ac:spMkLst>
            <pc:docMk/>
            <pc:sldMk cId="0" sldId="284"/>
            <ac:spMk id="15" creationId="{00000000-0000-0000-0000-000000000000}"/>
          </ac:spMkLst>
        </pc:spChg>
        <pc:spChg chg="mod">
          <ac:chgData name="Jay" userId="S::jay@ikss.kr::ee8e7794-d418-4050-a45e-67762d108ce3" providerId="AD" clId="Web-{914F749C-BFBD-3265-48C9-DA1184E12E48}" dt="2026-08-13T14:38:28.905" v="17"/>
          <ac:spMkLst>
            <pc:docMk/>
            <pc:sldMk cId="0" sldId="284"/>
            <ac:spMk id="16" creationId="{00000000-0000-0000-0000-000000000000}"/>
          </ac:spMkLst>
        </pc:spChg>
        <pc:spChg chg="mod">
          <ac:chgData name="Jay" userId="S::jay@ikss.kr::ee8e7794-d418-4050-a45e-67762d108ce3" providerId="AD" clId="Web-{914F749C-BFBD-3265-48C9-DA1184E12E48}" dt="2026-08-13T14:10:59.957" v="15"/>
          <ac:spMkLst>
            <pc:docMk/>
            <pc:sldMk cId="0" sldId="284"/>
            <ac:spMk id="17" creationId="{00000000-0000-0000-0000-000000000000}"/>
          </ac:spMkLst>
        </pc:spChg>
        <pc:spChg chg="mod">
          <ac:chgData name="Jay" userId="S::jay@ikss.kr::ee8e7794-d418-4050-a45e-67762d108ce3" providerId="AD" clId="Web-{914F749C-BFBD-3265-48C9-DA1184E12E48}" dt="2026-08-13T14:38:28.905" v="17"/>
          <ac:spMkLst>
            <pc:docMk/>
            <pc:sldMk cId="0" sldId="284"/>
            <ac:spMk id="19" creationId="{00000000-0000-0000-0000-000000000000}"/>
          </ac:spMkLst>
        </pc:spChg>
        <pc:spChg chg="mod">
          <ac:chgData name="Jay" userId="S::jay@ikss.kr::ee8e7794-d418-4050-a45e-67762d108ce3" providerId="AD" clId="Web-{914F749C-BFBD-3265-48C9-DA1184E12E48}" dt="2026-08-13T14:38:28.905" v="17"/>
          <ac:spMkLst>
            <pc:docMk/>
            <pc:sldMk cId="0" sldId="284"/>
            <ac:spMk id="20" creationId="{00000000-0000-0000-0000-000000000000}"/>
          </ac:spMkLst>
        </pc:spChg>
        <pc:spChg chg="add">
          <ac:chgData name="Jay" userId="S::jay@ikss.kr::ee8e7794-d418-4050-a45e-67762d108ce3" providerId="AD" clId="Web-{914F749C-BFBD-3265-48C9-DA1184E12E48}" dt="2026-08-13T14:38:28.905" v="17"/>
          <ac:spMkLst>
            <pc:docMk/>
            <pc:sldMk cId="0" sldId="284"/>
            <ac:spMk id="22" creationId="{00000000-0000-0000-0000-000000000000}"/>
          </ac:spMkLst>
        </pc:spChg>
        <pc:spChg chg="add del mod">
          <ac:chgData name="Jay" userId="S::jay@ikss.kr::ee8e7794-d418-4050-a45e-67762d108ce3" providerId="AD" clId="Web-{914F749C-BFBD-3265-48C9-DA1184E12E48}" dt="2026-08-13T14:38:28.905" v="17"/>
          <ac:spMkLst>
            <pc:docMk/>
            <pc:sldMk cId="0" sldId="284"/>
            <ac:spMk id="23" creationId="{00000000-0000-0000-0000-000000000000}"/>
          </ac:spMkLst>
        </pc:spChg>
        <pc:spChg chg="del mod">
          <ac:chgData name="Jay" userId="S::jay@ikss.kr::ee8e7794-d418-4050-a45e-67762d108ce3" providerId="AD" clId="Web-{914F749C-BFBD-3265-48C9-DA1184E12E48}" dt="2026-08-13T14:10:59.957" v="15"/>
          <ac:spMkLst>
            <pc:docMk/>
            <pc:sldMk cId="0" sldId="284"/>
            <ac:spMk id="28" creationId="{00000000-0000-0000-0000-000000000000}"/>
          </ac:spMkLst>
        </pc:spChg>
        <pc:spChg chg="del mod">
          <ac:chgData name="Jay" userId="S::jay@ikss.kr::ee8e7794-d418-4050-a45e-67762d108ce3" providerId="AD" clId="Web-{914F749C-BFBD-3265-48C9-DA1184E12E48}" dt="2026-08-13T14:10:59.957" v="15"/>
          <ac:spMkLst>
            <pc:docMk/>
            <pc:sldMk cId="0" sldId="284"/>
            <ac:spMk id="29" creationId="{00000000-0000-0000-0000-000000000000}"/>
          </ac:spMkLst>
        </pc:spChg>
        <pc:spChg chg="del mod">
          <ac:chgData name="Jay" userId="S::jay@ikss.kr::ee8e7794-d418-4050-a45e-67762d108ce3" providerId="AD" clId="Web-{914F749C-BFBD-3265-48C9-DA1184E12E48}" dt="2026-08-13T14:10:59.957" v="15"/>
          <ac:spMkLst>
            <pc:docMk/>
            <pc:sldMk cId="0" sldId="284"/>
            <ac:spMk id="30" creationId="{00000000-0000-0000-0000-000000000000}"/>
          </ac:spMkLst>
        </pc:spChg>
        <pc:spChg chg="add del mod">
          <ac:chgData name="Jay" userId="S::jay@ikss.kr::ee8e7794-d418-4050-a45e-67762d108ce3" providerId="AD" clId="Web-{914F749C-BFBD-3265-48C9-DA1184E12E48}" dt="2026-08-13T14:38:28.905" v="17"/>
          <ac:spMkLst>
            <pc:docMk/>
            <pc:sldMk cId="0" sldId="284"/>
            <ac:spMk id="32" creationId="{00000000-0000-0000-0000-000000000000}"/>
          </ac:spMkLst>
        </pc:spChg>
        <pc:spChg chg="del mod">
          <ac:chgData name="Jay" userId="S::jay@ikss.kr::ee8e7794-d418-4050-a45e-67762d108ce3" providerId="AD" clId="Web-{914F749C-BFBD-3265-48C9-DA1184E12E48}" dt="2026-08-13T14:10:59.957" v="15"/>
          <ac:spMkLst>
            <pc:docMk/>
            <pc:sldMk cId="0" sldId="284"/>
            <ac:spMk id="33" creationId="{00000000-0000-0000-0000-000000000000}"/>
          </ac:spMkLst>
        </pc:spChg>
        <pc:spChg chg="add mod replId">
          <ac:chgData name="Jay" userId="S::jay@ikss.kr::ee8e7794-d418-4050-a45e-67762d108ce3" providerId="AD" clId="Web-{914F749C-BFBD-3265-48C9-DA1184E12E48}" dt="2026-08-13T14:38:28.905" v="17"/>
          <ac:spMkLst>
            <pc:docMk/>
            <pc:sldMk cId="0" sldId="284"/>
            <ac:spMk id="34"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285"/>
        </pc:sldMkLst>
        <pc:spChg chg="mod">
          <ac:chgData name="Jay" userId="S::jay@ikss.kr::ee8e7794-d418-4050-a45e-67762d108ce3" providerId="AD" clId="Web-{914F749C-BFBD-3265-48C9-DA1184E12E48}" dt="2026-08-13T14:38:28.905" v="17"/>
          <ac:spMkLst>
            <pc:docMk/>
            <pc:sldMk cId="0" sldId="285"/>
            <ac:spMk id="9" creationId="{00000000-0000-0000-0000-000000000000}"/>
          </ac:spMkLst>
        </pc:spChg>
        <pc:spChg chg="mod">
          <ac:chgData name="Jay" userId="S::jay@ikss.kr::ee8e7794-d418-4050-a45e-67762d108ce3" providerId="AD" clId="Web-{914F749C-BFBD-3265-48C9-DA1184E12E48}" dt="2026-08-13T14:10:59.957" v="15"/>
          <ac:spMkLst>
            <pc:docMk/>
            <pc:sldMk cId="0" sldId="285"/>
            <ac:spMk id="12" creationId="{00000000-0000-0000-0000-000000000000}"/>
          </ac:spMkLst>
        </pc:spChg>
        <pc:spChg chg="mod">
          <ac:chgData name="Jay" userId="S::jay@ikss.kr::ee8e7794-d418-4050-a45e-67762d108ce3" providerId="AD" clId="Web-{914F749C-BFBD-3265-48C9-DA1184E12E48}" dt="2026-08-13T14:10:59.957" v="15"/>
          <ac:spMkLst>
            <pc:docMk/>
            <pc:sldMk cId="0" sldId="285"/>
            <ac:spMk id="13" creationId="{00000000-0000-0000-0000-000000000000}"/>
          </ac:spMkLst>
        </pc:spChg>
        <pc:spChg chg="mod">
          <ac:chgData name="Jay" userId="S::jay@ikss.kr::ee8e7794-d418-4050-a45e-67762d108ce3" providerId="AD" clId="Web-{914F749C-BFBD-3265-48C9-DA1184E12E48}" dt="2026-08-13T14:38:28.905" v="17"/>
          <ac:spMkLst>
            <pc:docMk/>
            <pc:sldMk cId="0" sldId="285"/>
            <ac:spMk id="14" creationId="{00000000-0000-0000-0000-000000000000}"/>
          </ac:spMkLst>
        </pc:spChg>
        <pc:spChg chg="mod">
          <ac:chgData name="Jay" userId="S::jay@ikss.kr::ee8e7794-d418-4050-a45e-67762d108ce3" providerId="AD" clId="Web-{914F749C-BFBD-3265-48C9-DA1184E12E48}" dt="2026-08-13T14:38:28.905" v="17"/>
          <ac:spMkLst>
            <pc:docMk/>
            <pc:sldMk cId="0" sldId="285"/>
            <ac:spMk id="15" creationId="{00000000-0000-0000-0000-000000000000}"/>
          </ac:spMkLst>
        </pc:spChg>
        <pc:spChg chg="mod">
          <ac:chgData name="Jay" userId="S::jay@ikss.kr::ee8e7794-d418-4050-a45e-67762d108ce3" providerId="AD" clId="Web-{914F749C-BFBD-3265-48C9-DA1184E12E48}" dt="2026-08-13T14:38:28.905" v="17"/>
          <ac:spMkLst>
            <pc:docMk/>
            <pc:sldMk cId="0" sldId="285"/>
            <ac:spMk id="18" creationId="{00000000-0000-0000-0000-000000000000}"/>
          </ac:spMkLst>
        </pc:spChg>
        <pc:spChg chg="mod">
          <ac:chgData name="Jay" userId="S::jay@ikss.kr::ee8e7794-d418-4050-a45e-67762d108ce3" providerId="AD" clId="Web-{914F749C-BFBD-3265-48C9-DA1184E12E48}" dt="2026-08-13T14:38:28.905" v="17"/>
          <ac:spMkLst>
            <pc:docMk/>
            <pc:sldMk cId="0" sldId="285"/>
            <ac:spMk id="19"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286"/>
        </pc:sldMkLst>
        <pc:spChg chg="mod">
          <ac:chgData name="Jay" userId="S::jay@ikss.kr::ee8e7794-d418-4050-a45e-67762d108ce3" providerId="AD" clId="Web-{914F749C-BFBD-3265-48C9-DA1184E12E48}" dt="2026-08-13T14:38:28.905" v="17"/>
          <ac:spMkLst>
            <pc:docMk/>
            <pc:sldMk cId="0" sldId="286"/>
            <ac:spMk id="3" creationId="{00000000-0000-0000-0000-000000000000}"/>
          </ac:spMkLst>
        </pc:spChg>
        <pc:spChg chg="mod">
          <ac:chgData name="Jay" userId="S::jay@ikss.kr::ee8e7794-d418-4050-a45e-67762d108ce3" providerId="AD" clId="Web-{914F749C-BFBD-3265-48C9-DA1184E12E48}" dt="2026-08-13T14:38:28.905" v="17"/>
          <ac:spMkLst>
            <pc:docMk/>
            <pc:sldMk cId="0" sldId="286"/>
            <ac:spMk id="10" creationId="{00000000-0000-0000-0000-000000000000}"/>
          </ac:spMkLst>
        </pc:spChg>
        <pc:spChg chg="mod">
          <ac:chgData name="Jay" userId="S::jay@ikss.kr::ee8e7794-d418-4050-a45e-67762d108ce3" providerId="AD" clId="Web-{914F749C-BFBD-3265-48C9-DA1184E12E48}" dt="2026-08-13T14:38:28.905" v="17"/>
          <ac:spMkLst>
            <pc:docMk/>
            <pc:sldMk cId="0" sldId="286"/>
            <ac:spMk id="11" creationId="{00000000-0000-0000-0000-000000000000}"/>
          </ac:spMkLst>
        </pc:spChg>
        <pc:spChg chg="mod">
          <ac:chgData name="Jay" userId="S::jay@ikss.kr::ee8e7794-d418-4050-a45e-67762d108ce3" providerId="AD" clId="Web-{914F749C-BFBD-3265-48C9-DA1184E12E48}" dt="2026-08-13T14:10:59.957" v="15"/>
          <ac:spMkLst>
            <pc:docMk/>
            <pc:sldMk cId="0" sldId="286"/>
            <ac:spMk id="12" creationId="{00000000-0000-0000-0000-000000000000}"/>
          </ac:spMkLst>
        </pc:spChg>
        <pc:spChg chg="mod">
          <ac:chgData name="Jay" userId="S::jay@ikss.kr::ee8e7794-d418-4050-a45e-67762d108ce3" providerId="AD" clId="Web-{914F749C-BFBD-3265-48C9-DA1184E12E48}" dt="2026-08-13T14:10:59.957" v="15"/>
          <ac:spMkLst>
            <pc:docMk/>
            <pc:sldMk cId="0" sldId="286"/>
            <ac:spMk id="13" creationId="{00000000-0000-0000-0000-000000000000}"/>
          </ac:spMkLst>
        </pc:spChg>
        <pc:spChg chg="mod">
          <ac:chgData name="Jay" userId="S::jay@ikss.kr::ee8e7794-d418-4050-a45e-67762d108ce3" providerId="AD" clId="Web-{914F749C-BFBD-3265-48C9-DA1184E12E48}" dt="2026-08-13T14:38:28.905" v="17"/>
          <ac:spMkLst>
            <pc:docMk/>
            <pc:sldMk cId="0" sldId="286"/>
            <ac:spMk id="15" creationId="{00000000-0000-0000-0000-000000000000}"/>
          </ac:spMkLst>
        </pc:spChg>
        <pc:spChg chg="mod">
          <ac:chgData name="Jay" userId="S::jay@ikss.kr::ee8e7794-d418-4050-a45e-67762d108ce3" providerId="AD" clId="Web-{914F749C-BFBD-3265-48C9-DA1184E12E48}" dt="2026-08-13T14:10:59.957" v="15"/>
          <ac:spMkLst>
            <pc:docMk/>
            <pc:sldMk cId="0" sldId="286"/>
            <ac:spMk id="16" creationId="{00000000-0000-0000-0000-000000000000}"/>
          </ac:spMkLst>
        </pc:spChg>
        <pc:spChg chg="mod">
          <ac:chgData name="Jay" userId="S::jay@ikss.kr::ee8e7794-d418-4050-a45e-67762d108ce3" providerId="AD" clId="Web-{914F749C-BFBD-3265-48C9-DA1184E12E48}" dt="2026-08-13T14:10:59.957" v="15"/>
          <ac:spMkLst>
            <pc:docMk/>
            <pc:sldMk cId="0" sldId="286"/>
            <ac:spMk id="17" creationId="{00000000-0000-0000-0000-000000000000}"/>
          </ac:spMkLst>
        </pc:spChg>
        <pc:spChg chg="mod">
          <ac:chgData name="Jay" userId="S::jay@ikss.kr::ee8e7794-d418-4050-a45e-67762d108ce3" providerId="AD" clId="Web-{914F749C-BFBD-3265-48C9-DA1184E12E48}" dt="2026-08-13T14:38:28.905" v="17"/>
          <ac:spMkLst>
            <pc:docMk/>
            <pc:sldMk cId="0" sldId="286"/>
            <ac:spMk id="20" creationId="{00000000-0000-0000-0000-000000000000}"/>
          </ac:spMkLst>
        </pc:spChg>
        <pc:spChg chg="mod">
          <ac:chgData name="Jay" userId="S::jay@ikss.kr::ee8e7794-d418-4050-a45e-67762d108ce3" providerId="AD" clId="Web-{914F749C-BFBD-3265-48C9-DA1184E12E48}" dt="2026-08-13T14:38:28.905" v="17"/>
          <ac:spMkLst>
            <pc:docMk/>
            <pc:sldMk cId="0" sldId="286"/>
            <ac:spMk id="22" creationId="{00000000-0000-0000-0000-000000000000}"/>
          </ac:spMkLst>
        </pc:spChg>
        <pc:spChg chg="mod">
          <ac:chgData name="Jay" userId="S::jay@ikss.kr::ee8e7794-d418-4050-a45e-67762d108ce3" providerId="AD" clId="Web-{914F749C-BFBD-3265-48C9-DA1184E12E48}" dt="2026-08-13T14:38:28.905" v="17"/>
          <ac:spMkLst>
            <pc:docMk/>
            <pc:sldMk cId="0" sldId="286"/>
            <ac:spMk id="23" creationId="{00000000-0000-0000-0000-000000000000}"/>
          </ac:spMkLst>
        </pc:spChg>
        <pc:spChg chg="add del">
          <ac:chgData name="Jay" userId="S::jay@ikss.kr::ee8e7794-d418-4050-a45e-67762d108ce3" providerId="AD" clId="Web-{914F749C-BFBD-3265-48C9-DA1184E12E48}" dt="2026-08-13T14:10:59.957" v="15"/>
          <ac:spMkLst>
            <pc:docMk/>
            <pc:sldMk cId="0" sldId="286"/>
            <ac:spMk id="26" creationId="{00000000-0000-0000-0000-000000000000}"/>
          </ac:spMkLst>
        </pc:spChg>
        <pc:spChg chg="add del mod">
          <ac:chgData name="Jay" userId="S::jay@ikss.kr::ee8e7794-d418-4050-a45e-67762d108ce3" providerId="AD" clId="Web-{914F749C-BFBD-3265-48C9-DA1184E12E48}" dt="2026-08-13T14:38:28.905" v="17"/>
          <ac:spMkLst>
            <pc:docMk/>
            <pc:sldMk cId="0" sldId="286"/>
            <ac:spMk id="29" creationId="{00000000-0000-0000-0000-000000000000}"/>
          </ac:spMkLst>
        </pc:spChg>
        <pc:spChg chg="add">
          <ac:chgData name="Jay" userId="S::jay@ikss.kr::ee8e7794-d418-4050-a45e-67762d108ce3" providerId="AD" clId="Web-{914F749C-BFBD-3265-48C9-DA1184E12E48}" dt="2026-08-13T14:10:59.957" v="15"/>
          <ac:spMkLst>
            <pc:docMk/>
            <pc:sldMk cId="0" sldId="286"/>
            <ac:spMk id="30" creationId="{00000000-0000-0000-0000-000000000000}"/>
          </ac:spMkLst>
        </pc:spChg>
        <pc:spChg chg="add del mod">
          <ac:chgData name="Jay" userId="S::jay@ikss.kr::ee8e7794-d418-4050-a45e-67762d108ce3" providerId="AD" clId="Web-{914F749C-BFBD-3265-48C9-DA1184E12E48}" dt="2026-08-13T14:38:28.905" v="17"/>
          <ac:spMkLst>
            <pc:docMk/>
            <pc:sldMk cId="0" sldId="286"/>
            <ac:spMk id="32" creationId="{00000000-0000-0000-0000-000000000000}"/>
          </ac:spMkLst>
        </pc:spChg>
        <pc:spChg chg="mod">
          <ac:chgData name="Jay" userId="S::jay@ikss.kr::ee8e7794-d418-4050-a45e-67762d108ce3" providerId="AD" clId="Web-{914F749C-BFBD-3265-48C9-DA1184E12E48}" dt="2026-08-13T14:38:28.905" v="17"/>
          <ac:spMkLst>
            <pc:docMk/>
            <pc:sldMk cId="0" sldId="286"/>
            <ac:spMk id="33"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287"/>
        </pc:sldMkLst>
        <pc:spChg chg="mod">
          <ac:chgData name="Jay" userId="S::jay@ikss.kr::ee8e7794-d418-4050-a45e-67762d108ce3" providerId="AD" clId="Web-{914F749C-BFBD-3265-48C9-DA1184E12E48}" dt="2026-08-13T14:38:28.905" v="17"/>
          <ac:spMkLst>
            <pc:docMk/>
            <pc:sldMk cId="0" sldId="287"/>
            <ac:spMk id="4" creationId="{00000000-0000-0000-0000-000000000000}"/>
          </ac:spMkLst>
        </pc:spChg>
        <pc:spChg chg="mod">
          <ac:chgData name="Jay" userId="S::jay@ikss.kr::ee8e7794-d418-4050-a45e-67762d108ce3" providerId="AD" clId="Web-{914F749C-BFBD-3265-48C9-DA1184E12E48}" dt="2026-08-13T14:38:28.905" v="17"/>
          <ac:spMkLst>
            <pc:docMk/>
            <pc:sldMk cId="0" sldId="287"/>
            <ac:spMk id="6" creationId="{00000000-0000-0000-0000-000000000000}"/>
          </ac:spMkLst>
        </pc:spChg>
        <pc:spChg chg="mod">
          <ac:chgData name="Jay" userId="S::jay@ikss.kr::ee8e7794-d418-4050-a45e-67762d108ce3" providerId="AD" clId="Web-{914F749C-BFBD-3265-48C9-DA1184E12E48}" dt="2026-08-13T14:38:28.905" v="17"/>
          <ac:spMkLst>
            <pc:docMk/>
            <pc:sldMk cId="0" sldId="287"/>
            <ac:spMk id="11" creationId="{00000000-0000-0000-0000-000000000000}"/>
          </ac:spMkLst>
        </pc:spChg>
        <pc:spChg chg="mod">
          <ac:chgData name="Jay" userId="S::jay@ikss.kr::ee8e7794-d418-4050-a45e-67762d108ce3" providerId="AD" clId="Web-{914F749C-BFBD-3265-48C9-DA1184E12E48}" dt="2026-08-13T14:10:59.957" v="15"/>
          <ac:spMkLst>
            <pc:docMk/>
            <pc:sldMk cId="0" sldId="287"/>
            <ac:spMk id="12" creationId="{00000000-0000-0000-0000-000000000000}"/>
          </ac:spMkLst>
        </pc:spChg>
        <pc:spChg chg="mod">
          <ac:chgData name="Jay" userId="S::jay@ikss.kr::ee8e7794-d418-4050-a45e-67762d108ce3" providerId="AD" clId="Web-{914F749C-BFBD-3265-48C9-DA1184E12E48}" dt="2026-08-13T14:38:28.905" v="17"/>
          <ac:spMkLst>
            <pc:docMk/>
            <pc:sldMk cId="0" sldId="287"/>
            <ac:spMk id="13" creationId="{00000000-0000-0000-0000-000000000000}"/>
          </ac:spMkLst>
        </pc:spChg>
        <pc:spChg chg="mod">
          <ac:chgData name="Jay" userId="S::jay@ikss.kr::ee8e7794-d418-4050-a45e-67762d108ce3" providerId="AD" clId="Web-{914F749C-BFBD-3265-48C9-DA1184E12E48}" dt="2026-08-13T14:38:28.905" v="17"/>
          <ac:spMkLst>
            <pc:docMk/>
            <pc:sldMk cId="0" sldId="287"/>
            <ac:spMk id="16" creationId="{00000000-0000-0000-0000-000000000000}"/>
          </ac:spMkLst>
        </pc:spChg>
        <pc:spChg chg="mod">
          <ac:chgData name="Jay" userId="S::jay@ikss.kr::ee8e7794-d418-4050-a45e-67762d108ce3" providerId="AD" clId="Web-{914F749C-BFBD-3265-48C9-DA1184E12E48}" dt="2026-08-13T14:38:28.905" v="17"/>
          <ac:spMkLst>
            <pc:docMk/>
            <pc:sldMk cId="0" sldId="287"/>
            <ac:spMk id="18" creationId="{00000000-0000-0000-0000-000000000000}"/>
          </ac:spMkLst>
        </pc:spChg>
        <pc:spChg chg="mod">
          <ac:chgData name="Jay" userId="S::jay@ikss.kr::ee8e7794-d418-4050-a45e-67762d108ce3" providerId="AD" clId="Web-{914F749C-BFBD-3265-48C9-DA1184E12E48}" dt="2026-08-13T14:38:28.905" v="17"/>
          <ac:spMkLst>
            <pc:docMk/>
            <pc:sldMk cId="0" sldId="287"/>
            <ac:spMk id="20" creationId="{00000000-0000-0000-0000-000000000000}"/>
          </ac:spMkLst>
        </pc:spChg>
        <pc:spChg chg="mod">
          <ac:chgData name="Jay" userId="S::jay@ikss.kr::ee8e7794-d418-4050-a45e-67762d108ce3" providerId="AD" clId="Web-{914F749C-BFBD-3265-48C9-DA1184E12E48}" dt="2026-08-13T14:10:59.957" v="15"/>
          <ac:spMkLst>
            <pc:docMk/>
            <pc:sldMk cId="0" sldId="287"/>
            <ac:spMk id="21" creationId="{00000000-0000-0000-0000-000000000000}"/>
          </ac:spMkLst>
        </pc:spChg>
        <pc:spChg chg="mod">
          <ac:chgData name="Jay" userId="S::jay@ikss.kr::ee8e7794-d418-4050-a45e-67762d108ce3" providerId="AD" clId="Web-{914F749C-BFBD-3265-48C9-DA1184E12E48}" dt="2026-08-13T14:38:28.905" v="17"/>
          <ac:spMkLst>
            <pc:docMk/>
            <pc:sldMk cId="0" sldId="287"/>
            <ac:spMk id="22" creationId="{00000000-0000-0000-0000-000000000000}"/>
          </ac:spMkLst>
        </pc:spChg>
        <pc:spChg chg="mod">
          <ac:chgData name="Jay" userId="S::jay@ikss.kr::ee8e7794-d418-4050-a45e-67762d108ce3" providerId="AD" clId="Web-{914F749C-BFBD-3265-48C9-DA1184E12E48}" dt="2026-08-13T14:10:59.957" v="15"/>
          <ac:spMkLst>
            <pc:docMk/>
            <pc:sldMk cId="0" sldId="287"/>
            <ac:spMk id="23" creationId="{00000000-0000-0000-0000-000000000000}"/>
          </ac:spMkLst>
        </pc:spChg>
        <pc:spChg chg="add">
          <ac:chgData name="Jay" userId="S::jay@ikss.kr::ee8e7794-d418-4050-a45e-67762d108ce3" providerId="AD" clId="Web-{914F749C-BFBD-3265-48C9-DA1184E12E48}" dt="2026-08-13T14:38:28.905" v="17"/>
          <ac:spMkLst>
            <pc:docMk/>
            <pc:sldMk cId="0" sldId="287"/>
            <ac:spMk id="27" creationId="{00000000-0000-0000-0000-000000000000}"/>
          </ac:spMkLst>
        </pc:spChg>
        <pc:spChg chg="del mod">
          <ac:chgData name="Jay" userId="S::jay@ikss.kr::ee8e7794-d418-4050-a45e-67762d108ce3" providerId="AD" clId="Web-{914F749C-BFBD-3265-48C9-DA1184E12E48}" dt="2026-08-13T14:10:59.957" v="15"/>
          <ac:spMkLst>
            <pc:docMk/>
            <pc:sldMk cId="0" sldId="287"/>
            <ac:spMk id="30" creationId="{00000000-0000-0000-0000-000000000000}"/>
          </ac:spMkLst>
        </pc:spChg>
        <pc:spChg chg="del mod">
          <ac:chgData name="Jay" userId="S::jay@ikss.kr::ee8e7794-d418-4050-a45e-67762d108ce3" providerId="AD" clId="Web-{914F749C-BFBD-3265-48C9-DA1184E12E48}" dt="2026-08-13T14:10:59.957" v="15"/>
          <ac:spMkLst>
            <pc:docMk/>
            <pc:sldMk cId="0" sldId="287"/>
            <ac:spMk id="32" creationId="{00000000-0000-0000-0000-000000000000}"/>
          </ac:spMkLst>
        </pc:spChg>
        <pc:spChg chg="add">
          <ac:chgData name="Jay" userId="S::jay@ikss.kr::ee8e7794-d418-4050-a45e-67762d108ce3" providerId="AD" clId="Web-{914F749C-BFBD-3265-48C9-DA1184E12E48}" dt="2026-08-13T14:38:28.905" v="17"/>
          <ac:spMkLst>
            <pc:docMk/>
            <pc:sldMk cId="0" sldId="287"/>
            <ac:spMk id="33"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288"/>
        </pc:sldMkLst>
        <pc:spChg chg="mod">
          <ac:chgData name="Jay" userId="S::jay@ikss.kr::ee8e7794-d418-4050-a45e-67762d108ce3" providerId="AD" clId="Web-{914F749C-BFBD-3265-48C9-DA1184E12E48}" dt="2026-08-13T14:10:59.957" v="15"/>
          <ac:spMkLst>
            <pc:docMk/>
            <pc:sldMk cId="0" sldId="288"/>
            <ac:spMk id="3" creationId="{00000000-0000-0000-0000-000000000000}"/>
          </ac:spMkLst>
        </pc:spChg>
        <pc:spChg chg="mod">
          <ac:chgData name="Jay" userId="S::jay@ikss.kr::ee8e7794-d418-4050-a45e-67762d108ce3" providerId="AD" clId="Web-{914F749C-BFBD-3265-48C9-DA1184E12E48}" dt="2026-08-13T14:38:28.905" v="17"/>
          <ac:spMkLst>
            <pc:docMk/>
            <pc:sldMk cId="0" sldId="288"/>
            <ac:spMk id="6" creationId="{00000000-0000-0000-0000-000000000000}"/>
          </ac:spMkLst>
        </pc:spChg>
        <pc:spChg chg="mod">
          <ac:chgData name="Jay" userId="S::jay@ikss.kr::ee8e7794-d418-4050-a45e-67762d108ce3" providerId="AD" clId="Web-{914F749C-BFBD-3265-48C9-DA1184E12E48}" dt="2026-08-13T14:10:59.957" v="15"/>
          <ac:spMkLst>
            <pc:docMk/>
            <pc:sldMk cId="0" sldId="288"/>
            <ac:spMk id="9" creationId="{00000000-0000-0000-0000-000000000000}"/>
          </ac:spMkLst>
        </pc:spChg>
        <pc:spChg chg="mod">
          <ac:chgData name="Jay" userId="S::jay@ikss.kr::ee8e7794-d418-4050-a45e-67762d108ce3" providerId="AD" clId="Web-{914F749C-BFBD-3265-48C9-DA1184E12E48}" dt="2026-08-13T14:10:59.957" v="15"/>
          <ac:spMkLst>
            <pc:docMk/>
            <pc:sldMk cId="0" sldId="288"/>
            <ac:spMk id="10" creationId="{00000000-0000-0000-0000-000000000000}"/>
          </ac:spMkLst>
        </pc:spChg>
        <pc:spChg chg="mod">
          <ac:chgData name="Jay" userId="S::jay@ikss.kr::ee8e7794-d418-4050-a45e-67762d108ce3" providerId="AD" clId="Web-{914F749C-BFBD-3265-48C9-DA1184E12E48}" dt="2026-08-13T14:10:59.957" v="15"/>
          <ac:spMkLst>
            <pc:docMk/>
            <pc:sldMk cId="0" sldId="288"/>
            <ac:spMk id="11" creationId="{00000000-0000-0000-0000-000000000000}"/>
          </ac:spMkLst>
        </pc:spChg>
        <pc:spChg chg="mod">
          <ac:chgData name="Jay" userId="S::jay@ikss.kr::ee8e7794-d418-4050-a45e-67762d108ce3" providerId="AD" clId="Web-{914F749C-BFBD-3265-48C9-DA1184E12E48}" dt="2026-08-13T14:38:28.905" v="17"/>
          <ac:spMkLst>
            <pc:docMk/>
            <pc:sldMk cId="0" sldId="288"/>
            <ac:spMk id="13" creationId="{00000000-0000-0000-0000-000000000000}"/>
          </ac:spMkLst>
        </pc:spChg>
        <pc:spChg chg="mod">
          <ac:chgData name="Jay" userId="S::jay@ikss.kr::ee8e7794-d418-4050-a45e-67762d108ce3" providerId="AD" clId="Web-{914F749C-BFBD-3265-48C9-DA1184E12E48}" dt="2026-08-13T14:38:28.905" v="17"/>
          <ac:spMkLst>
            <pc:docMk/>
            <pc:sldMk cId="0" sldId="288"/>
            <ac:spMk id="17" creationId="{00000000-0000-0000-0000-000000000000}"/>
          </ac:spMkLst>
        </pc:spChg>
        <pc:spChg chg="mod">
          <ac:chgData name="Jay" userId="S::jay@ikss.kr::ee8e7794-d418-4050-a45e-67762d108ce3" providerId="AD" clId="Web-{914F749C-BFBD-3265-48C9-DA1184E12E48}" dt="2026-08-13T14:10:59.957" v="15"/>
          <ac:spMkLst>
            <pc:docMk/>
            <pc:sldMk cId="0" sldId="288"/>
            <ac:spMk id="21" creationId="{00000000-0000-0000-0000-000000000000}"/>
          </ac:spMkLst>
        </pc:spChg>
        <pc:spChg chg="mod">
          <ac:chgData name="Jay" userId="S::jay@ikss.kr::ee8e7794-d418-4050-a45e-67762d108ce3" providerId="AD" clId="Web-{914F749C-BFBD-3265-48C9-DA1184E12E48}" dt="2026-08-13T14:10:59.957" v="15"/>
          <ac:spMkLst>
            <pc:docMk/>
            <pc:sldMk cId="0" sldId="288"/>
            <ac:spMk id="22"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289"/>
        </pc:sldMkLst>
        <pc:spChg chg="mod">
          <ac:chgData name="Jay" userId="S::jay@ikss.kr::ee8e7794-d418-4050-a45e-67762d108ce3" providerId="AD" clId="Web-{914F749C-BFBD-3265-48C9-DA1184E12E48}" dt="2026-08-13T13:58:26.374" v="13"/>
          <ac:spMkLst>
            <pc:docMk/>
            <pc:sldMk cId="0" sldId="289"/>
            <ac:spMk id="7" creationId="{00000000-0000-0000-0000-000000000000}"/>
          </ac:spMkLst>
        </pc:spChg>
        <pc:spChg chg="mod">
          <ac:chgData name="Jay" userId="S::jay@ikss.kr::ee8e7794-d418-4050-a45e-67762d108ce3" providerId="AD" clId="Web-{914F749C-BFBD-3265-48C9-DA1184E12E48}" dt="2026-08-13T13:58:26.374" v="13"/>
          <ac:spMkLst>
            <pc:docMk/>
            <pc:sldMk cId="0" sldId="289"/>
            <ac:spMk id="8" creationId="{00000000-0000-0000-0000-000000000000}"/>
          </ac:spMkLst>
        </pc:spChg>
        <pc:spChg chg="mod">
          <ac:chgData name="Jay" userId="S::jay@ikss.kr::ee8e7794-d418-4050-a45e-67762d108ce3" providerId="AD" clId="Web-{914F749C-BFBD-3265-48C9-DA1184E12E48}" dt="2026-08-13T14:10:59.957" v="15"/>
          <ac:spMkLst>
            <pc:docMk/>
            <pc:sldMk cId="0" sldId="289"/>
            <ac:spMk id="9" creationId="{00000000-0000-0000-0000-000000000000}"/>
          </ac:spMkLst>
        </pc:spChg>
        <pc:spChg chg="mod">
          <ac:chgData name="Jay" userId="S::jay@ikss.kr::ee8e7794-d418-4050-a45e-67762d108ce3" providerId="AD" clId="Web-{914F749C-BFBD-3265-48C9-DA1184E12E48}" dt="2026-08-13T14:10:59.957" v="15"/>
          <ac:spMkLst>
            <pc:docMk/>
            <pc:sldMk cId="0" sldId="289"/>
            <ac:spMk id="10" creationId="{00000000-0000-0000-0000-000000000000}"/>
          </ac:spMkLst>
        </pc:spChg>
        <pc:spChg chg="mod">
          <ac:chgData name="Jay" userId="S::jay@ikss.kr::ee8e7794-d418-4050-a45e-67762d108ce3" providerId="AD" clId="Web-{914F749C-BFBD-3265-48C9-DA1184E12E48}" dt="2026-08-13T14:38:28.905" v="17"/>
          <ac:spMkLst>
            <pc:docMk/>
            <pc:sldMk cId="0" sldId="289"/>
            <ac:spMk id="14" creationId="{00000000-0000-0000-0000-000000000000}"/>
          </ac:spMkLst>
        </pc:spChg>
        <pc:spChg chg="mod">
          <ac:chgData name="Jay" userId="S::jay@ikss.kr::ee8e7794-d418-4050-a45e-67762d108ce3" providerId="AD" clId="Web-{914F749C-BFBD-3265-48C9-DA1184E12E48}" dt="2026-08-13T14:38:28.905" v="17"/>
          <ac:spMkLst>
            <pc:docMk/>
            <pc:sldMk cId="0" sldId="289"/>
            <ac:spMk id="17" creationId="{00000000-0000-0000-0000-000000000000}"/>
          </ac:spMkLst>
        </pc:spChg>
        <pc:spChg chg="add mod">
          <ac:chgData name="Jay" userId="S::jay@ikss.kr::ee8e7794-d418-4050-a45e-67762d108ce3" providerId="AD" clId="Web-{914F749C-BFBD-3265-48C9-DA1184E12E48}" dt="2026-08-13T14:10:59.957" v="15"/>
          <ac:spMkLst>
            <pc:docMk/>
            <pc:sldMk cId="0" sldId="289"/>
            <ac:spMk id="21" creationId="{00000000-0000-0000-0000-000000000000}"/>
          </ac:spMkLst>
        </pc:spChg>
        <pc:spChg chg="mod">
          <ac:chgData name="Jay" userId="S::jay@ikss.kr::ee8e7794-d418-4050-a45e-67762d108ce3" providerId="AD" clId="Web-{914F749C-BFBD-3265-48C9-DA1184E12E48}" dt="2026-08-13T14:38:28.905" v="17"/>
          <ac:spMkLst>
            <pc:docMk/>
            <pc:sldMk cId="0" sldId="289"/>
            <ac:spMk id="23" creationId="{00000000-0000-0000-0000-000000000000}"/>
          </ac:spMkLst>
        </pc:spChg>
        <pc:spChg chg="mod">
          <ac:chgData name="Jay" userId="S::jay@ikss.kr::ee8e7794-d418-4050-a45e-67762d108ce3" providerId="AD" clId="Web-{914F749C-BFBD-3265-48C9-DA1184E12E48}" dt="2026-08-13T14:38:28.905" v="17"/>
          <ac:spMkLst>
            <pc:docMk/>
            <pc:sldMk cId="0" sldId="289"/>
            <ac:spMk id="24" creationId="{00000000-0000-0000-0000-000000000000}"/>
          </ac:spMkLst>
        </pc:spChg>
        <pc:spChg chg="mod">
          <ac:chgData name="Jay" userId="S::jay@ikss.kr::ee8e7794-d418-4050-a45e-67762d108ce3" providerId="AD" clId="Web-{914F749C-BFBD-3265-48C9-DA1184E12E48}" dt="2026-08-13T14:38:28.905" v="17"/>
          <ac:spMkLst>
            <pc:docMk/>
            <pc:sldMk cId="0" sldId="289"/>
            <ac:spMk id="26" creationId="{00000000-0000-0000-0000-000000000000}"/>
          </ac:spMkLst>
        </pc:spChg>
        <pc:spChg chg="mod">
          <ac:chgData name="Jay" userId="S::jay@ikss.kr::ee8e7794-d418-4050-a45e-67762d108ce3" providerId="AD" clId="Web-{914F749C-BFBD-3265-48C9-DA1184E12E48}" dt="2026-08-13T14:38:28.905" v="17"/>
          <ac:spMkLst>
            <pc:docMk/>
            <pc:sldMk cId="0" sldId="289"/>
            <ac:spMk id="30" creationId="{00000000-0000-0000-0000-000000000000}"/>
          </ac:spMkLst>
        </pc:spChg>
        <pc:spChg chg="mod">
          <ac:chgData name="Jay" userId="S::jay@ikss.kr::ee8e7794-d418-4050-a45e-67762d108ce3" providerId="AD" clId="Web-{914F749C-BFBD-3265-48C9-DA1184E12E48}" dt="2026-08-13T14:38:28.905" v="17"/>
          <ac:spMkLst>
            <pc:docMk/>
            <pc:sldMk cId="0" sldId="289"/>
            <ac:spMk id="31" creationId="{00000000-0000-0000-0000-000000000000}"/>
          </ac:spMkLst>
        </pc:spChg>
        <pc:spChg chg="mod">
          <ac:chgData name="Jay" userId="S::jay@ikss.kr::ee8e7794-d418-4050-a45e-67762d108ce3" providerId="AD" clId="Web-{914F749C-BFBD-3265-48C9-DA1184E12E48}" dt="2026-08-13T14:38:28.905" v="17"/>
          <ac:spMkLst>
            <pc:docMk/>
            <pc:sldMk cId="0" sldId="289"/>
            <ac:spMk id="32" creationId="{00000000-0000-0000-0000-000000000000}"/>
          </ac:spMkLst>
        </pc:spChg>
        <pc:spChg chg="add del">
          <ac:chgData name="Jay" userId="S::jay@ikss.kr::ee8e7794-d418-4050-a45e-67762d108ce3" providerId="AD" clId="Web-{914F749C-BFBD-3265-48C9-DA1184E12E48}" dt="2026-08-13T14:10:59.957" v="15"/>
          <ac:spMkLst>
            <pc:docMk/>
            <pc:sldMk cId="0" sldId="289"/>
            <ac:spMk id="34" creationId="{00000000-0000-0000-0000-000000000000}"/>
          </ac:spMkLst>
        </pc:spChg>
        <pc:spChg chg="add del">
          <ac:chgData name="Jay" userId="S::jay@ikss.kr::ee8e7794-d418-4050-a45e-67762d108ce3" providerId="AD" clId="Web-{914F749C-BFBD-3265-48C9-DA1184E12E48}" dt="2026-08-13T14:38:28.905" v="17"/>
          <ac:spMkLst>
            <pc:docMk/>
            <pc:sldMk cId="0" sldId="289"/>
            <ac:spMk id="35" creationId="{00000000-0000-0000-0000-000000000000}"/>
          </ac:spMkLst>
        </pc:spChg>
        <pc:spChg chg="add del">
          <ac:chgData name="Jay" userId="S::jay@ikss.kr::ee8e7794-d418-4050-a45e-67762d108ce3" providerId="AD" clId="Web-{914F749C-BFBD-3265-48C9-DA1184E12E48}" dt="2026-08-13T14:10:59.957" v="15"/>
          <ac:spMkLst>
            <pc:docMk/>
            <pc:sldMk cId="0" sldId="289"/>
            <ac:spMk id="36" creationId="{00000000-0000-0000-0000-000000000000}"/>
          </ac:spMkLst>
        </pc:spChg>
        <pc:spChg chg="add del">
          <ac:chgData name="Jay" userId="S::jay@ikss.kr::ee8e7794-d418-4050-a45e-67762d108ce3" providerId="AD" clId="Web-{914F749C-BFBD-3265-48C9-DA1184E12E48}" dt="2026-08-13T14:10:59.957" v="15"/>
          <ac:spMkLst>
            <pc:docMk/>
            <pc:sldMk cId="0" sldId="289"/>
            <ac:spMk id="38" creationId="{00000000-0000-0000-0000-000000000000}"/>
          </ac:spMkLst>
        </pc:spChg>
        <pc:spChg chg="add">
          <ac:chgData name="Jay" userId="S::jay@ikss.kr::ee8e7794-d418-4050-a45e-67762d108ce3" providerId="AD" clId="Web-{914F749C-BFBD-3265-48C9-DA1184E12E48}" dt="2026-08-13T14:38:28.905" v="17"/>
          <ac:spMkLst>
            <pc:docMk/>
            <pc:sldMk cId="0" sldId="289"/>
            <ac:spMk id="39" creationId="{00000000-0000-0000-0000-000000000000}"/>
          </ac:spMkLst>
        </pc:spChg>
        <pc:spChg chg="add del">
          <ac:chgData name="Jay" userId="S::jay@ikss.kr::ee8e7794-d418-4050-a45e-67762d108ce3" providerId="AD" clId="Web-{914F749C-BFBD-3265-48C9-DA1184E12E48}" dt="2026-08-13T14:10:59.957" v="15"/>
          <ac:spMkLst>
            <pc:docMk/>
            <pc:sldMk cId="0" sldId="289"/>
            <ac:spMk id="40"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290"/>
        </pc:sldMkLst>
        <pc:spChg chg="add">
          <ac:chgData name="Jay" userId="S::jay@ikss.kr::ee8e7794-d418-4050-a45e-67762d108ce3" providerId="AD" clId="Web-{914F749C-BFBD-3265-48C9-DA1184E12E48}" dt="2026-08-13T13:58:26.374" v="13"/>
          <ac:spMkLst>
            <pc:docMk/>
            <pc:sldMk cId="0" sldId="290"/>
            <ac:spMk id="2" creationId="{00000000-0000-0000-0000-000000000000}"/>
          </ac:spMkLst>
        </pc:spChg>
        <pc:spChg chg="mod">
          <ac:chgData name="Jay" userId="S::jay@ikss.kr::ee8e7794-d418-4050-a45e-67762d108ce3" providerId="AD" clId="Web-{914F749C-BFBD-3265-48C9-DA1184E12E48}" dt="2026-08-13T13:58:26.374" v="13"/>
          <ac:spMkLst>
            <pc:docMk/>
            <pc:sldMk cId="0" sldId="290"/>
            <ac:spMk id="3" creationId="{00000000-0000-0000-0000-000000000000}"/>
          </ac:spMkLst>
        </pc:spChg>
        <pc:spChg chg="mod">
          <ac:chgData name="Jay" userId="S::jay@ikss.kr::ee8e7794-d418-4050-a45e-67762d108ce3" providerId="AD" clId="Web-{914F749C-BFBD-3265-48C9-DA1184E12E48}" dt="2026-08-13T13:58:26.374" v="13"/>
          <ac:spMkLst>
            <pc:docMk/>
            <pc:sldMk cId="0" sldId="290"/>
            <ac:spMk id="4" creationId="{00000000-0000-0000-0000-000000000000}"/>
          </ac:spMkLst>
        </pc:spChg>
        <pc:spChg chg="mod">
          <ac:chgData name="Jay" userId="S::jay@ikss.kr::ee8e7794-d418-4050-a45e-67762d108ce3" providerId="AD" clId="Web-{914F749C-BFBD-3265-48C9-DA1184E12E48}" dt="2026-08-13T13:58:26.374" v="13"/>
          <ac:spMkLst>
            <pc:docMk/>
            <pc:sldMk cId="0" sldId="290"/>
            <ac:spMk id="5" creationId="{00000000-0000-0000-0000-000000000000}"/>
          </ac:spMkLst>
        </pc:spChg>
        <pc:spChg chg="mod">
          <ac:chgData name="Jay" userId="S::jay@ikss.kr::ee8e7794-d418-4050-a45e-67762d108ce3" providerId="AD" clId="Web-{914F749C-BFBD-3265-48C9-DA1184E12E48}" dt="2026-08-13T14:10:59.957" v="15"/>
          <ac:spMkLst>
            <pc:docMk/>
            <pc:sldMk cId="0" sldId="290"/>
            <ac:spMk id="6" creationId="{00000000-0000-0000-0000-000000000000}"/>
          </ac:spMkLst>
        </pc:spChg>
        <pc:spChg chg="mod">
          <ac:chgData name="Jay" userId="S::jay@ikss.kr::ee8e7794-d418-4050-a45e-67762d108ce3" providerId="AD" clId="Web-{914F749C-BFBD-3265-48C9-DA1184E12E48}" dt="2026-08-13T14:10:59.957" v="15"/>
          <ac:spMkLst>
            <pc:docMk/>
            <pc:sldMk cId="0" sldId="290"/>
            <ac:spMk id="7" creationId="{00000000-0000-0000-0000-000000000000}"/>
          </ac:spMkLst>
        </pc:spChg>
        <pc:spChg chg="mod">
          <ac:chgData name="Jay" userId="S::jay@ikss.kr::ee8e7794-d418-4050-a45e-67762d108ce3" providerId="AD" clId="Web-{914F749C-BFBD-3265-48C9-DA1184E12E48}" dt="2026-08-13T13:58:26.374" v="13"/>
          <ac:spMkLst>
            <pc:docMk/>
            <pc:sldMk cId="0" sldId="290"/>
            <ac:spMk id="8" creationId="{00000000-0000-0000-0000-000000000000}"/>
          </ac:spMkLst>
        </pc:spChg>
        <pc:spChg chg="mod">
          <ac:chgData name="Jay" userId="S::jay@ikss.kr::ee8e7794-d418-4050-a45e-67762d108ce3" providerId="AD" clId="Web-{914F749C-BFBD-3265-48C9-DA1184E12E48}" dt="2026-08-13T13:58:26.374" v="13"/>
          <ac:spMkLst>
            <pc:docMk/>
            <pc:sldMk cId="0" sldId="290"/>
            <ac:spMk id="10" creationId="{00000000-0000-0000-0000-000000000000}"/>
          </ac:spMkLst>
        </pc:spChg>
        <pc:spChg chg="mod">
          <ac:chgData name="Jay" userId="S::jay@ikss.kr::ee8e7794-d418-4050-a45e-67762d108ce3" providerId="AD" clId="Web-{914F749C-BFBD-3265-48C9-DA1184E12E48}" dt="2026-08-13T13:58:26.374" v="13"/>
          <ac:spMkLst>
            <pc:docMk/>
            <pc:sldMk cId="0" sldId="290"/>
            <ac:spMk id="11" creationId="{00000000-0000-0000-0000-000000000000}"/>
          </ac:spMkLst>
        </pc:spChg>
        <pc:spChg chg="add">
          <ac:chgData name="Jay" userId="S::jay@ikss.kr::ee8e7794-d418-4050-a45e-67762d108ce3" providerId="AD" clId="Web-{914F749C-BFBD-3265-48C9-DA1184E12E48}" dt="2026-08-13T13:58:26.374" v="13"/>
          <ac:spMkLst>
            <pc:docMk/>
            <pc:sldMk cId="0" sldId="290"/>
            <ac:spMk id="14" creationId="{00000000-0000-0000-0000-000000000000}"/>
          </ac:spMkLst>
        </pc:spChg>
        <pc:spChg chg="mod">
          <ac:chgData name="Jay" userId="S::jay@ikss.kr::ee8e7794-d418-4050-a45e-67762d108ce3" providerId="AD" clId="Web-{914F749C-BFBD-3265-48C9-DA1184E12E48}" dt="2026-08-13T14:38:28.905" v="17"/>
          <ac:spMkLst>
            <pc:docMk/>
            <pc:sldMk cId="0" sldId="290"/>
            <ac:spMk id="15" creationId="{00000000-0000-0000-0000-000000000000}"/>
          </ac:spMkLst>
        </pc:spChg>
        <pc:spChg chg="mod">
          <ac:chgData name="Jay" userId="S::jay@ikss.kr::ee8e7794-d418-4050-a45e-67762d108ce3" providerId="AD" clId="Web-{914F749C-BFBD-3265-48C9-DA1184E12E48}" dt="2026-08-13T14:10:59.957" v="15"/>
          <ac:spMkLst>
            <pc:docMk/>
            <pc:sldMk cId="0" sldId="290"/>
            <ac:spMk id="16" creationId="{00000000-0000-0000-0000-000000000000}"/>
          </ac:spMkLst>
        </pc:spChg>
        <pc:spChg chg="add mod">
          <ac:chgData name="Jay" userId="S::jay@ikss.kr::ee8e7794-d418-4050-a45e-67762d108ce3" providerId="AD" clId="Web-{914F749C-BFBD-3265-48C9-DA1184E12E48}" dt="2026-08-13T14:10:59.957" v="15"/>
          <ac:spMkLst>
            <pc:docMk/>
            <pc:sldMk cId="0" sldId="290"/>
            <ac:spMk id="17" creationId="{00000000-0000-0000-0000-000000000000}"/>
          </ac:spMkLst>
        </pc:spChg>
        <pc:spChg chg="add mod">
          <ac:chgData name="Jay" userId="S::jay@ikss.kr::ee8e7794-d418-4050-a45e-67762d108ce3" providerId="AD" clId="Web-{914F749C-BFBD-3265-48C9-DA1184E12E48}" dt="2026-08-13T14:38:28.905" v="17"/>
          <ac:spMkLst>
            <pc:docMk/>
            <pc:sldMk cId="0" sldId="290"/>
            <ac:spMk id="18" creationId="{00000000-0000-0000-0000-000000000000}"/>
          </ac:spMkLst>
        </pc:spChg>
        <pc:spChg chg="mod">
          <ac:chgData name="Jay" userId="S::jay@ikss.kr::ee8e7794-d418-4050-a45e-67762d108ce3" providerId="AD" clId="Web-{914F749C-BFBD-3265-48C9-DA1184E12E48}" dt="2026-08-13T14:38:28.905" v="17"/>
          <ac:spMkLst>
            <pc:docMk/>
            <pc:sldMk cId="0" sldId="290"/>
            <ac:spMk id="19" creationId="{00000000-0000-0000-0000-000000000000}"/>
          </ac:spMkLst>
        </pc:spChg>
        <pc:spChg chg="mod">
          <ac:chgData name="Jay" userId="S::jay@ikss.kr::ee8e7794-d418-4050-a45e-67762d108ce3" providerId="AD" clId="Web-{914F749C-BFBD-3265-48C9-DA1184E12E48}" dt="2026-08-13T14:38:28.905" v="17"/>
          <ac:spMkLst>
            <pc:docMk/>
            <pc:sldMk cId="0" sldId="290"/>
            <ac:spMk id="22" creationId="{00000000-0000-0000-0000-000000000000}"/>
          </ac:spMkLst>
        </pc:spChg>
        <pc:spChg chg="add">
          <ac:chgData name="Jay" userId="S::jay@ikss.kr::ee8e7794-d418-4050-a45e-67762d108ce3" providerId="AD" clId="Web-{914F749C-BFBD-3265-48C9-DA1184E12E48}" dt="2026-08-13T14:10:59.957" v="15"/>
          <ac:spMkLst>
            <pc:docMk/>
            <pc:sldMk cId="0" sldId="290"/>
            <ac:spMk id="24" creationId="{00000000-0000-0000-0000-000000000000}"/>
          </ac:spMkLst>
        </pc:spChg>
        <pc:spChg chg="mod">
          <ac:chgData name="Jay" userId="S::jay@ikss.kr::ee8e7794-d418-4050-a45e-67762d108ce3" providerId="AD" clId="Web-{914F749C-BFBD-3265-48C9-DA1184E12E48}" dt="2026-08-13T14:38:28.905" v="17"/>
          <ac:spMkLst>
            <pc:docMk/>
            <pc:sldMk cId="0" sldId="290"/>
            <ac:spMk id="27" creationId="{00000000-0000-0000-0000-000000000000}"/>
          </ac:spMkLst>
        </pc:spChg>
        <pc:spChg chg="add">
          <ac:chgData name="Jay" userId="S::jay@ikss.kr::ee8e7794-d418-4050-a45e-67762d108ce3" providerId="AD" clId="Web-{914F749C-BFBD-3265-48C9-DA1184E12E48}" dt="2026-08-13T14:10:59.957" v="15"/>
          <ac:spMkLst>
            <pc:docMk/>
            <pc:sldMk cId="0" sldId="290"/>
            <ac:spMk id="29" creationId="{00000000-0000-0000-0000-000000000000}"/>
          </ac:spMkLst>
        </pc:spChg>
        <pc:spChg chg="mod">
          <ac:chgData name="Jay" userId="S::jay@ikss.kr::ee8e7794-d418-4050-a45e-67762d108ce3" providerId="AD" clId="Web-{914F749C-BFBD-3265-48C9-DA1184E12E48}" dt="2026-08-13T14:38:28.905" v="17"/>
          <ac:spMkLst>
            <pc:docMk/>
            <pc:sldMk cId="0" sldId="290"/>
            <ac:spMk id="31" creationId="{00000000-0000-0000-0000-000000000000}"/>
          </ac:spMkLst>
        </pc:spChg>
        <pc:spChg chg="add">
          <ac:chgData name="Jay" userId="S::jay@ikss.kr::ee8e7794-d418-4050-a45e-67762d108ce3" providerId="AD" clId="Web-{914F749C-BFBD-3265-48C9-DA1184E12E48}" dt="2026-08-13T14:10:59.957" v="15"/>
          <ac:spMkLst>
            <pc:docMk/>
            <pc:sldMk cId="0" sldId="290"/>
            <ac:spMk id="32"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291"/>
        </pc:sldMkLst>
        <pc:spChg chg="add">
          <ac:chgData name="Jay" userId="S::jay@ikss.kr::ee8e7794-d418-4050-a45e-67762d108ce3" providerId="AD" clId="Web-{914F749C-BFBD-3265-48C9-DA1184E12E48}" dt="2026-08-13T14:10:59.957" v="15"/>
          <ac:spMkLst>
            <pc:docMk/>
            <pc:sldMk cId="0" sldId="291"/>
            <ac:spMk id="2" creationId="{00000000-0000-0000-0000-000000000000}"/>
          </ac:spMkLst>
        </pc:spChg>
        <pc:spChg chg="mod">
          <ac:chgData name="Jay" userId="S::jay@ikss.kr::ee8e7794-d418-4050-a45e-67762d108ce3" providerId="AD" clId="Web-{914F749C-BFBD-3265-48C9-DA1184E12E48}" dt="2026-08-13T14:10:59.957" v="15"/>
          <ac:spMkLst>
            <pc:docMk/>
            <pc:sldMk cId="0" sldId="291"/>
            <ac:spMk id="6" creationId="{00000000-0000-0000-0000-000000000000}"/>
          </ac:spMkLst>
        </pc:spChg>
        <pc:spChg chg="mod">
          <ac:chgData name="Jay" userId="S::jay@ikss.kr::ee8e7794-d418-4050-a45e-67762d108ce3" providerId="AD" clId="Web-{914F749C-BFBD-3265-48C9-DA1184E12E48}" dt="2026-08-13T14:38:28.905" v="17"/>
          <ac:spMkLst>
            <pc:docMk/>
            <pc:sldMk cId="0" sldId="291"/>
            <ac:spMk id="7" creationId="{00000000-0000-0000-0000-000000000000}"/>
          </ac:spMkLst>
        </pc:spChg>
        <pc:spChg chg="mod">
          <ac:chgData name="Jay" userId="S::jay@ikss.kr::ee8e7794-d418-4050-a45e-67762d108ce3" providerId="AD" clId="Web-{914F749C-BFBD-3265-48C9-DA1184E12E48}" dt="2026-08-13T14:38:28.905" v="17"/>
          <ac:spMkLst>
            <pc:docMk/>
            <pc:sldMk cId="0" sldId="291"/>
            <ac:spMk id="8" creationId="{00000000-0000-0000-0000-000000000000}"/>
          </ac:spMkLst>
        </pc:spChg>
        <pc:spChg chg="mod">
          <ac:chgData name="Jay" userId="S::jay@ikss.kr::ee8e7794-d418-4050-a45e-67762d108ce3" providerId="AD" clId="Web-{914F749C-BFBD-3265-48C9-DA1184E12E48}" dt="2026-08-13T14:38:28.905" v="17"/>
          <ac:spMkLst>
            <pc:docMk/>
            <pc:sldMk cId="0" sldId="291"/>
            <ac:spMk id="10" creationId="{00000000-0000-0000-0000-000000000000}"/>
          </ac:spMkLst>
        </pc:spChg>
        <pc:spChg chg="mod">
          <ac:chgData name="Jay" userId="S::jay@ikss.kr::ee8e7794-d418-4050-a45e-67762d108ce3" providerId="AD" clId="Web-{914F749C-BFBD-3265-48C9-DA1184E12E48}" dt="2026-08-13T14:38:28.905" v="17"/>
          <ac:spMkLst>
            <pc:docMk/>
            <pc:sldMk cId="0" sldId="291"/>
            <ac:spMk id="11" creationId="{00000000-0000-0000-0000-000000000000}"/>
          </ac:spMkLst>
        </pc:spChg>
        <pc:spChg chg="mod">
          <ac:chgData name="Jay" userId="S::jay@ikss.kr::ee8e7794-d418-4050-a45e-67762d108ce3" providerId="AD" clId="Web-{914F749C-BFBD-3265-48C9-DA1184E12E48}" dt="2026-08-13T14:10:59.957" v="15"/>
          <ac:spMkLst>
            <pc:docMk/>
            <pc:sldMk cId="0" sldId="291"/>
            <ac:spMk id="12" creationId="{00000000-0000-0000-0000-000000000000}"/>
          </ac:spMkLst>
        </pc:spChg>
        <pc:spChg chg="add del mod">
          <ac:chgData name="Jay" userId="S::jay@ikss.kr::ee8e7794-d418-4050-a45e-67762d108ce3" providerId="AD" clId="Web-{914F749C-BFBD-3265-48C9-DA1184E12E48}" dt="2026-08-13T14:38:28.905" v="17"/>
          <ac:spMkLst>
            <pc:docMk/>
            <pc:sldMk cId="0" sldId="291"/>
            <ac:spMk id="13" creationId="{00000000-0000-0000-0000-000000000000}"/>
          </ac:spMkLst>
        </pc:spChg>
        <pc:spChg chg="add">
          <ac:chgData name="Jay" userId="S::jay@ikss.kr::ee8e7794-d418-4050-a45e-67762d108ce3" providerId="AD" clId="Web-{914F749C-BFBD-3265-48C9-DA1184E12E48}" dt="2026-08-13T14:10:59.957" v="15"/>
          <ac:spMkLst>
            <pc:docMk/>
            <pc:sldMk cId="0" sldId="291"/>
            <ac:spMk id="14" creationId="{00000000-0000-0000-0000-000000000000}"/>
          </ac:spMkLst>
        </pc:spChg>
        <pc:spChg chg="add">
          <ac:chgData name="Jay" userId="S::jay@ikss.kr::ee8e7794-d418-4050-a45e-67762d108ce3" providerId="AD" clId="Web-{914F749C-BFBD-3265-48C9-DA1184E12E48}" dt="2026-08-13T14:10:59.957" v="15"/>
          <ac:spMkLst>
            <pc:docMk/>
            <pc:sldMk cId="0" sldId="291"/>
            <ac:spMk id="15" creationId="{00000000-0000-0000-0000-000000000000}"/>
          </ac:spMkLst>
        </pc:spChg>
        <pc:spChg chg="add mod">
          <ac:chgData name="Jay" userId="S::jay@ikss.kr::ee8e7794-d418-4050-a45e-67762d108ce3" providerId="AD" clId="Web-{914F749C-BFBD-3265-48C9-DA1184E12E48}" dt="2026-08-13T14:38:28.905" v="17"/>
          <ac:spMkLst>
            <pc:docMk/>
            <pc:sldMk cId="0" sldId="291"/>
            <ac:spMk id="16" creationId="{00000000-0000-0000-0000-000000000000}"/>
          </ac:spMkLst>
        </pc:spChg>
        <pc:spChg chg="add del">
          <ac:chgData name="Jay" userId="S::jay@ikss.kr::ee8e7794-d418-4050-a45e-67762d108ce3" providerId="AD" clId="Web-{914F749C-BFBD-3265-48C9-DA1184E12E48}" dt="2026-08-13T14:10:59.957" v="15"/>
          <ac:spMkLst>
            <pc:docMk/>
            <pc:sldMk cId="0" sldId="291"/>
            <ac:spMk id="17" creationId="{00000000-0000-0000-0000-000000000000}"/>
          </ac:spMkLst>
        </pc:spChg>
        <pc:spChg chg="add">
          <ac:chgData name="Jay" userId="S::jay@ikss.kr::ee8e7794-d418-4050-a45e-67762d108ce3" providerId="AD" clId="Web-{914F749C-BFBD-3265-48C9-DA1184E12E48}" dt="2026-08-13T14:10:59.957" v="15"/>
          <ac:spMkLst>
            <pc:docMk/>
            <pc:sldMk cId="0" sldId="291"/>
            <ac:spMk id="18" creationId="{00000000-0000-0000-0000-000000000000}"/>
          </ac:spMkLst>
        </pc:spChg>
        <pc:spChg chg="del">
          <ac:chgData name="Jay" userId="S::jay@ikss.kr::ee8e7794-d418-4050-a45e-67762d108ce3" providerId="AD" clId="Web-{914F749C-BFBD-3265-48C9-DA1184E12E48}" dt="2026-08-13T13:58:26.374" v="13"/>
          <ac:spMkLst>
            <pc:docMk/>
            <pc:sldMk cId="0" sldId="291"/>
            <ac:spMk id="24" creationId="{00000000-0000-0000-0000-000000000000}"/>
          </ac:spMkLst>
        </pc:spChg>
        <pc:spChg chg="del">
          <ac:chgData name="Jay" userId="S::jay@ikss.kr::ee8e7794-d418-4050-a45e-67762d108ce3" providerId="AD" clId="Web-{914F749C-BFBD-3265-48C9-DA1184E12E48}" dt="2026-08-13T13:58:26.374" v="13"/>
          <ac:spMkLst>
            <pc:docMk/>
            <pc:sldMk cId="0" sldId="291"/>
            <ac:spMk id="29" creationId="{00000000-0000-0000-0000-000000000000}"/>
          </ac:spMkLst>
        </pc:spChg>
        <pc:spChg chg="del">
          <ac:chgData name="Jay" userId="S::jay@ikss.kr::ee8e7794-d418-4050-a45e-67762d108ce3" providerId="AD" clId="Web-{914F749C-BFBD-3265-48C9-DA1184E12E48}" dt="2026-08-13T13:58:26.374" v="13"/>
          <ac:spMkLst>
            <pc:docMk/>
            <pc:sldMk cId="0" sldId="291"/>
            <ac:spMk id="30" creationId="{00000000-0000-0000-0000-000000000000}"/>
          </ac:spMkLst>
        </pc:spChg>
        <pc:spChg chg="del">
          <ac:chgData name="Jay" userId="S::jay@ikss.kr::ee8e7794-d418-4050-a45e-67762d108ce3" providerId="AD" clId="Web-{914F749C-BFBD-3265-48C9-DA1184E12E48}" dt="2026-08-13T13:58:26.374" v="13"/>
          <ac:spMkLst>
            <pc:docMk/>
            <pc:sldMk cId="0" sldId="291"/>
            <ac:spMk id="31" creationId="{00000000-0000-0000-0000-000000000000}"/>
          </ac:spMkLst>
        </pc:spChg>
        <pc:spChg chg="add">
          <ac:chgData name="Jay" userId="S::jay@ikss.kr::ee8e7794-d418-4050-a45e-67762d108ce3" providerId="AD" clId="Web-{914F749C-BFBD-3265-48C9-DA1184E12E48}" dt="2026-08-13T14:38:28.905" v="17"/>
          <ac:spMkLst>
            <pc:docMk/>
            <pc:sldMk cId="0" sldId="291"/>
            <ac:spMk id="32" creationId="{00000000-0000-0000-0000-000000000000}"/>
          </ac:spMkLst>
        </pc:spChg>
        <pc:spChg chg="del">
          <ac:chgData name="Jay" userId="S::jay@ikss.kr::ee8e7794-d418-4050-a45e-67762d108ce3" providerId="AD" clId="Web-{914F749C-BFBD-3265-48C9-DA1184E12E48}" dt="2026-08-13T13:58:26.374" v="13"/>
          <ac:spMkLst>
            <pc:docMk/>
            <pc:sldMk cId="0" sldId="291"/>
            <ac:spMk id="33" creationId="{00000000-0000-0000-0000-000000000000}"/>
          </ac:spMkLst>
        </pc:spChg>
        <pc:spChg chg="add">
          <ac:chgData name="Jay" userId="S::jay@ikss.kr::ee8e7794-d418-4050-a45e-67762d108ce3" providerId="AD" clId="Web-{914F749C-BFBD-3265-48C9-DA1184E12E48}" dt="2026-08-13T14:38:28.905" v="17"/>
          <ac:spMkLst>
            <pc:docMk/>
            <pc:sldMk cId="0" sldId="291"/>
            <ac:spMk id="34" creationId="{00000000-0000-0000-0000-000000000000}"/>
          </ac:spMkLst>
        </pc:spChg>
        <pc:spChg chg="del mod replId">
          <ac:chgData name="Jay" userId="S::jay@ikss.kr::ee8e7794-d418-4050-a45e-67762d108ce3" providerId="AD" clId="Web-{914F749C-BFBD-3265-48C9-DA1184E12E48}" dt="2026-08-13T13:58:26.374" v="13"/>
          <ac:spMkLst>
            <pc:docMk/>
            <pc:sldMk cId="0" sldId="291"/>
            <ac:spMk id="35" creationId="{00000000-0000-0000-0000-000000000000}"/>
          </ac:spMkLst>
        </pc:spChg>
        <pc:spChg chg="add">
          <ac:chgData name="Jay" userId="S::jay@ikss.kr::ee8e7794-d418-4050-a45e-67762d108ce3" providerId="AD" clId="Web-{914F749C-BFBD-3265-48C9-DA1184E12E48}" dt="2026-08-13T14:38:28.905" v="17"/>
          <ac:spMkLst>
            <pc:docMk/>
            <pc:sldMk cId="0" sldId="291"/>
            <ac:spMk id="36" creationId="{00000000-0000-0000-0000-000000000000}"/>
          </ac:spMkLst>
        </pc:spChg>
        <pc:spChg chg="add">
          <ac:chgData name="Jay" userId="S::jay@ikss.kr::ee8e7794-d418-4050-a45e-67762d108ce3" providerId="AD" clId="Web-{914F749C-BFBD-3265-48C9-DA1184E12E48}" dt="2026-08-13T14:38:28.905" v="17"/>
          <ac:spMkLst>
            <pc:docMk/>
            <pc:sldMk cId="0" sldId="291"/>
            <ac:spMk id="41"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292"/>
        </pc:sldMkLst>
        <pc:spChg chg="add">
          <ac:chgData name="Jay" userId="S::jay@ikss.kr::ee8e7794-d418-4050-a45e-67762d108ce3" providerId="AD" clId="Web-{914F749C-BFBD-3265-48C9-DA1184E12E48}" dt="2026-08-13T14:38:28.905" v="17"/>
          <ac:spMkLst>
            <pc:docMk/>
            <pc:sldMk cId="0" sldId="292"/>
            <ac:spMk id="2" creationId="{00000000-0000-0000-0000-000000000000}"/>
          </ac:spMkLst>
        </pc:spChg>
        <pc:spChg chg="mod">
          <ac:chgData name="Jay" userId="S::jay@ikss.kr::ee8e7794-d418-4050-a45e-67762d108ce3" providerId="AD" clId="Web-{914F749C-BFBD-3265-48C9-DA1184E12E48}" dt="2026-08-13T14:38:28.905" v="17"/>
          <ac:spMkLst>
            <pc:docMk/>
            <pc:sldMk cId="0" sldId="292"/>
            <ac:spMk id="3" creationId="{00000000-0000-0000-0000-000000000000}"/>
          </ac:spMkLst>
        </pc:spChg>
        <pc:spChg chg="mod">
          <ac:chgData name="Jay" userId="S::jay@ikss.kr::ee8e7794-d418-4050-a45e-67762d108ce3" providerId="AD" clId="Web-{914F749C-BFBD-3265-48C9-DA1184E12E48}" dt="2026-08-13T14:38:28.905" v="17"/>
          <ac:spMkLst>
            <pc:docMk/>
            <pc:sldMk cId="0" sldId="292"/>
            <ac:spMk id="4" creationId="{00000000-0000-0000-0000-000000000000}"/>
          </ac:spMkLst>
        </pc:spChg>
        <pc:spChg chg="mod">
          <ac:chgData name="Jay" userId="S::jay@ikss.kr::ee8e7794-d418-4050-a45e-67762d108ce3" providerId="AD" clId="Web-{914F749C-BFBD-3265-48C9-DA1184E12E48}" dt="2026-08-13T14:38:28.905" v="17"/>
          <ac:spMkLst>
            <pc:docMk/>
            <pc:sldMk cId="0" sldId="292"/>
            <ac:spMk id="5" creationId="{00000000-0000-0000-0000-000000000000}"/>
          </ac:spMkLst>
        </pc:spChg>
        <pc:spChg chg="mod">
          <ac:chgData name="Jay" userId="S::jay@ikss.kr::ee8e7794-d418-4050-a45e-67762d108ce3" providerId="AD" clId="Web-{914F749C-BFBD-3265-48C9-DA1184E12E48}" dt="2026-08-13T14:38:28.905" v="17"/>
          <ac:spMkLst>
            <pc:docMk/>
            <pc:sldMk cId="0" sldId="292"/>
            <ac:spMk id="6" creationId="{00000000-0000-0000-0000-000000000000}"/>
          </ac:spMkLst>
        </pc:spChg>
        <pc:spChg chg="mod">
          <ac:chgData name="Jay" userId="S::jay@ikss.kr::ee8e7794-d418-4050-a45e-67762d108ce3" providerId="AD" clId="Web-{914F749C-BFBD-3265-48C9-DA1184E12E48}" dt="2026-08-13T14:38:28.905" v="17"/>
          <ac:spMkLst>
            <pc:docMk/>
            <pc:sldMk cId="0" sldId="292"/>
            <ac:spMk id="7" creationId="{00000000-0000-0000-0000-000000000000}"/>
          </ac:spMkLst>
        </pc:spChg>
        <pc:spChg chg="mod">
          <ac:chgData name="Jay" userId="S::jay@ikss.kr::ee8e7794-d418-4050-a45e-67762d108ce3" providerId="AD" clId="Web-{914F749C-BFBD-3265-48C9-DA1184E12E48}" dt="2026-08-13T14:38:28.905" v="17"/>
          <ac:spMkLst>
            <pc:docMk/>
            <pc:sldMk cId="0" sldId="292"/>
            <ac:spMk id="8" creationId="{00000000-0000-0000-0000-000000000000}"/>
          </ac:spMkLst>
        </pc:spChg>
        <pc:spChg chg="mod">
          <ac:chgData name="Jay" userId="S::jay@ikss.kr::ee8e7794-d418-4050-a45e-67762d108ce3" providerId="AD" clId="Web-{914F749C-BFBD-3265-48C9-DA1184E12E48}" dt="2026-08-13T14:10:59.957" v="15"/>
          <ac:spMkLst>
            <pc:docMk/>
            <pc:sldMk cId="0" sldId="292"/>
            <ac:spMk id="11" creationId="{00000000-0000-0000-0000-000000000000}"/>
          </ac:spMkLst>
        </pc:spChg>
        <pc:spChg chg="mod">
          <ac:chgData name="Jay" userId="S::jay@ikss.kr::ee8e7794-d418-4050-a45e-67762d108ce3" providerId="AD" clId="Web-{914F749C-BFBD-3265-48C9-DA1184E12E48}" dt="2026-08-13T14:38:28.905" v="17"/>
          <ac:spMkLst>
            <pc:docMk/>
            <pc:sldMk cId="0" sldId="292"/>
            <ac:spMk id="12" creationId="{00000000-0000-0000-0000-000000000000}"/>
          </ac:spMkLst>
        </pc:spChg>
        <pc:spChg chg="add del mod">
          <ac:chgData name="Jay" userId="S::jay@ikss.kr::ee8e7794-d418-4050-a45e-67762d108ce3" providerId="AD" clId="Web-{914F749C-BFBD-3265-48C9-DA1184E12E48}" dt="2026-08-13T14:38:28.905" v="17"/>
          <ac:spMkLst>
            <pc:docMk/>
            <pc:sldMk cId="0" sldId="292"/>
            <ac:spMk id="13" creationId="{00000000-0000-0000-0000-000000000000}"/>
          </ac:spMkLst>
        </pc:spChg>
        <pc:spChg chg="del mod">
          <ac:chgData name="Jay" userId="S::jay@ikss.kr::ee8e7794-d418-4050-a45e-67762d108ce3" providerId="AD" clId="Web-{914F749C-BFBD-3265-48C9-DA1184E12E48}" dt="2026-08-13T14:10:59.957" v="15"/>
          <ac:spMkLst>
            <pc:docMk/>
            <pc:sldMk cId="0" sldId="292"/>
            <ac:spMk id="15" creationId="{00000000-0000-0000-0000-000000000000}"/>
          </ac:spMkLst>
        </pc:spChg>
        <pc:spChg chg="del mod">
          <ac:chgData name="Jay" userId="S::jay@ikss.kr::ee8e7794-d418-4050-a45e-67762d108ce3" providerId="AD" clId="Web-{914F749C-BFBD-3265-48C9-DA1184E12E48}" dt="2026-08-13T14:10:59.957" v="15"/>
          <ac:spMkLst>
            <pc:docMk/>
            <pc:sldMk cId="0" sldId="292"/>
            <ac:spMk id="16" creationId="{00000000-0000-0000-0000-000000000000}"/>
          </ac:spMkLst>
        </pc:spChg>
        <pc:spChg chg="add">
          <ac:chgData name="Jay" userId="S::jay@ikss.kr::ee8e7794-d418-4050-a45e-67762d108ce3" providerId="AD" clId="Web-{914F749C-BFBD-3265-48C9-DA1184E12E48}" dt="2026-08-13T14:38:28.905" v="17"/>
          <ac:spMkLst>
            <pc:docMk/>
            <pc:sldMk cId="0" sldId="292"/>
            <ac:spMk id="17" creationId="{00000000-0000-0000-0000-000000000000}"/>
          </ac:spMkLst>
        </pc:spChg>
      </pc:sldChg>
      <pc:sldChg chg="addSp delSp modSp add modNotes">
        <pc:chgData name="Jay" userId="S::jay@ikss.kr::ee8e7794-d418-4050-a45e-67762d108ce3" providerId="AD" clId="Web-{914F749C-BFBD-3265-48C9-DA1184E12E48}" dt="2026-08-13T14:50:42.498" v="33" actId="14100"/>
        <pc:sldMkLst>
          <pc:docMk/>
          <pc:sldMk cId="0" sldId="293"/>
        </pc:sldMkLst>
        <pc:spChg chg="mod">
          <ac:chgData name="Jay" userId="S::jay@ikss.kr::ee8e7794-d418-4050-a45e-67762d108ce3" providerId="AD" clId="Web-{914F749C-BFBD-3265-48C9-DA1184E12E48}" dt="2026-08-13T14:38:28.905" v="17"/>
          <ac:spMkLst>
            <pc:docMk/>
            <pc:sldMk cId="0" sldId="293"/>
            <ac:spMk id="4" creationId="{00000000-0000-0000-0000-000000000000}"/>
          </ac:spMkLst>
        </pc:spChg>
        <pc:spChg chg="mod">
          <ac:chgData name="Jay" userId="S::jay@ikss.kr::ee8e7794-d418-4050-a45e-67762d108ce3" providerId="AD" clId="Web-{914F749C-BFBD-3265-48C9-DA1184E12E48}" dt="2026-08-13T14:38:28.905" v="17"/>
          <ac:spMkLst>
            <pc:docMk/>
            <pc:sldMk cId="0" sldId="293"/>
            <ac:spMk id="5" creationId="{00000000-0000-0000-0000-000000000000}"/>
          </ac:spMkLst>
        </pc:spChg>
        <pc:spChg chg="mod">
          <ac:chgData name="Jay" userId="S::jay@ikss.kr::ee8e7794-d418-4050-a45e-67762d108ce3" providerId="AD" clId="Web-{914F749C-BFBD-3265-48C9-DA1184E12E48}" dt="2026-08-13T14:50:42.498" v="33" actId="14100"/>
          <ac:spMkLst>
            <pc:docMk/>
            <pc:sldMk cId="0" sldId="293"/>
            <ac:spMk id="6" creationId="{00000000-0000-0000-0000-000000000000}"/>
          </ac:spMkLst>
        </pc:spChg>
        <pc:spChg chg="mod">
          <ac:chgData name="Jay" userId="S::jay@ikss.kr::ee8e7794-d418-4050-a45e-67762d108ce3" providerId="AD" clId="Web-{914F749C-BFBD-3265-48C9-DA1184E12E48}" dt="2026-08-13T14:38:28.905" v="17"/>
          <ac:spMkLst>
            <pc:docMk/>
            <pc:sldMk cId="0" sldId="293"/>
            <ac:spMk id="8" creationId="{00000000-0000-0000-0000-000000000000}"/>
          </ac:spMkLst>
        </pc:spChg>
        <pc:spChg chg="mod">
          <ac:chgData name="Jay" userId="S::jay@ikss.kr::ee8e7794-d418-4050-a45e-67762d108ce3" providerId="AD" clId="Web-{914F749C-BFBD-3265-48C9-DA1184E12E48}" dt="2026-08-13T14:38:28.905" v="17"/>
          <ac:spMkLst>
            <pc:docMk/>
            <pc:sldMk cId="0" sldId="293"/>
            <ac:spMk id="9" creationId="{00000000-0000-0000-0000-000000000000}"/>
          </ac:spMkLst>
        </pc:spChg>
        <pc:spChg chg="mod">
          <ac:chgData name="Jay" userId="S::jay@ikss.kr::ee8e7794-d418-4050-a45e-67762d108ce3" providerId="AD" clId="Web-{914F749C-BFBD-3265-48C9-DA1184E12E48}" dt="2026-08-13T14:38:28.905" v="17"/>
          <ac:spMkLst>
            <pc:docMk/>
            <pc:sldMk cId="0" sldId="293"/>
            <ac:spMk id="10" creationId="{00000000-0000-0000-0000-000000000000}"/>
          </ac:spMkLst>
        </pc:spChg>
        <pc:spChg chg="mod">
          <ac:chgData name="Jay" userId="S::jay@ikss.kr::ee8e7794-d418-4050-a45e-67762d108ce3" providerId="AD" clId="Web-{914F749C-BFBD-3265-48C9-DA1184E12E48}" dt="2026-08-13T14:10:59.957" v="15"/>
          <ac:spMkLst>
            <pc:docMk/>
            <pc:sldMk cId="0" sldId="293"/>
            <ac:spMk id="12"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294"/>
        </pc:sldMkLst>
        <pc:spChg chg="mod">
          <ac:chgData name="Jay" userId="S::jay@ikss.kr::ee8e7794-d418-4050-a45e-67762d108ce3" providerId="AD" clId="Web-{914F749C-BFBD-3265-48C9-DA1184E12E48}" dt="2026-08-13T14:38:28.905" v="17"/>
          <ac:spMkLst>
            <pc:docMk/>
            <pc:sldMk cId="0" sldId="294"/>
            <ac:spMk id="3" creationId="{00000000-0000-0000-0000-000000000000}"/>
          </ac:spMkLst>
        </pc:spChg>
        <pc:spChg chg="mod">
          <ac:chgData name="Jay" userId="S::jay@ikss.kr::ee8e7794-d418-4050-a45e-67762d108ce3" providerId="AD" clId="Web-{914F749C-BFBD-3265-48C9-DA1184E12E48}" dt="2026-08-13T14:38:28.905" v="17"/>
          <ac:spMkLst>
            <pc:docMk/>
            <pc:sldMk cId="0" sldId="294"/>
            <ac:spMk id="4" creationId="{00000000-0000-0000-0000-000000000000}"/>
          </ac:spMkLst>
        </pc:spChg>
        <pc:spChg chg="mod">
          <ac:chgData name="Jay" userId="S::jay@ikss.kr::ee8e7794-d418-4050-a45e-67762d108ce3" providerId="AD" clId="Web-{914F749C-BFBD-3265-48C9-DA1184E12E48}" dt="2026-08-13T14:10:59.957" v="15"/>
          <ac:spMkLst>
            <pc:docMk/>
            <pc:sldMk cId="0" sldId="294"/>
            <ac:spMk id="9" creationId="{00000000-0000-0000-0000-000000000000}"/>
          </ac:spMkLst>
        </pc:spChg>
        <pc:spChg chg="mod">
          <ac:chgData name="Jay" userId="S::jay@ikss.kr::ee8e7794-d418-4050-a45e-67762d108ce3" providerId="AD" clId="Web-{914F749C-BFBD-3265-48C9-DA1184E12E48}" dt="2026-08-13T14:38:28.905" v="17"/>
          <ac:spMkLst>
            <pc:docMk/>
            <pc:sldMk cId="0" sldId="294"/>
            <ac:spMk id="11" creationId="{00000000-0000-0000-0000-000000000000}"/>
          </ac:spMkLst>
        </pc:spChg>
        <pc:spChg chg="mod">
          <ac:chgData name="Jay" userId="S::jay@ikss.kr::ee8e7794-d418-4050-a45e-67762d108ce3" providerId="AD" clId="Web-{914F749C-BFBD-3265-48C9-DA1184E12E48}" dt="2026-08-13T14:10:59.957" v="15"/>
          <ac:spMkLst>
            <pc:docMk/>
            <pc:sldMk cId="0" sldId="294"/>
            <ac:spMk id="12" creationId="{00000000-0000-0000-0000-000000000000}"/>
          </ac:spMkLst>
        </pc:spChg>
        <pc:spChg chg="mod">
          <ac:chgData name="Jay" userId="S::jay@ikss.kr::ee8e7794-d418-4050-a45e-67762d108ce3" providerId="AD" clId="Web-{914F749C-BFBD-3265-48C9-DA1184E12E48}" dt="2026-08-13T14:38:28.905" v="17"/>
          <ac:spMkLst>
            <pc:docMk/>
            <pc:sldMk cId="0" sldId="294"/>
            <ac:spMk id="13" creationId="{00000000-0000-0000-0000-000000000000}"/>
          </ac:spMkLst>
        </pc:spChg>
        <pc:spChg chg="mod">
          <ac:chgData name="Jay" userId="S::jay@ikss.kr::ee8e7794-d418-4050-a45e-67762d108ce3" providerId="AD" clId="Web-{914F749C-BFBD-3265-48C9-DA1184E12E48}" dt="2026-08-13T14:38:28.905" v="17"/>
          <ac:spMkLst>
            <pc:docMk/>
            <pc:sldMk cId="0" sldId="294"/>
            <ac:spMk id="14" creationId="{00000000-0000-0000-0000-000000000000}"/>
          </ac:spMkLst>
        </pc:spChg>
        <pc:spChg chg="mod">
          <ac:chgData name="Jay" userId="S::jay@ikss.kr::ee8e7794-d418-4050-a45e-67762d108ce3" providerId="AD" clId="Web-{914F749C-BFBD-3265-48C9-DA1184E12E48}" dt="2026-08-13T14:10:59.957" v="15"/>
          <ac:spMkLst>
            <pc:docMk/>
            <pc:sldMk cId="0" sldId="294"/>
            <ac:spMk id="15" creationId="{00000000-0000-0000-0000-000000000000}"/>
          </ac:spMkLst>
        </pc:spChg>
        <pc:spChg chg="mod">
          <ac:chgData name="Jay" userId="S::jay@ikss.kr::ee8e7794-d418-4050-a45e-67762d108ce3" providerId="AD" clId="Web-{914F749C-BFBD-3265-48C9-DA1184E12E48}" dt="2026-08-13T14:10:59.957" v="15"/>
          <ac:spMkLst>
            <pc:docMk/>
            <pc:sldMk cId="0" sldId="294"/>
            <ac:spMk id="16" creationId="{00000000-0000-0000-0000-000000000000}"/>
          </ac:spMkLst>
        </pc:spChg>
        <pc:spChg chg="mod">
          <ac:chgData name="Jay" userId="S::jay@ikss.kr::ee8e7794-d418-4050-a45e-67762d108ce3" providerId="AD" clId="Web-{914F749C-BFBD-3265-48C9-DA1184E12E48}" dt="2026-08-13T14:38:28.905" v="17"/>
          <ac:spMkLst>
            <pc:docMk/>
            <pc:sldMk cId="0" sldId="294"/>
            <ac:spMk id="17" creationId="{00000000-0000-0000-0000-000000000000}"/>
          </ac:spMkLst>
        </pc:spChg>
        <pc:spChg chg="mod">
          <ac:chgData name="Jay" userId="S::jay@ikss.kr::ee8e7794-d418-4050-a45e-67762d108ce3" providerId="AD" clId="Web-{914F749C-BFBD-3265-48C9-DA1184E12E48}" dt="2026-08-13T14:10:59.957" v="15"/>
          <ac:spMkLst>
            <pc:docMk/>
            <pc:sldMk cId="0" sldId="294"/>
            <ac:spMk id="18" creationId="{00000000-0000-0000-0000-000000000000}"/>
          </ac:spMkLst>
        </pc:spChg>
        <pc:spChg chg="mod">
          <ac:chgData name="Jay" userId="S::jay@ikss.kr::ee8e7794-d418-4050-a45e-67762d108ce3" providerId="AD" clId="Web-{914F749C-BFBD-3265-48C9-DA1184E12E48}" dt="2026-08-13T14:38:28.905" v="17"/>
          <ac:spMkLst>
            <pc:docMk/>
            <pc:sldMk cId="0" sldId="294"/>
            <ac:spMk id="20" creationId="{00000000-0000-0000-0000-000000000000}"/>
          </ac:spMkLst>
        </pc:spChg>
        <pc:spChg chg="mod">
          <ac:chgData name="Jay" userId="S::jay@ikss.kr::ee8e7794-d418-4050-a45e-67762d108ce3" providerId="AD" clId="Web-{914F749C-BFBD-3265-48C9-DA1184E12E48}" dt="2026-08-13T14:10:59.957" v="15"/>
          <ac:spMkLst>
            <pc:docMk/>
            <pc:sldMk cId="0" sldId="294"/>
            <ac:spMk id="21" creationId="{00000000-0000-0000-0000-000000000000}"/>
          </ac:spMkLst>
        </pc:spChg>
        <pc:spChg chg="mod">
          <ac:chgData name="Jay" userId="S::jay@ikss.kr::ee8e7794-d418-4050-a45e-67762d108ce3" providerId="AD" clId="Web-{914F749C-BFBD-3265-48C9-DA1184E12E48}" dt="2026-08-13T14:38:28.905" v="17"/>
          <ac:spMkLst>
            <pc:docMk/>
            <pc:sldMk cId="0" sldId="294"/>
            <ac:spMk id="27" creationId="{00000000-0000-0000-0000-000000000000}"/>
          </ac:spMkLst>
        </pc:spChg>
        <pc:spChg chg="add">
          <ac:chgData name="Jay" userId="S::jay@ikss.kr::ee8e7794-d418-4050-a45e-67762d108ce3" providerId="AD" clId="Web-{914F749C-BFBD-3265-48C9-DA1184E12E48}" dt="2026-08-13T14:38:28.905" v="17"/>
          <ac:spMkLst>
            <pc:docMk/>
            <pc:sldMk cId="0" sldId="294"/>
            <ac:spMk id="31" creationId="{00000000-0000-0000-0000-000000000000}"/>
          </ac:spMkLst>
        </pc:spChg>
        <pc:spChg chg="add">
          <ac:chgData name="Jay" userId="S::jay@ikss.kr::ee8e7794-d418-4050-a45e-67762d108ce3" providerId="AD" clId="Web-{914F749C-BFBD-3265-48C9-DA1184E12E48}" dt="2026-08-13T14:38:28.905" v="17"/>
          <ac:spMkLst>
            <pc:docMk/>
            <pc:sldMk cId="0" sldId="294"/>
            <ac:spMk id="33"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295"/>
        </pc:sldMkLst>
        <pc:spChg chg="mod">
          <ac:chgData name="Jay" userId="S::jay@ikss.kr::ee8e7794-d418-4050-a45e-67762d108ce3" providerId="AD" clId="Web-{914F749C-BFBD-3265-48C9-DA1184E12E48}" dt="2026-08-13T14:38:28.905" v="17"/>
          <ac:spMkLst>
            <pc:docMk/>
            <pc:sldMk cId="0" sldId="295"/>
            <ac:spMk id="3" creationId="{00000000-0000-0000-0000-000000000000}"/>
          </ac:spMkLst>
        </pc:spChg>
        <pc:spChg chg="mod">
          <ac:chgData name="Jay" userId="S::jay@ikss.kr::ee8e7794-d418-4050-a45e-67762d108ce3" providerId="AD" clId="Web-{914F749C-BFBD-3265-48C9-DA1184E12E48}" dt="2026-08-13T14:38:28.905" v="17"/>
          <ac:spMkLst>
            <pc:docMk/>
            <pc:sldMk cId="0" sldId="295"/>
            <ac:spMk id="9" creationId="{00000000-0000-0000-0000-000000000000}"/>
          </ac:spMkLst>
        </pc:spChg>
        <pc:spChg chg="add">
          <ac:chgData name="Jay" userId="S::jay@ikss.kr::ee8e7794-d418-4050-a45e-67762d108ce3" providerId="AD" clId="Web-{914F749C-BFBD-3265-48C9-DA1184E12E48}" dt="2026-08-13T14:38:28.905" v="17"/>
          <ac:spMkLst>
            <pc:docMk/>
            <pc:sldMk cId="0" sldId="295"/>
            <ac:spMk id="10" creationId="{00000000-0000-0000-0000-000000000000}"/>
          </ac:spMkLst>
        </pc:spChg>
        <pc:spChg chg="mod">
          <ac:chgData name="Jay" userId="S::jay@ikss.kr::ee8e7794-d418-4050-a45e-67762d108ce3" providerId="AD" clId="Web-{914F749C-BFBD-3265-48C9-DA1184E12E48}" dt="2026-08-13T14:10:59.957" v="15"/>
          <ac:spMkLst>
            <pc:docMk/>
            <pc:sldMk cId="0" sldId="295"/>
            <ac:spMk id="11" creationId="{00000000-0000-0000-0000-000000000000}"/>
          </ac:spMkLst>
        </pc:spChg>
        <pc:spChg chg="mod">
          <ac:chgData name="Jay" userId="S::jay@ikss.kr::ee8e7794-d418-4050-a45e-67762d108ce3" providerId="AD" clId="Web-{914F749C-BFBD-3265-48C9-DA1184E12E48}" dt="2026-08-13T14:10:59.957" v="15"/>
          <ac:spMkLst>
            <pc:docMk/>
            <pc:sldMk cId="0" sldId="295"/>
            <ac:spMk id="12" creationId="{00000000-0000-0000-0000-000000000000}"/>
          </ac:spMkLst>
        </pc:spChg>
        <pc:spChg chg="mod">
          <ac:chgData name="Jay" userId="S::jay@ikss.kr::ee8e7794-d418-4050-a45e-67762d108ce3" providerId="AD" clId="Web-{914F749C-BFBD-3265-48C9-DA1184E12E48}" dt="2026-08-13T14:38:28.905" v="17"/>
          <ac:spMkLst>
            <pc:docMk/>
            <pc:sldMk cId="0" sldId="295"/>
            <ac:spMk id="13" creationId="{00000000-0000-0000-0000-000000000000}"/>
          </ac:spMkLst>
        </pc:spChg>
        <pc:spChg chg="mod">
          <ac:chgData name="Jay" userId="S::jay@ikss.kr::ee8e7794-d418-4050-a45e-67762d108ce3" providerId="AD" clId="Web-{914F749C-BFBD-3265-48C9-DA1184E12E48}" dt="2026-08-13T14:38:28.905" v="17"/>
          <ac:spMkLst>
            <pc:docMk/>
            <pc:sldMk cId="0" sldId="295"/>
            <ac:spMk id="14" creationId="{00000000-0000-0000-0000-000000000000}"/>
          </ac:spMkLst>
        </pc:spChg>
        <pc:spChg chg="mod">
          <ac:chgData name="Jay" userId="S::jay@ikss.kr::ee8e7794-d418-4050-a45e-67762d108ce3" providerId="AD" clId="Web-{914F749C-BFBD-3265-48C9-DA1184E12E48}" dt="2026-08-13T14:38:28.905" v="17"/>
          <ac:spMkLst>
            <pc:docMk/>
            <pc:sldMk cId="0" sldId="295"/>
            <ac:spMk id="16" creationId="{00000000-0000-0000-0000-000000000000}"/>
          </ac:spMkLst>
        </pc:spChg>
        <pc:spChg chg="mod">
          <ac:chgData name="Jay" userId="S::jay@ikss.kr::ee8e7794-d418-4050-a45e-67762d108ce3" providerId="AD" clId="Web-{914F749C-BFBD-3265-48C9-DA1184E12E48}" dt="2026-08-13T14:38:28.905" v="17"/>
          <ac:spMkLst>
            <pc:docMk/>
            <pc:sldMk cId="0" sldId="295"/>
            <ac:spMk id="18" creationId="{00000000-0000-0000-0000-000000000000}"/>
          </ac:spMkLst>
        </pc:spChg>
        <pc:spChg chg="mod">
          <ac:chgData name="Jay" userId="S::jay@ikss.kr::ee8e7794-d418-4050-a45e-67762d108ce3" providerId="AD" clId="Web-{914F749C-BFBD-3265-48C9-DA1184E12E48}" dt="2026-08-13T14:38:28.905" v="17"/>
          <ac:spMkLst>
            <pc:docMk/>
            <pc:sldMk cId="0" sldId="295"/>
            <ac:spMk id="20" creationId="{00000000-0000-0000-0000-000000000000}"/>
          </ac:spMkLst>
        </pc:spChg>
        <pc:spChg chg="mod">
          <ac:chgData name="Jay" userId="S::jay@ikss.kr::ee8e7794-d418-4050-a45e-67762d108ce3" providerId="AD" clId="Web-{914F749C-BFBD-3265-48C9-DA1184E12E48}" dt="2026-08-13T14:38:28.905" v="17"/>
          <ac:spMkLst>
            <pc:docMk/>
            <pc:sldMk cId="0" sldId="295"/>
            <ac:spMk id="21" creationId="{00000000-0000-0000-0000-000000000000}"/>
          </ac:spMkLst>
        </pc:spChg>
        <pc:spChg chg="del mod">
          <ac:chgData name="Jay" userId="S::jay@ikss.kr::ee8e7794-d418-4050-a45e-67762d108ce3" providerId="AD" clId="Web-{914F749C-BFBD-3265-48C9-DA1184E12E48}" dt="2026-08-13T14:10:59.957" v="15"/>
          <ac:spMkLst>
            <pc:docMk/>
            <pc:sldMk cId="0" sldId="295"/>
            <ac:spMk id="22" creationId="{00000000-0000-0000-0000-000000000000}"/>
          </ac:spMkLst>
        </pc:spChg>
        <pc:spChg chg="del mod">
          <ac:chgData name="Jay" userId="S::jay@ikss.kr::ee8e7794-d418-4050-a45e-67762d108ce3" providerId="AD" clId="Web-{914F749C-BFBD-3265-48C9-DA1184E12E48}" dt="2026-08-13T14:10:59.957" v="15"/>
          <ac:spMkLst>
            <pc:docMk/>
            <pc:sldMk cId="0" sldId="295"/>
            <ac:spMk id="23" creationId="{00000000-0000-0000-0000-000000000000}"/>
          </ac:spMkLst>
        </pc:spChg>
        <pc:spChg chg="add del">
          <ac:chgData name="Jay" userId="S::jay@ikss.kr::ee8e7794-d418-4050-a45e-67762d108ce3" providerId="AD" clId="Web-{914F749C-BFBD-3265-48C9-DA1184E12E48}" dt="2026-08-13T14:10:59.957" v="15"/>
          <ac:spMkLst>
            <pc:docMk/>
            <pc:sldMk cId="0" sldId="295"/>
            <ac:spMk id="25" creationId="{00000000-0000-0000-0000-000000000000}"/>
          </ac:spMkLst>
        </pc:spChg>
        <pc:spChg chg="add del">
          <ac:chgData name="Jay" userId="S::jay@ikss.kr::ee8e7794-d418-4050-a45e-67762d108ce3" providerId="AD" clId="Web-{914F749C-BFBD-3265-48C9-DA1184E12E48}" dt="2026-08-13T14:38:28.905" v="17"/>
          <ac:spMkLst>
            <pc:docMk/>
            <pc:sldMk cId="0" sldId="295"/>
            <ac:spMk id="27"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296"/>
        </pc:sldMkLst>
        <pc:spChg chg="mod">
          <ac:chgData name="Jay" userId="S::jay@ikss.kr::ee8e7794-d418-4050-a45e-67762d108ce3" providerId="AD" clId="Web-{914F749C-BFBD-3265-48C9-DA1184E12E48}" dt="2026-08-13T14:38:28.905" v="17"/>
          <ac:spMkLst>
            <pc:docMk/>
            <pc:sldMk cId="0" sldId="296"/>
            <ac:spMk id="4" creationId="{00000000-0000-0000-0000-000000000000}"/>
          </ac:spMkLst>
        </pc:spChg>
        <pc:spChg chg="mod">
          <ac:chgData name="Jay" userId="S::jay@ikss.kr::ee8e7794-d418-4050-a45e-67762d108ce3" providerId="AD" clId="Web-{914F749C-BFBD-3265-48C9-DA1184E12E48}" dt="2026-08-13T14:38:28.905" v="17"/>
          <ac:spMkLst>
            <pc:docMk/>
            <pc:sldMk cId="0" sldId="296"/>
            <ac:spMk id="6" creationId="{00000000-0000-0000-0000-000000000000}"/>
          </ac:spMkLst>
        </pc:spChg>
        <pc:spChg chg="mod">
          <ac:chgData name="Jay" userId="S::jay@ikss.kr::ee8e7794-d418-4050-a45e-67762d108ce3" providerId="AD" clId="Web-{914F749C-BFBD-3265-48C9-DA1184E12E48}" dt="2026-08-13T14:38:28.905" v="17"/>
          <ac:spMkLst>
            <pc:docMk/>
            <pc:sldMk cId="0" sldId="296"/>
            <ac:spMk id="9" creationId="{00000000-0000-0000-0000-000000000000}"/>
          </ac:spMkLst>
        </pc:spChg>
        <pc:spChg chg="mod">
          <ac:chgData name="Jay" userId="S::jay@ikss.kr::ee8e7794-d418-4050-a45e-67762d108ce3" providerId="AD" clId="Web-{914F749C-BFBD-3265-48C9-DA1184E12E48}" dt="2026-08-13T14:10:59.957" v="15"/>
          <ac:spMkLst>
            <pc:docMk/>
            <pc:sldMk cId="0" sldId="296"/>
            <ac:spMk id="11" creationId="{00000000-0000-0000-0000-000000000000}"/>
          </ac:spMkLst>
        </pc:spChg>
        <pc:spChg chg="mod">
          <ac:chgData name="Jay" userId="S::jay@ikss.kr::ee8e7794-d418-4050-a45e-67762d108ce3" providerId="AD" clId="Web-{914F749C-BFBD-3265-48C9-DA1184E12E48}" dt="2026-08-13T14:10:59.957" v="15"/>
          <ac:spMkLst>
            <pc:docMk/>
            <pc:sldMk cId="0" sldId="296"/>
            <ac:spMk id="13" creationId="{00000000-0000-0000-0000-000000000000}"/>
          </ac:spMkLst>
        </pc:spChg>
        <pc:spChg chg="mod">
          <ac:chgData name="Jay" userId="S::jay@ikss.kr::ee8e7794-d418-4050-a45e-67762d108ce3" providerId="AD" clId="Web-{914F749C-BFBD-3265-48C9-DA1184E12E48}" dt="2026-08-13T14:10:59.957" v="15"/>
          <ac:spMkLst>
            <pc:docMk/>
            <pc:sldMk cId="0" sldId="296"/>
            <ac:spMk id="14" creationId="{00000000-0000-0000-0000-000000000000}"/>
          </ac:spMkLst>
        </pc:spChg>
        <pc:spChg chg="mod">
          <ac:chgData name="Jay" userId="S::jay@ikss.kr::ee8e7794-d418-4050-a45e-67762d108ce3" providerId="AD" clId="Web-{914F749C-BFBD-3265-48C9-DA1184E12E48}" dt="2026-08-13T14:38:28.905" v="17"/>
          <ac:spMkLst>
            <pc:docMk/>
            <pc:sldMk cId="0" sldId="296"/>
            <ac:spMk id="15" creationId="{00000000-0000-0000-0000-000000000000}"/>
          </ac:spMkLst>
        </pc:spChg>
        <pc:spChg chg="mod">
          <ac:chgData name="Jay" userId="S::jay@ikss.kr::ee8e7794-d418-4050-a45e-67762d108ce3" providerId="AD" clId="Web-{914F749C-BFBD-3265-48C9-DA1184E12E48}" dt="2026-08-13T14:10:59.957" v="15"/>
          <ac:spMkLst>
            <pc:docMk/>
            <pc:sldMk cId="0" sldId="296"/>
            <ac:spMk id="16" creationId="{00000000-0000-0000-0000-000000000000}"/>
          </ac:spMkLst>
        </pc:spChg>
        <pc:spChg chg="mod">
          <ac:chgData name="Jay" userId="S::jay@ikss.kr::ee8e7794-d418-4050-a45e-67762d108ce3" providerId="AD" clId="Web-{914F749C-BFBD-3265-48C9-DA1184E12E48}" dt="2026-08-13T14:38:28.905" v="17"/>
          <ac:spMkLst>
            <pc:docMk/>
            <pc:sldMk cId="0" sldId="296"/>
            <ac:spMk id="17" creationId="{00000000-0000-0000-0000-000000000000}"/>
          </ac:spMkLst>
        </pc:spChg>
        <pc:spChg chg="mod">
          <ac:chgData name="Jay" userId="S::jay@ikss.kr::ee8e7794-d418-4050-a45e-67762d108ce3" providerId="AD" clId="Web-{914F749C-BFBD-3265-48C9-DA1184E12E48}" dt="2026-08-13T14:38:28.905" v="17"/>
          <ac:spMkLst>
            <pc:docMk/>
            <pc:sldMk cId="0" sldId="296"/>
            <ac:spMk id="18" creationId="{00000000-0000-0000-0000-000000000000}"/>
          </ac:spMkLst>
        </pc:spChg>
        <pc:spChg chg="mod">
          <ac:chgData name="Jay" userId="S::jay@ikss.kr::ee8e7794-d418-4050-a45e-67762d108ce3" providerId="AD" clId="Web-{914F749C-BFBD-3265-48C9-DA1184E12E48}" dt="2026-08-13T14:38:28.905" v="17"/>
          <ac:spMkLst>
            <pc:docMk/>
            <pc:sldMk cId="0" sldId="296"/>
            <ac:spMk id="19"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297"/>
        </pc:sldMkLst>
        <pc:spChg chg="mod">
          <ac:chgData name="Jay" userId="S::jay@ikss.kr::ee8e7794-d418-4050-a45e-67762d108ce3" providerId="AD" clId="Web-{914F749C-BFBD-3265-48C9-DA1184E12E48}" dt="2026-08-13T14:10:59.957" v="15"/>
          <ac:spMkLst>
            <pc:docMk/>
            <pc:sldMk cId="0" sldId="297"/>
            <ac:spMk id="3" creationId="{00000000-0000-0000-0000-000000000000}"/>
          </ac:spMkLst>
        </pc:spChg>
        <pc:spChg chg="mod">
          <ac:chgData name="Jay" userId="S::jay@ikss.kr::ee8e7794-d418-4050-a45e-67762d108ce3" providerId="AD" clId="Web-{914F749C-BFBD-3265-48C9-DA1184E12E48}" dt="2026-08-13T14:38:28.905" v="17"/>
          <ac:spMkLst>
            <pc:docMk/>
            <pc:sldMk cId="0" sldId="297"/>
            <ac:spMk id="4" creationId="{00000000-0000-0000-0000-000000000000}"/>
          </ac:spMkLst>
        </pc:spChg>
        <pc:spChg chg="mod">
          <ac:chgData name="Jay" userId="S::jay@ikss.kr::ee8e7794-d418-4050-a45e-67762d108ce3" providerId="AD" clId="Web-{914F749C-BFBD-3265-48C9-DA1184E12E48}" dt="2026-08-13T14:38:28.905" v="17"/>
          <ac:spMkLst>
            <pc:docMk/>
            <pc:sldMk cId="0" sldId="297"/>
            <ac:spMk id="9" creationId="{00000000-0000-0000-0000-000000000000}"/>
          </ac:spMkLst>
        </pc:spChg>
        <pc:spChg chg="mod">
          <ac:chgData name="Jay" userId="S::jay@ikss.kr::ee8e7794-d418-4050-a45e-67762d108ce3" providerId="AD" clId="Web-{914F749C-BFBD-3265-48C9-DA1184E12E48}" dt="2026-08-13T14:38:28.905" v="17"/>
          <ac:spMkLst>
            <pc:docMk/>
            <pc:sldMk cId="0" sldId="297"/>
            <ac:spMk id="11" creationId="{00000000-0000-0000-0000-000000000000}"/>
          </ac:spMkLst>
        </pc:spChg>
        <pc:spChg chg="mod">
          <ac:chgData name="Jay" userId="S::jay@ikss.kr::ee8e7794-d418-4050-a45e-67762d108ce3" providerId="AD" clId="Web-{914F749C-BFBD-3265-48C9-DA1184E12E48}" dt="2026-08-13T14:10:59.957" v="15"/>
          <ac:spMkLst>
            <pc:docMk/>
            <pc:sldMk cId="0" sldId="297"/>
            <ac:spMk id="12" creationId="{00000000-0000-0000-0000-000000000000}"/>
          </ac:spMkLst>
        </pc:spChg>
        <pc:spChg chg="mod">
          <ac:chgData name="Jay" userId="S::jay@ikss.kr::ee8e7794-d418-4050-a45e-67762d108ce3" providerId="AD" clId="Web-{914F749C-BFBD-3265-48C9-DA1184E12E48}" dt="2026-08-13T14:10:59.957" v="15"/>
          <ac:spMkLst>
            <pc:docMk/>
            <pc:sldMk cId="0" sldId="297"/>
            <ac:spMk id="13" creationId="{00000000-0000-0000-0000-000000000000}"/>
          </ac:spMkLst>
        </pc:spChg>
        <pc:spChg chg="mod">
          <ac:chgData name="Jay" userId="S::jay@ikss.kr::ee8e7794-d418-4050-a45e-67762d108ce3" providerId="AD" clId="Web-{914F749C-BFBD-3265-48C9-DA1184E12E48}" dt="2026-08-13T14:38:28.905" v="17"/>
          <ac:spMkLst>
            <pc:docMk/>
            <pc:sldMk cId="0" sldId="297"/>
            <ac:spMk id="14" creationId="{00000000-0000-0000-0000-000000000000}"/>
          </ac:spMkLst>
        </pc:spChg>
        <pc:spChg chg="mod">
          <ac:chgData name="Jay" userId="S::jay@ikss.kr::ee8e7794-d418-4050-a45e-67762d108ce3" providerId="AD" clId="Web-{914F749C-BFBD-3265-48C9-DA1184E12E48}" dt="2026-08-13T14:38:28.905" v="17"/>
          <ac:spMkLst>
            <pc:docMk/>
            <pc:sldMk cId="0" sldId="297"/>
            <ac:spMk id="15" creationId="{00000000-0000-0000-0000-000000000000}"/>
          </ac:spMkLst>
        </pc:spChg>
        <pc:spChg chg="mod">
          <ac:chgData name="Jay" userId="S::jay@ikss.kr::ee8e7794-d418-4050-a45e-67762d108ce3" providerId="AD" clId="Web-{914F749C-BFBD-3265-48C9-DA1184E12E48}" dt="2026-08-13T14:38:28.905" v="17"/>
          <ac:spMkLst>
            <pc:docMk/>
            <pc:sldMk cId="0" sldId="297"/>
            <ac:spMk id="18" creationId="{00000000-0000-0000-0000-000000000000}"/>
          </ac:spMkLst>
        </pc:spChg>
        <pc:spChg chg="mod">
          <ac:chgData name="Jay" userId="S::jay@ikss.kr::ee8e7794-d418-4050-a45e-67762d108ce3" providerId="AD" clId="Web-{914F749C-BFBD-3265-48C9-DA1184E12E48}" dt="2026-08-13T14:38:28.905" v="17"/>
          <ac:spMkLst>
            <pc:docMk/>
            <pc:sldMk cId="0" sldId="297"/>
            <ac:spMk id="20" creationId="{00000000-0000-0000-0000-000000000000}"/>
          </ac:spMkLst>
        </pc:spChg>
        <pc:spChg chg="mod">
          <ac:chgData name="Jay" userId="S::jay@ikss.kr::ee8e7794-d418-4050-a45e-67762d108ce3" providerId="AD" clId="Web-{914F749C-BFBD-3265-48C9-DA1184E12E48}" dt="2026-08-13T14:38:28.905" v="17"/>
          <ac:spMkLst>
            <pc:docMk/>
            <pc:sldMk cId="0" sldId="297"/>
            <ac:spMk id="21" creationId="{00000000-0000-0000-0000-000000000000}"/>
          </ac:spMkLst>
        </pc:spChg>
        <pc:spChg chg="mod">
          <ac:chgData name="Jay" userId="S::jay@ikss.kr::ee8e7794-d418-4050-a45e-67762d108ce3" providerId="AD" clId="Web-{914F749C-BFBD-3265-48C9-DA1184E12E48}" dt="2026-08-13T14:38:28.905" v="17"/>
          <ac:spMkLst>
            <pc:docMk/>
            <pc:sldMk cId="0" sldId="297"/>
            <ac:spMk id="23" creationId="{00000000-0000-0000-0000-000000000000}"/>
          </ac:spMkLst>
        </pc:spChg>
        <pc:spChg chg="add mod">
          <ac:chgData name="Jay" userId="S::jay@ikss.kr::ee8e7794-d418-4050-a45e-67762d108ce3" providerId="AD" clId="Web-{914F749C-BFBD-3265-48C9-DA1184E12E48}" dt="2026-08-13T14:38:28.905" v="17"/>
          <ac:spMkLst>
            <pc:docMk/>
            <pc:sldMk cId="0" sldId="297"/>
            <ac:spMk id="24"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298"/>
        </pc:sldMkLst>
        <pc:spChg chg="mod">
          <ac:chgData name="Jay" userId="S::jay@ikss.kr::ee8e7794-d418-4050-a45e-67762d108ce3" providerId="AD" clId="Web-{914F749C-BFBD-3265-48C9-DA1184E12E48}" dt="2026-08-13T13:58:26.374" v="13"/>
          <ac:spMkLst>
            <pc:docMk/>
            <pc:sldMk cId="0" sldId="298"/>
            <ac:spMk id="3" creationId="{00000000-0000-0000-0000-000000000000}"/>
          </ac:spMkLst>
        </pc:spChg>
        <pc:spChg chg="mod">
          <ac:chgData name="Jay" userId="S::jay@ikss.kr::ee8e7794-d418-4050-a45e-67762d108ce3" providerId="AD" clId="Web-{914F749C-BFBD-3265-48C9-DA1184E12E48}" dt="2026-08-13T13:58:26.374" v="13"/>
          <ac:spMkLst>
            <pc:docMk/>
            <pc:sldMk cId="0" sldId="298"/>
            <ac:spMk id="6" creationId="{00000000-0000-0000-0000-000000000000}"/>
          </ac:spMkLst>
        </pc:spChg>
        <pc:spChg chg="mod">
          <ac:chgData name="Jay" userId="S::jay@ikss.kr::ee8e7794-d418-4050-a45e-67762d108ce3" providerId="AD" clId="Web-{914F749C-BFBD-3265-48C9-DA1184E12E48}" dt="2026-08-13T14:38:28.905" v="17"/>
          <ac:spMkLst>
            <pc:docMk/>
            <pc:sldMk cId="0" sldId="298"/>
            <ac:spMk id="8" creationId="{00000000-0000-0000-0000-000000000000}"/>
          </ac:spMkLst>
        </pc:spChg>
        <pc:spChg chg="mod">
          <ac:chgData name="Jay" userId="S::jay@ikss.kr::ee8e7794-d418-4050-a45e-67762d108ce3" providerId="AD" clId="Web-{914F749C-BFBD-3265-48C9-DA1184E12E48}" dt="2026-08-13T14:10:59.957" v="15"/>
          <ac:spMkLst>
            <pc:docMk/>
            <pc:sldMk cId="0" sldId="298"/>
            <ac:spMk id="9" creationId="{00000000-0000-0000-0000-000000000000}"/>
          </ac:spMkLst>
        </pc:spChg>
        <pc:spChg chg="mod">
          <ac:chgData name="Jay" userId="S::jay@ikss.kr::ee8e7794-d418-4050-a45e-67762d108ce3" providerId="AD" clId="Web-{914F749C-BFBD-3265-48C9-DA1184E12E48}" dt="2026-08-13T14:38:28.905" v="17"/>
          <ac:spMkLst>
            <pc:docMk/>
            <pc:sldMk cId="0" sldId="298"/>
            <ac:spMk id="10" creationId="{00000000-0000-0000-0000-000000000000}"/>
          </ac:spMkLst>
        </pc:spChg>
        <pc:spChg chg="mod">
          <ac:chgData name="Jay" userId="S::jay@ikss.kr::ee8e7794-d418-4050-a45e-67762d108ce3" providerId="AD" clId="Web-{914F749C-BFBD-3265-48C9-DA1184E12E48}" dt="2026-08-13T14:38:28.905" v="17"/>
          <ac:spMkLst>
            <pc:docMk/>
            <pc:sldMk cId="0" sldId="298"/>
            <ac:spMk id="11" creationId="{00000000-0000-0000-0000-000000000000}"/>
          </ac:spMkLst>
        </pc:spChg>
        <pc:spChg chg="add">
          <ac:chgData name="Jay" userId="S::jay@ikss.kr::ee8e7794-d418-4050-a45e-67762d108ce3" providerId="AD" clId="Web-{914F749C-BFBD-3265-48C9-DA1184E12E48}" dt="2026-08-13T13:58:26.374" v="13"/>
          <ac:spMkLst>
            <pc:docMk/>
            <pc:sldMk cId="0" sldId="298"/>
            <ac:spMk id="13" creationId="{00000000-0000-0000-0000-000000000000}"/>
          </ac:spMkLst>
        </pc:spChg>
        <pc:spChg chg="add mod">
          <ac:chgData name="Jay" userId="S::jay@ikss.kr::ee8e7794-d418-4050-a45e-67762d108ce3" providerId="AD" clId="Web-{914F749C-BFBD-3265-48C9-DA1184E12E48}" dt="2026-08-13T14:38:28.905" v="17"/>
          <ac:spMkLst>
            <pc:docMk/>
            <pc:sldMk cId="0" sldId="298"/>
            <ac:spMk id="14" creationId="{00000000-0000-0000-0000-000000000000}"/>
          </ac:spMkLst>
        </pc:spChg>
        <pc:spChg chg="add mod">
          <ac:chgData name="Jay" userId="S::jay@ikss.kr::ee8e7794-d418-4050-a45e-67762d108ce3" providerId="AD" clId="Web-{914F749C-BFBD-3265-48C9-DA1184E12E48}" dt="2026-08-13T14:38:28.905" v="17"/>
          <ac:spMkLst>
            <pc:docMk/>
            <pc:sldMk cId="0" sldId="298"/>
            <ac:spMk id="16" creationId="{00000000-0000-0000-0000-000000000000}"/>
          </ac:spMkLst>
        </pc:spChg>
        <pc:spChg chg="add">
          <ac:chgData name="Jay" userId="S::jay@ikss.kr::ee8e7794-d418-4050-a45e-67762d108ce3" providerId="AD" clId="Web-{914F749C-BFBD-3265-48C9-DA1184E12E48}" dt="2026-08-13T13:58:26.374" v="13"/>
          <ac:spMkLst>
            <pc:docMk/>
            <pc:sldMk cId="0" sldId="298"/>
            <ac:spMk id="17" creationId="{00000000-0000-0000-0000-000000000000}"/>
          </ac:spMkLst>
        </pc:spChg>
        <pc:spChg chg="add">
          <ac:chgData name="Jay" userId="S::jay@ikss.kr::ee8e7794-d418-4050-a45e-67762d108ce3" providerId="AD" clId="Web-{914F749C-BFBD-3265-48C9-DA1184E12E48}" dt="2026-08-13T13:58:26.374" v="13"/>
          <ac:spMkLst>
            <pc:docMk/>
            <pc:sldMk cId="0" sldId="298"/>
            <ac:spMk id="18" creationId="{00000000-0000-0000-0000-000000000000}"/>
          </ac:spMkLst>
        </pc:spChg>
        <pc:spChg chg="mod">
          <ac:chgData name="Jay" userId="S::jay@ikss.kr::ee8e7794-d418-4050-a45e-67762d108ce3" providerId="AD" clId="Web-{914F749C-BFBD-3265-48C9-DA1184E12E48}" dt="2026-08-13T14:10:59.957" v="15"/>
          <ac:spMkLst>
            <pc:docMk/>
            <pc:sldMk cId="0" sldId="298"/>
            <ac:spMk id="19" creationId="{00000000-0000-0000-0000-000000000000}"/>
          </ac:spMkLst>
        </pc:spChg>
        <pc:spChg chg="add">
          <ac:chgData name="Jay" userId="S::jay@ikss.kr::ee8e7794-d418-4050-a45e-67762d108ce3" providerId="AD" clId="Web-{914F749C-BFBD-3265-48C9-DA1184E12E48}" dt="2026-08-13T13:58:26.374" v="13"/>
          <ac:spMkLst>
            <pc:docMk/>
            <pc:sldMk cId="0" sldId="298"/>
            <ac:spMk id="20" creationId="{00000000-0000-0000-0000-000000000000}"/>
          </ac:spMkLst>
        </pc:spChg>
        <pc:spChg chg="add">
          <ac:chgData name="Jay" userId="S::jay@ikss.kr::ee8e7794-d418-4050-a45e-67762d108ce3" providerId="AD" clId="Web-{914F749C-BFBD-3265-48C9-DA1184E12E48}" dt="2026-08-13T14:10:59.957" v="15"/>
          <ac:spMkLst>
            <pc:docMk/>
            <pc:sldMk cId="0" sldId="298"/>
            <ac:spMk id="22"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299"/>
        </pc:sldMkLst>
        <pc:spChg chg="add">
          <ac:chgData name="Jay" userId="S::jay@ikss.kr::ee8e7794-d418-4050-a45e-67762d108ce3" providerId="AD" clId="Web-{914F749C-BFBD-3265-48C9-DA1184E12E48}" dt="2026-08-13T14:10:59.957" v="15"/>
          <ac:spMkLst>
            <pc:docMk/>
            <pc:sldMk cId="0" sldId="299"/>
            <ac:spMk id="2" creationId="{00000000-0000-0000-0000-000000000000}"/>
          </ac:spMkLst>
        </pc:spChg>
        <pc:spChg chg="mod">
          <ac:chgData name="Jay" userId="S::jay@ikss.kr::ee8e7794-d418-4050-a45e-67762d108ce3" providerId="AD" clId="Web-{914F749C-BFBD-3265-48C9-DA1184E12E48}" dt="2026-08-13T14:38:28.905" v="17"/>
          <ac:spMkLst>
            <pc:docMk/>
            <pc:sldMk cId="0" sldId="299"/>
            <ac:spMk id="4" creationId="{00000000-0000-0000-0000-000000000000}"/>
          </ac:spMkLst>
        </pc:spChg>
        <pc:spChg chg="mod">
          <ac:chgData name="Jay" userId="S::jay@ikss.kr::ee8e7794-d418-4050-a45e-67762d108ce3" providerId="AD" clId="Web-{914F749C-BFBD-3265-48C9-DA1184E12E48}" dt="2026-08-13T14:10:59.957" v="15"/>
          <ac:spMkLst>
            <pc:docMk/>
            <pc:sldMk cId="0" sldId="299"/>
            <ac:spMk id="5" creationId="{00000000-0000-0000-0000-000000000000}"/>
          </ac:spMkLst>
        </pc:spChg>
        <pc:spChg chg="mod">
          <ac:chgData name="Jay" userId="S::jay@ikss.kr::ee8e7794-d418-4050-a45e-67762d108ce3" providerId="AD" clId="Web-{914F749C-BFBD-3265-48C9-DA1184E12E48}" dt="2026-08-13T14:10:59.957" v="15"/>
          <ac:spMkLst>
            <pc:docMk/>
            <pc:sldMk cId="0" sldId="299"/>
            <ac:spMk id="6" creationId="{00000000-0000-0000-0000-000000000000}"/>
          </ac:spMkLst>
        </pc:spChg>
        <pc:spChg chg="mod">
          <ac:chgData name="Jay" userId="S::jay@ikss.kr::ee8e7794-d418-4050-a45e-67762d108ce3" providerId="AD" clId="Web-{914F749C-BFBD-3265-48C9-DA1184E12E48}" dt="2026-08-13T14:38:28.905" v="17"/>
          <ac:spMkLst>
            <pc:docMk/>
            <pc:sldMk cId="0" sldId="299"/>
            <ac:spMk id="7" creationId="{00000000-0000-0000-0000-000000000000}"/>
          </ac:spMkLst>
        </pc:spChg>
        <pc:spChg chg="mod">
          <ac:chgData name="Jay" userId="S::jay@ikss.kr::ee8e7794-d418-4050-a45e-67762d108ce3" providerId="AD" clId="Web-{914F749C-BFBD-3265-48C9-DA1184E12E48}" dt="2026-08-13T13:58:26.374" v="13"/>
          <ac:spMkLst>
            <pc:docMk/>
            <pc:sldMk cId="0" sldId="299"/>
            <ac:spMk id="8" creationId="{00000000-0000-0000-0000-000000000000}"/>
          </ac:spMkLst>
        </pc:spChg>
        <pc:spChg chg="mod">
          <ac:chgData name="Jay" userId="S::jay@ikss.kr::ee8e7794-d418-4050-a45e-67762d108ce3" providerId="AD" clId="Web-{914F749C-BFBD-3265-48C9-DA1184E12E48}" dt="2026-08-13T14:10:59.957" v="15"/>
          <ac:spMkLst>
            <pc:docMk/>
            <pc:sldMk cId="0" sldId="299"/>
            <ac:spMk id="9" creationId="{00000000-0000-0000-0000-000000000000}"/>
          </ac:spMkLst>
        </pc:spChg>
        <pc:spChg chg="mod">
          <ac:chgData name="Jay" userId="S::jay@ikss.kr::ee8e7794-d418-4050-a45e-67762d108ce3" providerId="AD" clId="Web-{914F749C-BFBD-3265-48C9-DA1184E12E48}" dt="2026-08-13T14:10:59.957" v="15"/>
          <ac:spMkLst>
            <pc:docMk/>
            <pc:sldMk cId="0" sldId="299"/>
            <ac:spMk id="11" creationId="{00000000-0000-0000-0000-000000000000}"/>
          </ac:spMkLst>
        </pc:spChg>
        <pc:spChg chg="add">
          <ac:chgData name="Jay" userId="S::jay@ikss.kr::ee8e7794-d418-4050-a45e-67762d108ce3" providerId="AD" clId="Web-{914F749C-BFBD-3265-48C9-DA1184E12E48}" dt="2026-08-13T14:10:59.957" v="15"/>
          <ac:spMkLst>
            <pc:docMk/>
            <pc:sldMk cId="0" sldId="299"/>
            <ac:spMk id="13" creationId="{00000000-0000-0000-0000-000000000000}"/>
          </ac:spMkLst>
        </pc:spChg>
        <pc:spChg chg="mod">
          <ac:chgData name="Jay" userId="S::jay@ikss.kr::ee8e7794-d418-4050-a45e-67762d108ce3" providerId="AD" clId="Web-{914F749C-BFBD-3265-48C9-DA1184E12E48}" dt="2026-08-13T14:38:28.905" v="17"/>
          <ac:spMkLst>
            <pc:docMk/>
            <pc:sldMk cId="0" sldId="299"/>
            <ac:spMk id="14" creationId="{00000000-0000-0000-0000-000000000000}"/>
          </ac:spMkLst>
        </pc:spChg>
        <pc:spChg chg="add mod">
          <ac:chgData name="Jay" userId="S::jay@ikss.kr::ee8e7794-d418-4050-a45e-67762d108ce3" providerId="AD" clId="Web-{914F749C-BFBD-3265-48C9-DA1184E12E48}" dt="2026-08-13T14:38:28.905" v="17"/>
          <ac:spMkLst>
            <pc:docMk/>
            <pc:sldMk cId="0" sldId="299"/>
            <ac:spMk id="15" creationId="{00000000-0000-0000-0000-000000000000}"/>
          </ac:spMkLst>
        </pc:spChg>
        <pc:spChg chg="add">
          <ac:chgData name="Jay" userId="S::jay@ikss.kr::ee8e7794-d418-4050-a45e-67762d108ce3" providerId="AD" clId="Web-{914F749C-BFBD-3265-48C9-DA1184E12E48}" dt="2026-08-13T14:10:59.957" v="15"/>
          <ac:spMkLst>
            <pc:docMk/>
            <pc:sldMk cId="0" sldId="299"/>
            <ac:spMk id="16" creationId="{00000000-0000-0000-0000-000000000000}"/>
          </ac:spMkLst>
        </pc:spChg>
        <pc:spChg chg="mod">
          <ac:chgData name="Jay" userId="S::jay@ikss.kr::ee8e7794-d418-4050-a45e-67762d108ce3" providerId="AD" clId="Web-{914F749C-BFBD-3265-48C9-DA1184E12E48}" dt="2026-08-13T14:38:28.905" v="17"/>
          <ac:spMkLst>
            <pc:docMk/>
            <pc:sldMk cId="0" sldId="299"/>
            <ac:spMk id="17" creationId="{00000000-0000-0000-0000-000000000000}"/>
          </ac:spMkLst>
        </pc:spChg>
        <pc:spChg chg="mod">
          <ac:chgData name="Jay" userId="S::jay@ikss.kr::ee8e7794-d418-4050-a45e-67762d108ce3" providerId="AD" clId="Web-{914F749C-BFBD-3265-48C9-DA1184E12E48}" dt="2026-08-13T14:38:28.905" v="17"/>
          <ac:spMkLst>
            <pc:docMk/>
            <pc:sldMk cId="0" sldId="299"/>
            <ac:spMk id="18" creationId="{00000000-0000-0000-0000-000000000000}"/>
          </ac:spMkLst>
        </pc:spChg>
        <pc:spChg chg="add del">
          <ac:chgData name="Jay" userId="S::jay@ikss.kr::ee8e7794-d418-4050-a45e-67762d108ce3" providerId="AD" clId="Web-{914F749C-BFBD-3265-48C9-DA1184E12E48}" dt="2026-08-13T14:10:59.957" v="15"/>
          <ac:spMkLst>
            <pc:docMk/>
            <pc:sldMk cId="0" sldId="299"/>
            <ac:spMk id="20" creationId="{00000000-0000-0000-0000-000000000000}"/>
          </ac:spMkLst>
        </pc:spChg>
        <pc:spChg chg="add">
          <ac:chgData name="Jay" userId="S::jay@ikss.kr::ee8e7794-d418-4050-a45e-67762d108ce3" providerId="AD" clId="Web-{914F749C-BFBD-3265-48C9-DA1184E12E48}" dt="2026-08-13T14:38:28.905" v="17"/>
          <ac:spMkLst>
            <pc:docMk/>
            <pc:sldMk cId="0" sldId="299"/>
            <ac:spMk id="21" creationId="{00000000-0000-0000-0000-000000000000}"/>
          </ac:spMkLst>
        </pc:spChg>
        <pc:spChg chg="del">
          <ac:chgData name="Jay" userId="S::jay@ikss.kr::ee8e7794-d418-4050-a45e-67762d108ce3" providerId="AD" clId="Web-{914F749C-BFBD-3265-48C9-DA1184E12E48}" dt="2026-08-13T13:58:26.374" v="13"/>
          <ac:spMkLst>
            <pc:docMk/>
            <pc:sldMk cId="0" sldId="299"/>
            <ac:spMk id="22" creationId="{00000000-0000-0000-0000-000000000000}"/>
          </ac:spMkLst>
        </pc:spChg>
        <pc:spChg chg="add">
          <ac:chgData name="Jay" userId="S::jay@ikss.kr::ee8e7794-d418-4050-a45e-67762d108ce3" providerId="AD" clId="Web-{914F749C-BFBD-3265-48C9-DA1184E12E48}" dt="2026-08-13T14:38:28.905" v="17"/>
          <ac:spMkLst>
            <pc:docMk/>
            <pc:sldMk cId="0" sldId="299"/>
            <ac:spMk id="25" creationId="{00000000-0000-0000-0000-000000000000}"/>
          </ac:spMkLst>
        </pc:spChg>
        <pc:spChg chg="del">
          <ac:chgData name="Jay" userId="S::jay@ikss.kr::ee8e7794-d418-4050-a45e-67762d108ce3" providerId="AD" clId="Web-{914F749C-BFBD-3265-48C9-DA1184E12E48}" dt="2026-08-13T13:58:26.374" v="13"/>
          <ac:spMkLst>
            <pc:docMk/>
            <pc:sldMk cId="0" sldId="299"/>
            <ac:spMk id="28" creationId="{00000000-0000-0000-0000-000000000000}"/>
          </ac:spMkLst>
        </pc:spChg>
        <pc:spChg chg="del">
          <ac:chgData name="Jay" userId="S::jay@ikss.kr::ee8e7794-d418-4050-a45e-67762d108ce3" providerId="AD" clId="Web-{914F749C-BFBD-3265-48C9-DA1184E12E48}" dt="2026-08-13T13:58:26.374" v="13"/>
          <ac:spMkLst>
            <pc:docMk/>
            <pc:sldMk cId="0" sldId="299"/>
            <ac:spMk id="30" creationId="{00000000-0000-0000-0000-000000000000}"/>
          </ac:spMkLst>
        </pc:spChg>
        <pc:spChg chg="add del">
          <ac:chgData name="Jay" userId="S::jay@ikss.kr::ee8e7794-d418-4050-a45e-67762d108ce3" providerId="AD" clId="Web-{914F749C-BFBD-3265-48C9-DA1184E12E48}" dt="2026-08-13T14:38:28.905" v="17"/>
          <ac:spMkLst>
            <pc:docMk/>
            <pc:sldMk cId="0" sldId="299"/>
            <ac:spMk id="31" creationId="{00000000-0000-0000-0000-000000000000}"/>
          </ac:spMkLst>
        </pc:spChg>
        <pc:spChg chg="del mod replId">
          <ac:chgData name="Jay" userId="S::jay@ikss.kr::ee8e7794-d418-4050-a45e-67762d108ce3" providerId="AD" clId="Web-{914F749C-BFBD-3265-48C9-DA1184E12E48}" dt="2026-08-13T13:58:26.374" v="13"/>
          <ac:spMkLst>
            <pc:docMk/>
            <pc:sldMk cId="0" sldId="299"/>
            <ac:spMk id="35" creationId="{00000000-0000-0000-0000-000000000000}"/>
          </ac:spMkLst>
        </pc:spChg>
        <pc:spChg chg="add">
          <ac:chgData name="Jay" userId="S::jay@ikss.kr::ee8e7794-d418-4050-a45e-67762d108ce3" providerId="AD" clId="Web-{914F749C-BFBD-3265-48C9-DA1184E12E48}" dt="2026-08-13T14:38:28.905" v="17"/>
          <ac:spMkLst>
            <pc:docMk/>
            <pc:sldMk cId="0" sldId="299"/>
            <ac:spMk id="38"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300"/>
        </pc:sldMkLst>
        <pc:spChg chg="mod">
          <ac:chgData name="Jay" userId="S::jay@ikss.kr::ee8e7794-d418-4050-a45e-67762d108ce3" providerId="AD" clId="Web-{914F749C-BFBD-3265-48C9-DA1184E12E48}" dt="2026-08-13T14:10:59.957" v="15"/>
          <ac:spMkLst>
            <pc:docMk/>
            <pc:sldMk cId="0" sldId="300"/>
            <ac:spMk id="3" creationId="{00000000-0000-0000-0000-000000000000}"/>
          </ac:spMkLst>
        </pc:spChg>
        <pc:spChg chg="mod">
          <ac:chgData name="Jay" userId="S::jay@ikss.kr::ee8e7794-d418-4050-a45e-67762d108ce3" providerId="AD" clId="Web-{914F749C-BFBD-3265-48C9-DA1184E12E48}" dt="2026-08-13T14:38:28.905" v="17"/>
          <ac:spMkLst>
            <pc:docMk/>
            <pc:sldMk cId="0" sldId="300"/>
            <ac:spMk id="4" creationId="{00000000-0000-0000-0000-000000000000}"/>
          </ac:spMkLst>
        </pc:spChg>
        <pc:spChg chg="mod">
          <ac:chgData name="Jay" userId="S::jay@ikss.kr::ee8e7794-d418-4050-a45e-67762d108ce3" providerId="AD" clId="Web-{914F749C-BFBD-3265-48C9-DA1184E12E48}" dt="2026-08-13T14:10:59.957" v="15"/>
          <ac:spMkLst>
            <pc:docMk/>
            <pc:sldMk cId="0" sldId="300"/>
            <ac:spMk id="5" creationId="{00000000-0000-0000-0000-000000000000}"/>
          </ac:spMkLst>
        </pc:spChg>
        <pc:spChg chg="mod">
          <ac:chgData name="Jay" userId="S::jay@ikss.kr::ee8e7794-d418-4050-a45e-67762d108ce3" providerId="AD" clId="Web-{914F749C-BFBD-3265-48C9-DA1184E12E48}" dt="2026-08-13T14:10:59.957" v="15"/>
          <ac:spMkLst>
            <pc:docMk/>
            <pc:sldMk cId="0" sldId="300"/>
            <ac:spMk id="6" creationId="{00000000-0000-0000-0000-000000000000}"/>
          </ac:spMkLst>
        </pc:spChg>
        <pc:spChg chg="add mod">
          <ac:chgData name="Jay" userId="S::jay@ikss.kr::ee8e7794-d418-4050-a45e-67762d108ce3" providerId="AD" clId="Web-{914F749C-BFBD-3265-48C9-DA1184E12E48}" dt="2026-08-13T14:38:28.905" v="17"/>
          <ac:spMkLst>
            <pc:docMk/>
            <pc:sldMk cId="0" sldId="300"/>
            <ac:spMk id="10" creationId="{00000000-0000-0000-0000-000000000000}"/>
          </ac:spMkLst>
        </pc:spChg>
        <pc:spChg chg="mod">
          <ac:chgData name="Jay" userId="S::jay@ikss.kr::ee8e7794-d418-4050-a45e-67762d108ce3" providerId="AD" clId="Web-{914F749C-BFBD-3265-48C9-DA1184E12E48}" dt="2026-08-13T14:38:28.905" v="17"/>
          <ac:spMkLst>
            <pc:docMk/>
            <pc:sldMk cId="0" sldId="300"/>
            <ac:spMk id="11" creationId="{00000000-0000-0000-0000-000000000000}"/>
          </ac:spMkLst>
        </pc:spChg>
        <pc:spChg chg="mod">
          <ac:chgData name="Jay" userId="S::jay@ikss.kr::ee8e7794-d418-4050-a45e-67762d108ce3" providerId="AD" clId="Web-{914F749C-BFBD-3265-48C9-DA1184E12E48}" dt="2026-08-13T14:38:28.905" v="17"/>
          <ac:spMkLst>
            <pc:docMk/>
            <pc:sldMk cId="0" sldId="300"/>
            <ac:spMk id="12" creationId="{00000000-0000-0000-0000-000000000000}"/>
          </ac:spMkLst>
        </pc:spChg>
        <pc:spChg chg="mod">
          <ac:chgData name="Jay" userId="S::jay@ikss.kr::ee8e7794-d418-4050-a45e-67762d108ce3" providerId="AD" clId="Web-{914F749C-BFBD-3265-48C9-DA1184E12E48}" dt="2026-08-13T13:58:26.374" v="13"/>
          <ac:spMkLst>
            <pc:docMk/>
            <pc:sldMk cId="0" sldId="300"/>
            <ac:spMk id="13" creationId="{00000000-0000-0000-0000-000000000000}"/>
          </ac:spMkLst>
        </pc:spChg>
        <pc:spChg chg="add">
          <ac:chgData name="Jay" userId="S::jay@ikss.kr::ee8e7794-d418-4050-a45e-67762d108ce3" providerId="AD" clId="Web-{914F749C-BFBD-3265-48C9-DA1184E12E48}" dt="2026-08-13T14:38:28.905" v="17"/>
          <ac:spMkLst>
            <pc:docMk/>
            <pc:sldMk cId="0" sldId="300"/>
            <ac:spMk id="14" creationId="{00000000-0000-0000-0000-000000000000}"/>
          </ac:spMkLst>
        </pc:spChg>
        <pc:spChg chg="add del">
          <ac:chgData name="Jay" userId="S::jay@ikss.kr::ee8e7794-d418-4050-a45e-67762d108ce3" providerId="AD" clId="Web-{914F749C-BFBD-3265-48C9-DA1184E12E48}" dt="2026-08-13T14:38:28.905" v="17"/>
          <ac:spMkLst>
            <pc:docMk/>
            <pc:sldMk cId="0" sldId="300"/>
            <ac:spMk id="15" creationId="{00000000-0000-0000-0000-000000000000}"/>
          </ac:spMkLst>
        </pc:spChg>
        <pc:spChg chg="add">
          <ac:chgData name="Jay" userId="S::jay@ikss.kr::ee8e7794-d418-4050-a45e-67762d108ce3" providerId="AD" clId="Web-{914F749C-BFBD-3265-48C9-DA1184E12E48}" dt="2026-08-13T14:38:28.905" v="17"/>
          <ac:spMkLst>
            <pc:docMk/>
            <pc:sldMk cId="0" sldId="300"/>
            <ac:spMk id="16" creationId="{00000000-0000-0000-0000-000000000000}"/>
          </ac:spMkLst>
        </pc:spChg>
        <pc:spChg chg="add">
          <ac:chgData name="Jay" userId="S::jay@ikss.kr::ee8e7794-d418-4050-a45e-67762d108ce3" providerId="AD" clId="Web-{914F749C-BFBD-3265-48C9-DA1184E12E48}" dt="2026-08-13T14:38:28.905" v="17"/>
          <ac:spMkLst>
            <pc:docMk/>
            <pc:sldMk cId="0" sldId="300"/>
            <ac:spMk id="17" creationId="{00000000-0000-0000-0000-000000000000}"/>
          </ac:spMkLst>
        </pc:spChg>
        <pc:spChg chg="add">
          <ac:chgData name="Jay" userId="S::jay@ikss.kr::ee8e7794-d418-4050-a45e-67762d108ce3" providerId="AD" clId="Web-{914F749C-BFBD-3265-48C9-DA1184E12E48}" dt="2026-08-13T14:38:28.905" v="17"/>
          <ac:spMkLst>
            <pc:docMk/>
            <pc:sldMk cId="0" sldId="300"/>
            <ac:spMk id="19" creationId="{00000000-0000-0000-0000-000000000000}"/>
          </ac:spMkLst>
        </pc:spChg>
        <pc:spChg chg="add">
          <ac:chgData name="Jay" userId="S::jay@ikss.kr::ee8e7794-d418-4050-a45e-67762d108ce3" providerId="AD" clId="Web-{914F749C-BFBD-3265-48C9-DA1184E12E48}" dt="2026-08-13T14:38:28.905" v="17"/>
          <ac:spMkLst>
            <pc:docMk/>
            <pc:sldMk cId="0" sldId="300"/>
            <ac:spMk id="20"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301"/>
        </pc:sldMkLst>
        <pc:spChg chg="mod">
          <ac:chgData name="Jay" userId="S::jay@ikss.kr::ee8e7794-d418-4050-a45e-67762d108ce3" providerId="AD" clId="Web-{914F749C-BFBD-3265-48C9-DA1184E12E48}" dt="2026-08-13T14:38:28.905" v="17"/>
          <ac:spMkLst>
            <pc:docMk/>
            <pc:sldMk cId="0" sldId="301"/>
            <ac:spMk id="3" creationId="{00000000-0000-0000-0000-000000000000}"/>
          </ac:spMkLst>
        </pc:spChg>
        <pc:spChg chg="mod">
          <ac:chgData name="Jay" userId="S::jay@ikss.kr::ee8e7794-d418-4050-a45e-67762d108ce3" providerId="AD" clId="Web-{914F749C-BFBD-3265-48C9-DA1184E12E48}" dt="2026-08-13T13:58:26.374" v="13"/>
          <ac:spMkLst>
            <pc:docMk/>
            <pc:sldMk cId="0" sldId="301"/>
            <ac:spMk id="4" creationId="{00000000-0000-0000-0000-000000000000}"/>
          </ac:spMkLst>
        </pc:spChg>
        <pc:spChg chg="mod">
          <ac:chgData name="Jay" userId="S::jay@ikss.kr::ee8e7794-d418-4050-a45e-67762d108ce3" providerId="AD" clId="Web-{914F749C-BFBD-3265-48C9-DA1184E12E48}" dt="2026-08-13T14:38:28.905" v="17"/>
          <ac:spMkLst>
            <pc:docMk/>
            <pc:sldMk cId="0" sldId="301"/>
            <ac:spMk id="5" creationId="{00000000-0000-0000-0000-000000000000}"/>
          </ac:spMkLst>
        </pc:spChg>
        <pc:spChg chg="mod">
          <ac:chgData name="Jay" userId="S::jay@ikss.kr::ee8e7794-d418-4050-a45e-67762d108ce3" providerId="AD" clId="Web-{914F749C-BFBD-3265-48C9-DA1184E12E48}" dt="2026-08-13T14:38:28.905" v="17"/>
          <ac:spMkLst>
            <pc:docMk/>
            <pc:sldMk cId="0" sldId="301"/>
            <ac:spMk id="6" creationId="{00000000-0000-0000-0000-000000000000}"/>
          </ac:spMkLst>
        </pc:spChg>
        <pc:spChg chg="mod">
          <ac:chgData name="Jay" userId="S::jay@ikss.kr::ee8e7794-d418-4050-a45e-67762d108ce3" providerId="AD" clId="Web-{914F749C-BFBD-3265-48C9-DA1184E12E48}" dt="2026-08-13T14:38:28.905" v="17"/>
          <ac:spMkLst>
            <pc:docMk/>
            <pc:sldMk cId="0" sldId="301"/>
            <ac:spMk id="7" creationId="{00000000-0000-0000-0000-000000000000}"/>
          </ac:spMkLst>
        </pc:spChg>
        <pc:spChg chg="mod">
          <ac:chgData name="Jay" userId="S::jay@ikss.kr::ee8e7794-d418-4050-a45e-67762d108ce3" providerId="AD" clId="Web-{914F749C-BFBD-3265-48C9-DA1184E12E48}" dt="2026-08-13T14:38:28.905" v="17"/>
          <ac:spMkLst>
            <pc:docMk/>
            <pc:sldMk cId="0" sldId="301"/>
            <ac:spMk id="11" creationId="{00000000-0000-0000-0000-000000000000}"/>
          </ac:spMkLst>
        </pc:spChg>
        <pc:spChg chg="mod">
          <ac:chgData name="Jay" userId="S::jay@ikss.kr::ee8e7794-d418-4050-a45e-67762d108ce3" providerId="AD" clId="Web-{914F749C-BFBD-3265-48C9-DA1184E12E48}" dt="2026-08-13T14:38:28.905" v="17"/>
          <ac:spMkLst>
            <pc:docMk/>
            <pc:sldMk cId="0" sldId="301"/>
            <ac:spMk id="12"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302"/>
        </pc:sldMkLst>
        <pc:spChg chg="mod">
          <ac:chgData name="Jay" userId="S::jay@ikss.kr::ee8e7794-d418-4050-a45e-67762d108ce3" providerId="AD" clId="Web-{914F749C-BFBD-3265-48C9-DA1184E12E48}" dt="2026-08-13T14:38:28.905" v="17"/>
          <ac:spMkLst>
            <pc:docMk/>
            <pc:sldMk cId="0" sldId="302"/>
            <ac:spMk id="3" creationId="{00000000-0000-0000-0000-000000000000}"/>
          </ac:spMkLst>
        </pc:spChg>
        <pc:spChg chg="mod">
          <ac:chgData name="Jay" userId="S::jay@ikss.kr::ee8e7794-d418-4050-a45e-67762d108ce3" providerId="AD" clId="Web-{914F749C-BFBD-3265-48C9-DA1184E12E48}" dt="2026-08-13T14:10:59.957" v="15"/>
          <ac:spMkLst>
            <pc:docMk/>
            <pc:sldMk cId="0" sldId="302"/>
            <ac:spMk id="4" creationId="{00000000-0000-0000-0000-000000000000}"/>
          </ac:spMkLst>
        </pc:spChg>
        <pc:spChg chg="mod">
          <ac:chgData name="Jay" userId="S::jay@ikss.kr::ee8e7794-d418-4050-a45e-67762d108ce3" providerId="AD" clId="Web-{914F749C-BFBD-3265-48C9-DA1184E12E48}" dt="2026-08-13T14:10:59.957" v="15"/>
          <ac:spMkLst>
            <pc:docMk/>
            <pc:sldMk cId="0" sldId="302"/>
            <ac:spMk id="9" creationId="{00000000-0000-0000-0000-000000000000}"/>
          </ac:spMkLst>
        </pc:spChg>
        <pc:spChg chg="del mod">
          <ac:chgData name="Jay" userId="S::jay@ikss.kr::ee8e7794-d418-4050-a45e-67762d108ce3" providerId="AD" clId="Web-{914F749C-BFBD-3265-48C9-DA1184E12E48}" dt="2026-08-13T14:10:59.957" v="15"/>
          <ac:spMkLst>
            <pc:docMk/>
            <pc:sldMk cId="0" sldId="302"/>
            <ac:spMk id="10" creationId="{00000000-0000-0000-0000-000000000000}"/>
          </ac:spMkLst>
        </pc:spChg>
        <pc:spChg chg="mod">
          <ac:chgData name="Jay" userId="S::jay@ikss.kr::ee8e7794-d418-4050-a45e-67762d108ce3" providerId="AD" clId="Web-{914F749C-BFBD-3265-48C9-DA1184E12E48}" dt="2026-08-13T14:10:59.957" v="15"/>
          <ac:spMkLst>
            <pc:docMk/>
            <pc:sldMk cId="0" sldId="302"/>
            <ac:spMk id="11" creationId="{00000000-0000-0000-0000-000000000000}"/>
          </ac:spMkLst>
        </pc:spChg>
        <pc:spChg chg="mod">
          <ac:chgData name="Jay" userId="S::jay@ikss.kr::ee8e7794-d418-4050-a45e-67762d108ce3" providerId="AD" clId="Web-{914F749C-BFBD-3265-48C9-DA1184E12E48}" dt="2026-08-13T14:10:59.957" v="15"/>
          <ac:spMkLst>
            <pc:docMk/>
            <pc:sldMk cId="0" sldId="302"/>
            <ac:spMk id="14" creationId="{00000000-0000-0000-0000-000000000000}"/>
          </ac:spMkLst>
        </pc:spChg>
        <pc:spChg chg="mod">
          <ac:chgData name="Jay" userId="S::jay@ikss.kr::ee8e7794-d418-4050-a45e-67762d108ce3" providerId="AD" clId="Web-{914F749C-BFBD-3265-48C9-DA1184E12E48}" dt="2026-08-13T14:10:59.957" v="15"/>
          <ac:spMkLst>
            <pc:docMk/>
            <pc:sldMk cId="0" sldId="302"/>
            <ac:spMk id="15" creationId="{00000000-0000-0000-0000-000000000000}"/>
          </ac:spMkLst>
        </pc:spChg>
        <pc:spChg chg="add del mod">
          <ac:chgData name="Jay" userId="S::jay@ikss.kr::ee8e7794-d418-4050-a45e-67762d108ce3" providerId="AD" clId="Web-{914F749C-BFBD-3265-48C9-DA1184E12E48}" dt="2026-08-13T14:38:28.905" v="17"/>
          <ac:spMkLst>
            <pc:docMk/>
            <pc:sldMk cId="0" sldId="302"/>
            <ac:spMk id="16" creationId="{00000000-0000-0000-0000-000000000000}"/>
          </ac:spMkLst>
        </pc:spChg>
        <pc:spChg chg="del mod">
          <ac:chgData name="Jay" userId="S::jay@ikss.kr::ee8e7794-d418-4050-a45e-67762d108ce3" providerId="AD" clId="Web-{914F749C-BFBD-3265-48C9-DA1184E12E48}" dt="2026-08-13T14:10:59.957" v="15"/>
          <ac:spMkLst>
            <pc:docMk/>
            <pc:sldMk cId="0" sldId="302"/>
            <ac:spMk id="19" creationId="{00000000-0000-0000-0000-000000000000}"/>
          </ac:spMkLst>
        </pc:spChg>
        <pc:spChg chg="add">
          <ac:chgData name="Jay" userId="S::jay@ikss.kr::ee8e7794-d418-4050-a45e-67762d108ce3" providerId="AD" clId="Web-{914F749C-BFBD-3265-48C9-DA1184E12E48}" dt="2026-08-13T14:38:28.905" v="17"/>
          <ac:spMkLst>
            <pc:docMk/>
            <pc:sldMk cId="0" sldId="302"/>
            <ac:spMk id="22" creationId="{00000000-0000-0000-0000-000000000000}"/>
          </ac:spMkLst>
        </pc:spChg>
        <pc:spChg chg="add del mod">
          <ac:chgData name="Jay" userId="S::jay@ikss.kr::ee8e7794-d418-4050-a45e-67762d108ce3" providerId="AD" clId="Web-{914F749C-BFBD-3265-48C9-DA1184E12E48}" dt="2026-08-13T14:38:28.905" v="17"/>
          <ac:spMkLst>
            <pc:docMk/>
            <pc:sldMk cId="0" sldId="302"/>
            <ac:spMk id="23" creationId="{00000000-0000-0000-0000-000000000000}"/>
          </ac:spMkLst>
        </pc:spChg>
        <pc:spChg chg="del mod">
          <ac:chgData name="Jay" userId="S::jay@ikss.kr::ee8e7794-d418-4050-a45e-67762d108ce3" providerId="AD" clId="Web-{914F749C-BFBD-3265-48C9-DA1184E12E48}" dt="2026-08-13T14:10:59.957" v="15"/>
          <ac:spMkLst>
            <pc:docMk/>
            <pc:sldMk cId="0" sldId="302"/>
            <ac:spMk id="24" creationId="{00000000-0000-0000-0000-000000000000}"/>
          </ac:spMkLst>
        </pc:spChg>
        <pc:spChg chg="add del">
          <ac:chgData name="Jay" userId="S::jay@ikss.kr::ee8e7794-d418-4050-a45e-67762d108ce3" providerId="AD" clId="Web-{914F749C-BFBD-3265-48C9-DA1184E12E48}" dt="2026-08-13T14:38:28.905" v="17"/>
          <ac:spMkLst>
            <pc:docMk/>
            <pc:sldMk cId="0" sldId="302"/>
            <ac:spMk id="25" creationId="{00000000-0000-0000-0000-000000000000}"/>
          </ac:spMkLst>
        </pc:spChg>
        <pc:spChg chg="add">
          <ac:chgData name="Jay" userId="S::jay@ikss.kr::ee8e7794-d418-4050-a45e-67762d108ce3" providerId="AD" clId="Web-{914F749C-BFBD-3265-48C9-DA1184E12E48}" dt="2026-08-13T14:38:28.905" v="17"/>
          <ac:spMkLst>
            <pc:docMk/>
            <pc:sldMk cId="0" sldId="302"/>
            <ac:spMk id="27" creationId="{00000000-0000-0000-0000-000000000000}"/>
          </ac:spMkLst>
        </pc:spChg>
        <pc:spChg chg="add">
          <ac:chgData name="Jay" userId="S::jay@ikss.kr::ee8e7794-d418-4050-a45e-67762d108ce3" providerId="AD" clId="Web-{914F749C-BFBD-3265-48C9-DA1184E12E48}" dt="2026-08-13T14:38:28.905" v="17"/>
          <ac:spMkLst>
            <pc:docMk/>
            <pc:sldMk cId="0" sldId="302"/>
            <ac:spMk id="30" creationId="{00000000-0000-0000-0000-000000000000}"/>
          </ac:spMkLst>
        </pc:spChg>
        <pc:spChg chg="add">
          <ac:chgData name="Jay" userId="S::jay@ikss.kr::ee8e7794-d418-4050-a45e-67762d108ce3" providerId="AD" clId="Web-{914F749C-BFBD-3265-48C9-DA1184E12E48}" dt="2026-08-13T14:38:28.905" v="17"/>
          <ac:spMkLst>
            <pc:docMk/>
            <pc:sldMk cId="0" sldId="302"/>
            <ac:spMk id="32" creationId="{00000000-0000-0000-0000-000000000000}"/>
          </ac:spMkLst>
        </pc:spChg>
        <pc:spChg chg="add">
          <ac:chgData name="Jay" userId="S::jay@ikss.kr::ee8e7794-d418-4050-a45e-67762d108ce3" providerId="AD" clId="Web-{914F749C-BFBD-3265-48C9-DA1184E12E48}" dt="2026-08-13T14:38:28.905" v="17"/>
          <ac:spMkLst>
            <pc:docMk/>
            <pc:sldMk cId="0" sldId="302"/>
            <ac:spMk id="33" creationId="{00000000-0000-0000-0000-000000000000}"/>
          </ac:spMkLst>
        </pc:spChg>
        <pc:spChg chg="add">
          <ac:chgData name="Jay" userId="S::jay@ikss.kr::ee8e7794-d418-4050-a45e-67762d108ce3" providerId="AD" clId="Web-{914F749C-BFBD-3265-48C9-DA1184E12E48}" dt="2026-08-13T14:38:28.905" v="17"/>
          <ac:spMkLst>
            <pc:docMk/>
            <pc:sldMk cId="0" sldId="302"/>
            <ac:spMk id="34"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303"/>
        </pc:sldMkLst>
        <pc:spChg chg="mod">
          <ac:chgData name="Jay" userId="S::jay@ikss.kr::ee8e7794-d418-4050-a45e-67762d108ce3" providerId="AD" clId="Web-{914F749C-BFBD-3265-48C9-DA1184E12E48}" dt="2026-08-13T14:38:28.905" v="17"/>
          <ac:spMkLst>
            <pc:docMk/>
            <pc:sldMk cId="0" sldId="303"/>
            <ac:spMk id="3" creationId="{00000000-0000-0000-0000-000000000000}"/>
          </ac:spMkLst>
        </pc:spChg>
        <pc:spChg chg="mod">
          <ac:chgData name="Jay" userId="S::jay@ikss.kr::ee8e7794-d418-4050-a45e-67762d108ce3" providerId="AD" clId="Web-{914F749C-BFBD-3265-48C9-DA1184E12E48}" dt="2026-08-13T14:10:59.957" v="15"/>
          <ac:spMkLst>
            <pc:docMk/>
            <pc:sldMk cId="0" sldId="303"/>
            <ac:spMk id="4" creationId="{00000000-0000-0000-0000-000000000000}"/>
          </ac:spMkLst>
        </pc:spChg>
        <pc:spChg chg="mod">
          <ac:chgData name="Jay" userId="S::jay@ikss.kr::ee8e7794-d418-4050-a45e-67762d108ce3" providerId="AD" clId="Web-{914F749C-BFBD-3265-48C9-DA1184E12E48}" dt="2026-08-13T14:10:59.957" v="15"/>
          <ac:spMkLst>
            <pc:docMk/>
            <pc:sldMk cId="0" sldId="303"/>
            <ac:spMk id="6" creationId="{00000000-0000-0000-0000-000000000000}"/>
          </ac:spMkLst>
        </pc:spChg>
        <pc:spChg chg="mod">
          <ac:chgData name="Jay" userId="S::jay@ikss.kr::ee8e7794-d418-4050-a45e-67762d108ce3" providerId="AD" clId="Web-{914F749C-BFBD-3265-48C9-DA1184E12E48}" dt="2026-08-13T14:10:59.957" v="15"/>
          <ac:spMkLst>
            <pc:docMk/>
            <pc:sldMk cId="0" sldId="303"/>
            <ac:spMk id="11" creationId="{00000000-0000-0000-0000-000000000000}"/>
          </ac:spMkLst>
        </pc:spChg>
        <pc:spChg chg="mod">
          <ac:chgData name="Jay" userId="S::jay@ikss.kr::ee8e7794-d418-4050-a45e-67762d108ce3" providerId="AD" clId="Web-{914F749C-BFBD-3265-48C9-DA1184E12E48}" dt="2026-08-13T14:38:28.905" v="17"/>
          <ac:spMkLst>
            <pc:docMk/>
            <pc:sldMk cId="0" sldId="303"/>
            <ac:spMk id="13" creationId="{00000000-0000-0000-0000-000000000000}"/>
          </ac:spMkLst>
        </pc:spChg>
        <pc:spChg chg="mod">
          <ac:chgData name="Jay" userId="S::jay@ikss.kr::ee8e7794-d418-4050-a45e-67762d108ce3" providerId="AD" clId="Web-{914F749C-BFBD-3265-48C9-DA1184E12E48}" dt="2026-08-13T14:38:28.905" v="17"/>
          <ac:spMkLst>
            <pc:docMk/>
            <pc:sldMk cId="0" sldId="303"/>
            <ac:spMk id="14" creationId="{00000000-0000-0000-0000-000000000000}"/>
          </ac:spMkLst>
        </pc:spChg>
        <pc:spChg chg="mod">
          <ac:chgData name="Jay" userId="S::jay@ikss.kr::ee8e7794-d418-4050-a45e-67762d108ce3" providerId="AD" clId="Web-{914F749C-BFBD-3265-48C9-DA1184E12E48}" dt="2026-08-13T14:38:28.905" v="17"/>
          <ac:spMkLst>
            <pc:docMk/>
            <pc:sldMk cId="0" sldId="303"/>
            <ac:spMk id="15"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304"/>
        </pc:sldMkLst>
        <pc:spChg chg="mod">
          <ac:chgData name="Jay" userId="S::jay@ikss.kr::ee8e7794-d418-4050-a45e-67762d108ce3" providerId="AD" clId="Web-{914F749C-BFBD-3265-48C9-DA1184E12E48}" dt="2026-08-13T14:10:59.957" v="15"/>
          <ac:spMkLst>
            <pc:docMk/>
            <pc:sldMk cId="0" sldId="304"/>
            <ac:spMk id="4" creationId="{00000000-0000-0000-0000-000000000000}"/>
          </ac:spMkLst>
        </pc:spChg>
        <pc:spChg chg="mod">
          <ac:chgData name="Jay" userId="S::jay@ikss.kr::ee8e7794-d418-4050-a45e-67762d108ce3" providerId="AD" clId="Web-{914F749C-BFBD-3265-48C9-DA1184E12E48}" dt="2026-08-13T14:38:28.905" v="17"/>
          <ac:spMkLst>
            <pc:docMk/>
            <pc:sldMk cId="0" sldId="304"/>
            <ac:spMk id="6" creationId="{00000000-0000-0000-0000-000000000000}"/>
          </ac:spMkLst>
        </pc:spChg>
        <pc:spChg chg="mod">
          <ac:chgData name="Jay" userId="S::jay@ikss.kr::ee8e7794-d418-4050-a45e-67762d108ce3" providerId="AD" clId="Web-{914F749C-BFBD-3265-48C9-DA1184E12E48}" dt="2026-08-13T14:10:59.957" v="15"/>
          <ac:spMkLst>
            <pc:docMk/>
            <pc:sldMk cId="0" sldId="304"/>
            <ac:spMk id="8" creationId="{00000000-0000-0000-0000-000000000000}"/>
          </ac:spMkLst>
        </pc:spChg>
        <pc:spChg chg="mod">
          <ac:chgData name="Jay" userId="S::jay@ikss.kr::ee8e7794-d418-4050-a45e-67762d108ce3" providerId="AD" clId="Web-{914F749C-BFBD-3265-48C9-DA1184E12E48}" dt="2026-08-13T14:10:59.957" v="15"/>
          <ac:spMkLst>
            <pc:docMk/>
            <pc:sldMk cId="0" sldId="304"/>
            <ac:spMk id="9" creationId="{00000000-0000-0000-0000-000000000000}"/>
          </ac:spMkLst>
        </pc:spChg>
        <pc:spChg chg="mod">
          <ac:chgData name="Jay" userId="S::jay@ikss.kr::ee8e7794-d418-4050-a45e-67762d108ce3" providerId="AD" clId="Web-{914F749C-BFBD-3265-48C9-DA1184E12E48}" dt="2026-08-13T14:38:28.905" v="17"/>
          <ac:spMkLst>
            <pc:docMk/>
            <pc:sldMk cId="0" sldId="304"/>
            <ac:spMk id="10" creationId="{00000000-0000-0000-0000-000000000000}"/>
          </ac:spMkLst>
        </pc:spChg>
        <pc:spChg chg="mod">
          <ac:chgData name="Jay" userId="S::jay@ikss.kr::ee8e7794-d418-4050-a45e-67762d108ce3" providerId="AD" clId="Web-{914F749C-BFBD-3265-48C9-DA1184E12E48}" dt="2026-08-13T14:38:28.905" v="17"/>
          <ac:spMkLst>
            <pc:docMk/>
            <pc:sldMk cId="0" sldId="304"/>
            <ac:spMk id="11" creationId="{00000000-0000-0000-0000-000000000000}"/>
          </ac:spMkLst>
        </pc:spChg>
        <pc:spChg chg="mod">
          <ac:chgData name="Jay" userId="S::jay@ikss.kr::ee8e7794-d418-4050-a45e-67762d108ce3" providerId="AD" clId="Web-{914F749C-BFBD-3265-48C9-DA1184E12E48}" dt="2026-08-13T14:10:59.957" v="15"/>
          <ac:spMkLst>
            <pc:docMk/>
            <pc:sldMk cId="0" sldId="304"/>
            <ac:spMk id="14" creationId="{00000000-0000-0000-0000-000000000000}"/>
          </ac:spMkLst>
        </pc:spChg>
        <pc:spChg chg="mod">
          <ac:chgData name="Jay" userId="S::jay@ikss.kr::ee8e7794-d418-4050-a45e-67762d108ce3" providerId="AD" clId="Web-{914F749C-BFBD-3265-48C9-DA1184E12E48}" dt="2026-08-13T14:10:59.957" v="15"/>
          <ac:spMkLst>
            <pc:docMk/>
            <pc:sldMk cId="0" sldId="304"/>
            <ac:spMk id="16" creationId="{00000000-0000-0000-0000-000000000000}"/>
          </ac:spMkLst>
        </pc:spChg>
        <pc:spChg chg="mod">
          <ac:chgData name="Jay" userId="S::jay@ikss.kr::ee8e7794-d418-4050-a45e-67762d108ce3" providerId="AD" clId="Web-{914F749C-BFBD-3265-48C9-DA1184E12E48}" dt="2026-08-13T14:10:59.957" v="15"/>
          <ac:spMkLst>
            <pc:docMk/>
            <pc:sldMk cId="0" sldId="304"/>
            <ac:spMk id="18" creationId="{00000000-0000-0000-0000-000000000000}"/>
          </ac:spMkLst>
        </pc:spChg>
        <pc:spChg chg="mod">
          <ac:chgData name="Jay" userId="S::jay@ikss.kr::ee8e7794-d418-4050-a45e-67762d108ce3" providerId="AD" clId="Web-{914F749C-BFBD-3265-48C9-DA1184E12E48}" dt="2026-08-13T14:38:28.905" v="17"/>
          <ac:spMkLst>
            <pc:docMk/>
            <pc:sldMk cId="0" sldId="304"/>
            <ac:spMk id="20" creationId="{00000000-0000-0000-0000-000000000000}"/>
          </ac:spMkLst>
        </pc:spChg>
        <pc:spChg chg="add mod">
          <ac:chgData name="Jay" userId="S::jay@ikss.kr::ee8e7794-d418-4050-a45e-67762d108ce3" providerId="AD" clId="Web-{914F749C-BFBD-3265-48C9-DA1184E12E48}" dt="2026-08-13T14:38:28.905" v="17"/>
          <ac:spMkLst>
            <pc:docMk/>
            <pc:sldMk cId="0" sldId="304"/>
            <ac:spMk id="21" creationId="{00000000-0000-0000-0000-000000000000}"/>
          </ac:spMkLst>
        </pc:spChg>
        <pc:spChg chg="mod">
          <ac:chgData name="Jay" userId="S::jay@ikss.kr::ee8e7794-d418-4050-a45e-67762d108ce3" providerId="AD" clId="Web-{914F749C-BFBD-3265-48C9-DA1184E12E48}" dt="2026-08-13T14:38:28.905" v="17"/>
          <ac:spMkLst>
            <pc:docMk/>
            <pc:sldMk cId="0" sldId="304"/>
            <ac:spMk id="22" creationId="{00000000-0000-0000-0000-000000000000}"/>
          </ac:spMkLst>
        </pc:spChg>
        <pc:spChg chg="add mod">
          <ac:chgData name="Jay" userId="S::jay@ikss.kr::ee8e7794-d418-4050-a45e-67762d108ce3" providerId="AD" clId="Web-{914F749C-BFBD-3265-48C9-DA1184E12E48}" dt="2026-08-13T14:38:28.905" v="17"/>
          <ac:spMkLst>
            <pc:docMk/>
            <pc:sldMk cId="0" sldId="304"/>
            <ac:spMk id="23"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305"/>
        </pc:sldMkLst>
        <pc:spChg chg="add">
          <ac:chgData name="Jay" userId="S::jay@ikss.kr::ee8e7794-d418-4050-a45e-67762d108ce3" providerId="AD" clId="Web-{914F749C-BFBD-3265-48C9-DA1184E12E48}" dt="2026-08-13T13:58:26.374" v="13"/>
          <ac:spMkLst>
            <pc:docMk/>
            <pc:sldMk cId="0" sldId="305"/>
            <ac:spMk id="2" creationId="{00000000-0000-0000-0000-000000000000}"/>
          </ac:spMkLst>
        </pc:spChg>
        <pc:spChg chg="mod">
          <ac:chgData name="Jay" userId="S::jay@ikss.kr::ee8e7794-d418-4050-a45e-67762d108ce3" providerId="AD" clId="Web-{914F749C-BFBD-3265-48C9-DA1184E12E48}" dt="2026-08-13T13:58:26.374" v="13"/>
          <ac:spMkLst>
            <pc:docMk/>
            <pc:sldMk cId="0" sldId="305"/>
            <ac:spMk id="5" creationId="{00000000-0000-0000-0000-000000000000}"/>
          </ac:spMkLst>
        </pc:spChg>
        <pc:spChg chg="mod">
          <ac:chgData name="Jay" userId="S::jay@ikss.kr::ee8e7794-d418-4050-a45e-67762d108ce3" providerId="AD" clId="Web-{914F749C-BFBD-3265-48C9-DA1184E12E48}" dt="2026-08-13T14:38:28.905" v="17"/>
          <ac:spMkLst>
            <pc:docMk/>
            <pc:sldMk cId="0" sldId="305"/>
            <ac:spMk id="6" creationId="{00000000-0000-0000-0000-000000000000}"/>
          </ac:spMkLst>
        </pc:spChg>
        <pc:spChg chg="mod">
          <ac:chgData name="Jay" userId="S::jay@ikss.kr::ee8e7794-d418-4050-a45e-67762d108ce3" providerId="AD" clId="Web-{914F749C-BFBD-3265-48C9-DA1184E12E48}" dt="2026-08-13T14:38:28.905" v="17"/>
          <ac:spMkLst>
            <pc:docMk/>
            <pc:sldMk cId="0" sldId="305"/>
            <ac:spMk id="9" creationId="{00000000-0000-0000-0000-000000000000}"/>
          </ac:spMkLst>
        </pc:spChg>
        <pc:spChg chg="mod">
          <ac:chgData name="Jay" userId="S::jay@ikss.kr::ee8e7794-d418-4050-a45e-67762d108ce3" providerId="AD" clId="Web-{914F749C-BFBD-3265-48C9-DA1184E12E48}" dt="2026-08-13T14:10:59.957" v="15"/>
          <ac:spMkLst>
            <pc:docMk/>
            <pc:sldMk cId="0" sldId="305"/>
            <ac:spMk id="10" creationId="{00000000-0000-0000-0000-000000000000}"/>
          </ac:spMkLst>
        </pc:spChg>
        <pc:spChg chg="mod">
          <ac:chgData name="Jay" userId="S::jay@ikss.kr::ee8e7794-d418-4050-a45e-67762d108ce3" providerId="AD" clId="Web-{914F749C-BFBD-3265-48C9-DA1184E12E48}" dt="2026-08-13T14:10:59.957" v="15"/>
          <ac:spMkLst>
            <pc:docMk/>
            <pc:sldMk cId="0" sldId="305"/>
            <ac:spMk id="11" creationId="{00000000-0000-0000-0000-000000000000}"/>
          </ac:spMkLst>
        </pc:spChg>
        <pc:spChg chg="mod">
          <ac:chgData name="Jay" userId="S::jay@ikss.kr::ee8e7794-d418-4050-a45e-67762d108ce3" providerId="AD" clId="Web-{914F749C-BFBD-3265-48C9-DA1184E12E48}" dt="2026-08-13T14:38:28.905" v="17"/>
          <ac:spMkLst>
            <pc:docMk/>
            <pc:sldMk cId="0" sldId="305"/>
            <ac:spMk id="12" creationId="{00000000-0000-0000-0000-000000000000}"/>
          </ac:spMkLst>
        </pc:spChg>
        <pc:spChg chg="add mod">
          <ac:chgData name="Jay" userId="S::jay@ikss.kr::ee8e7794-d418-4050-a45e-67762d108ce3" providerId="AD" clId="Web-{914F749C-BFBD-3265-48C9-DA1184E12E48}" dt="2026-08-13T14:38:28.905" v="17"/>
          <ac:spMkLst>
            <pc:docMk/>
            <pc:sldMk cId="0" sldId="305"/>
            <ac:spMk id="13" creationId="{00000000-0000-0000-0000-000000000000}"/>
          </ac:spMkLst>
        </pc:spChg>
        <pc:spChg chg="add">
          <ac:chgData name="Jay" userId="S::jay@ikss.kr::ee8e7794-d418-4050-a45e-67762d108ce3" providerId="AD" clId="Web-{914F749C-BFBD-3265-48C9-DA1184E12E48}" dt="2026-08-13T13:58:26.374" v="13"/>
          <ac:spMkLst>
            <pc:docMk/>
            <pc:sldMk cId="0" sldId="305"/>
            <ac:spMk id="14" creationId="{00000000-0000-0000-0000-000000000000}"/>
          </ac:spMkLst>
        </pc:spChg>
        <pc:spChg chg="mod">
          <ac:chgData name="Jay" userId="S::jay@ikss.kr::ee8e7794-d418-4050-a45e-67762d108ce3" providerId="AD" clId="Web-{914F749C-BFBD-3265-48C9-DA1184E12E48}" dt="2026-08-13T14:38:28.905" v="17"/>
          <ac:spMkLst>
            <pc:docMk/>
            <pc:sldMk cId="0" sldId="305"/>
            <ac:spMk id="15" creationId="{00000000-0000-0000-0000-000000000000}"/>
          </ac:spMkLst>
        </pc:spChg>
        <pc:spChg chg="add mod">
          <ac:chgData name="Jay" userId="S::jay@ikss.kr::ee8e7794-d418-4050-a45e-67762d108ce3" providerId="AD" clId="Web-{914F749C-BFBD-3265-48C9-DA1184E12E48}" dt="2026-08-13T14:10:59.957" v="15"/>
          <ac:spMkLst>
            <pc:docMk/>
            <pc:sldMk cId="0" sldId="305"/>
            <ac:spMk id="17" creationId="{00000000-0000-0000-0000-000000000000}"/>
          </ac:spMkLst>
        </pc:spChg>
        <pc:spChg chg="mod">
          <ac:chgData name="Jay" userId="S::jay@ikss.kr::ee8e7794-d418-4050-a45e-67762d108ce3" providerId="AD" clId="Web-{914F749C-BFBD-3265-48C9-DA1184E12E48}" dt="2026-08-13T14:38:28.905" v="17"/>
          <ac:spMkLst>
            <pc:docMk/>
            <pc:sldMk cId="0" sldId="305"/>
            <ac:spMk id="19" creationId="{00000000-0000-0000-0000-000000000000}"/>
          </ac:spMkLst>
        </pc:spChg>
        <pc:spChg chg="add">
          <ac:chgData name="Jay" userId="S::jay@ikss.kr::ee8e7794-d418-4050-a45e-67762d108ce3" providerId="AD" clId="Web-{914F749C-BFBD-3265-48C9-DA1184E12E48}" dt="2026-08-13T14:10:59.957" v="15"/>
          <ac:spMkLst>
            <pc:docMk/>
            <pc:sldMk cId="0" sldId="305"/>
            <ac:spMk id="21" creationId="{00000000-0000-0000-0000-000000000000}"/>
          </ac:spMkLst>
        </pc:spChg>
        <pc:spChg chg="mod">
          <ac:chgData name="Jay" userId="S::jay@ikss.kr::ee8e7794-d418-4050-a45e-67762d108ce3" providerId="AD" clId="Web-{914F749C-BFBD-3265-48C9-DA1184E12E48}" dt="2026-08-13T14:38:28.905" v="17"/>
          <ac:spMkLst>
            <pc:docMk/>
            <pc:sldMk cId="0" sldId="305"/>
            <ac:spMk id="22" creationId="{00000000-0000-0000-0000-000000000000}"/>
          </ac:spMkLst>
        </pc:spChg>
        <pc:spChg chg="add mod">
          <ac:chgData name="Jay" userId="S::jay@ikss.kr::ee8e7794-d418-4050-a45e-67762d108ce3" providerId="AD" clId="Web-{914F749C-BFBD-3265-48C9-DA1184E12E48}" dt="2026-08-13T14:38:28.905" v="17"/>
          <ac:spMkLst>
            <pc:docMk/>
            <pc:sldMk cId="0" sldId="305"/>
            <ac:spMk id="24" creationId="{00000000-0000-0000-0000-000000000000}"/>
          </ac:spMkLst>
        </pc:spChg>
        <pc:spChg chg="add">
          <ac:chgData name="Jay" userId="S::jay@ikss.kr::ee8e7794-d418-4050-a45e-67762d108ce3" providerId="AD" clId="Web-{914F749C-BFBD-3265-48C9-DA1184E12E48}" dt="2026-08-13T14:10:59.957" v="15"/>
          <ac:spMkLst>
            <pc:docMk/>
            <pc:sldMk cId="0" sldId="305"/>
            <ac:spMk id="25" creationId="{00000000-0000-0000-0000-000000000000}"/>
          </ac:spMkLst>
        </pc:spChg>
        <pc:spChg chg="mod">
          <ac:chgData name="Jay" userId="S::jay@ikss.kr::ee8e7794-d418-4050-a45e-67762d108ce3" providerId="AD" clId="Web-{914F749C-BFBD-3265-48C9-DA1184E12E48}" dt="2026-08-13T14:38:28.905" v="17"/>
          <ac:spMkLst>
            <pc:docMk/>
            <pc:sldMk cId="0" sldId="305"/>
            <ac:spMk id="27"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306"/>
        </pc:sldMkLst>
        <pc:spChg chg="add">
          <ac:chgData name="Jay" userId="S::jay@ikss.kr::ee8e7794-d418-4050-a45e-67762d108ce3" providerId="AD" clId="Web-{914F749C-BFBD-3265-48C9-DA1184E12E48}" dt="2026-08-13T14:10:59.957" v="15"/>
          <ac:spMkLst>
            <pc:docMk/>
            <pc:sldMk cId="0" sldId="306"/>
            <ac:spMk id="2" creationId="{00000000-0000-0000-0000-000000000000}"/>
          </ac:spMkLst>
        </pc:spChg>
        <pc:spChg chg="mod">
          <ac:chgData name="Jay" userId="S::jay@ikss.kr::ee8e7794-d418-4050-a45e-67762d108ce3" providerId="AD" clId="Web-{914F749C-BFBD-3265-48C9-DA1184E12E48}" dt="2026-08-13T13:58:26.374" v="13"/>
          <ac:spMkLst>
            <pc:docMk/>
            <pc:sldMk cId="0" sldId="306"/>
            <ac:spMk id="3" creationId="{00000000-0000-0000-0000-000000000000}"/>
          </ac:spMkLst>
        </pc:spChg>
        <pc:spChg chg="mod">
          <ac:chgData name="Jay" userId="S::jay@ikss.kr::ee8e7794-d418-4050-a45e-67762d108ce3" providerId="AD" clId="Web-{914F749C-BFBD-3265-48C9-DA1184E12E48}" dt="2026-08-13T14:10:59.957" v="15"/>
          <ac:spMkLst>
            <pc:docMk/>
            <pc:sldMk cId="0" sldId="306"/>
            <ac:spMk id="4" creationId="{00000000-0000-0000-0000-000000000000}"/>
          </ac:spMkLst>
        </pc:spChg>
        <pc:spChg chg="mod">
          <ac:chgData name="Jay" userId="S::jay@ikss.kr::ee8e7794-d418-4050-a45e-67762d108ce3" providerId="AD" clId="Web-{914F749C-BFBD-3265-48C9-DA1184E12E48}" dt="2026-08-13T14:10:59.957" v="15"/>
          <ac:spMkLst>
            <pc:docMk/>
            <pc:sldMk cId="0" sldId="306"/>
            <ac:spMk id="5" creationId="{00000000-0000-0000-0000-000000000000}"/>
          </ac:spMkLst>
        </pc:spChg>
        <pc:spChg chg="mod">
          <ac:chgData name="Jay" userId="S::jay@ikss.kr::ee8e7794-d418-4050-a45e-67762d108ce3" providerId="AD" clId="Web-{914F749C-BFBD-3265-48C9-DA1184E12E48}" dt="2026-08-13T13:58:26.374" v="13"/>
          <ac:spMkLst>
            <pc:docMk/>
            <pc:sldMk cId="0" sldId="306"/>
            <ac:spMk id="6" creationId="{00000000-0000-0000-0000-000000000000}"/>
          </ac:spMkLst>
        </pc:spChg>
        <pc:spChg chg="mod">
          <ac:chgData name="Jay" userId="S::jay@ikss.kr::ee8e7794-d418-4050-a45e-67762d108ce3" providerId="AD" clId="Web-{914F749C-BFBD-3265-48C9-DA1184E12E48}" dt="2026-08-13T14:10:59.957" v="15"/>
          <ac:spMkLst>
            <pc:docMk/>
            <pc:sldMk cId="0" sldId="306"/>
            <ac:spMk id="7" creationId="{00000000-0000-0000-0000-000000000000}"/>
          </ac:spMkLst>
        </pc:spChg>
        <pc:spChg chg="mod">
          <ac:chgData name="Jay" userId="S::jay@ikss.kr::ee8e7794-d418-4050-a45e-67762d108ce3" providerId="AD" clId="Web-{914F749C-BFBD-3265-48C9-DA1184E12E48}" dt="2026-08-13T14:38:28.905" v="17"/>
          <ac:spMkLst>
            <pc:docMk/>
            <pc:sldMk cId="0" sldId="306"/>
            <ac:spMk id="10" creationId="{00000000-0000-0000-0000-000000000000}"/>
          </ac:spMkLst>
        </pc:spChg>
        <pc:spChg chg="mod">
          <ac:chgData name="Jay" userId="S::jay@ikss.kr::ee8e7794-d418-4050-a45e-67762d108ce3" providerId="AD" clId="Web-{914F749C-BFBD-3265-48C9-DA1184E12E48}" dt="2026-08-13T14:10:59.957" v="15"/>
          <ac:spMkLst>
            <pc:docMk/>
            <pc:sldMk cId="0" sldId="306"/>
            <ac:spMk id="11" creationId="{00000000-0000-0000-0000-000000000000}"/>
          </ac:spMkLst>
        </pc:spChg>
        <pc:spChg chg="mod">
          <ac:chgData name="Jay" userId="S::jay@ikss.kr::ee8e7794-d418-4050-a45e-67762d108ce3" providerId="AD" clId="Web-{914F749C-BFBD-3265-48C9-DA1184E12E48}" dt="2026-08-13T14:38:28.905" v="17"/>
          <ac:spMkLst>
            <pc:docMk/>
            <pc:sldMk cId="0" sldId="306"/>
            <ac:spMk id="12" creationId="{00000000-0000-0000-0000-000000000000}"/>
          </ac:spMkLst>
        </pc:spChg>
        <pc:spChg chg="del mod">
          <ac:chgData name="Jay" userId="S::jay@ikss.kr::ee8e7794-d418-4050-a45e-67762d108ce3" providerId="AD" clId="Web-{914F749C-BFBD-3265-48C9-DA1184E12E48}" dt="2026-08-13T14:38:28.905" v="17"/>
          <ac:spMkLst>
            <pc:docMk/>
            <pc:sldMk cId="0" sldId="306"/>
            <ac:spMk id="13" creationId="{00000000-0000-0000-0000-000000000000}"/>
          </ac:spMkLst>
        </pc:spChg>
        <pc:spChg chg="add del">
          <ac:chgData name="Jay" userId="S::jay@ikss.kr::ee8e7794-d418-4050-a45e-67762d108ce3" providerId="AD" clId="Web-{914F749C-BFBD-3265-48C9-DA1184E12E48}" dt="2026-08-13T14:10:59.957" v="15"/>
          <ac:spMkLst>
            <pc:docMk/>
            <pc:sldMk cId="0" sldId="306"/>
            <ac:spMk id="14" creationId="{00000000-0000-0000-0000-000000000000}"/>
          </ac:spMkLst>
        </pc:spChg>
        <pc:spChg chg="add del mod">
          <ac:chgData name="Jay" userId="S::jay@ikss.kr::ee8e7794-d418-4050-a45e-67762d108ce3" providerId="AD" clId="Web-{914F749C-BFBD-3265-48C9-DA1184E12E48}" dt="2026-08-13T14:38:28.905" v="17"/>
          <ac:spMkLst>
            <pc:docMk/>
            <pc:sldMk cId="0" sldId="306"/>
            <ac:spMk id="15" creationId="{00000000-0000-0000-0000-000000000000}"/>
          </ac:spMkLst>
        </pc:spChg>
        <pc:spChg chg="add">
          <ac:chgData name="Jay" userId="S::jay@ikss.kr::ee8e7794-d418-4050-a45e-67762d108ce3" providerId="AD" clId="Web-{914F749C-BFBD-3265-48C9-DA1184E12E48}" dt="2026-08-13T14:10:59.957" v="15"/>
          <ac:spMkLst>
            <pc:docMk/>
            <pc:sldMk cId="0" sldId="306"/>
            <ac:spMk id="16" creationId="{00000000-0000-0000-0000-000000000000}"/>
          </ac:spMkLst>
        </pc:spChg>
        <pc:spChg chg="add del">
          <ac:chgData name="Jay" userId="S::jay@ikss.kr::ee8e7794-d418-4050-a45e-67762d108ce3" providerId="AD" clId="Web-{914F749C-BFBD-3265-48C9-DA1184E12E48}" dt="2026-08-13T14:10:59.957" v="15"/>
          <ac:spMkLst>
            <pc:docMk/>
            <pc:sldMk cId="0" sldId="306"/>
            <ac:spMk id="17" creationId="{00000000-0000-0000-0000-000000000000}"/>
          </ac:spMkLst>
        </pc:spChg>
        <pc:spChg chg="mod">
          <ac:chgData name="Jay" userId="S::jay@ikss.kr::ee8e7794-d418-4050-a45e-67762d108ce3" providerId="AD" clId="Web-{914F749C-BFBD-3265-48C9-DA1184E12E48}" dt="2026-08-13T14:38:28.905" v="17"/>
          <ac:spMkLst>
            <pc:docMk/>
            <pc:sldMk cId="0" sldId="306"/>
            <ac:spMk id="18" creationId="{00000000-0000-0000-0000-000000000000}"/>
          </ac:spMkLst>
        </pc:spChg>
        <pc:spChg chg="add">
          <ac:chgData name="Jay" userId="S::jay@ikss.kr::ee8e7794-d418-4050-a45e-67762d108ce3" providerId="AD" clId="Web-{914F749C-BFBD-3265-48C9-DA1184E12E48}" dt="2026-08-13T14:38:28.905" v="17"/>
          <ac:spMkLst>
            <pc:docMk/>
            <pc:sldMk cId="0" sldId="306"/>
            <ac:spMk id="20" creationId="{00000000-0000-0000-0000-000000000000}"/>
          </ac:spMkLst>
        </pc:spChg>
        <pc:spChg chg="del">
          <ac:chgData name="Jay" userId="S::jay@ikss.kr::ee8e7794-d418-4050-a45e-67762d108ce3" providerId="AD" clId="Web-{914F749C-BFBD-3265-48C9-DA1184E12E48}" dt="2026-08-13T13:58:26.374" v="13"/>
          <ac:spMkLst>
            <pc:docMk/>
            <pc:sldMk cId="0" sldId="306"/>
            <ac:spMk id="23" creationId="{00000000-0000-0000-0000-000000000000}"/>
          </ac:spMkLst>
        </pc:spChg>
        <pc:spChg chg="add">
          <ac:chgData name="Jay" userId="S::jay@ikss.kr::ee8e7794-d418-4050-a45e-67762d108ce3" providerId="AD" clId="Web-{914F749C-BFBD-3265-48C9-DA1184E12E48}" dt="2026-08-13T14:38:28.905" v="17"/>
          <ac:spMkLst>
            <pc:docMk/>
            <pc:sldMk cId="0" sldId="306"/>
            <ac:spMk id="25" creationId="{00000000-0000-0000-0000-000000000000}"/>
          </ac:spMkLst>
        </pc:spChg>
        <pc:spChg chg="del">
          <ac:chgData name="Jay" userId="S::jay@ikss.kr::ee8e7794-d418-4050-a45e-67762d108ce3" providerId="AD" clId="Web-{914F749C-BFBD-3265-48C9-DA1184E12E48}" dt="2026-08-13T13:58:26.374" v="13"/>
          <ac:spMkLst>
            <pc:docMk/>
            <pc:sldMk cId="0" sldId="306"/>
            <ac:spMk id="28" creationId="{00000000-0000-0000-0000-000000000000}"/>
          </ac:spMkLst>
        </pc:spChg>
        <pc:spChg chg="del">
          <ac:chgData name="Jay" userId="S::jay@ikss.kr::ee8e7794-d418-4050-a45e-67762d108ce3" providerId="AD" clId="Web-{914F749C-BFBD-3265-48C9-DA1184E12E48}" dt="2026-08-13T13:58:26.374" v="13"/>
          <ac:spMkLst>
            <pc:docMk/>
            <pc:sldMk cId="0" sldId="306"/>
            <ac:spMk id="29" creationId="{00000000-0000-0000-0000-000000000000}"/>
          </ac:spMkLst>
        </pc:spChg>
        <pc:spChg chg="mod replId">
          <ac:chgData name="Jay" userId="S::jay@ikss.kr::ee8e7794-d418-4050-a45e-67762d108ce3" providerId="AD" clId="Web-{914F749C-BFBD-3265-48C9-DA1184E12E48}" dt="2026-08-13T13:58:21.655" v="12"/>
          <ac:spMkLst>
            <pc:docMk/>
            <pc:sldMk cId="0" sldId="306"/>
            <ac:spMk id="30" creationId="{00000000-0000-0000-0000-000000000000}"/>
          </ac:spMkLst>
        </pc:spChg>
        <pc:spChg chg="add">
          <ac:chgData name="Jay" userId="S::jay@ikss.kr::ee8e7794-d418-4050-a45e-67762d108ce3" providerId="AD" clId="Web-{914F749C-BFBD-3265-48C9-DA1184E12E48}" dt="2026-08-13T14:38:28.905" v="17"/>
          <ac:spMkLst>
            <pc:docMk/>
            <pc:sldMk cId="0" sldId="306"/>
            <ac:spMk id="31" creationId="{00000000-0000-0000-0000-000000000000}"/>
          </ac:spMkLst>
        </pc:spChg>
        <pc:spChg chg="add">
          <ac:chgData name="Jay" userId="S::jay@ikss.kr::ee8e7794-d418-4050-a45e-67762d108ce3" providerId="AD" clId="Web-{914F749C-BFBD-3265-48C9-DA1184E12E48}" dt="2026-08-13T14:38:28.905" v="17"/>
          <ac:spMkLst>
            <pc:docMk/>
            <pc:sldMk cId="0" sldId="306"/>
            <ac:spMk id="32" creationId="{00000000-0000-0000-0000-000000000000}"/>
          </ac:spMkLst>
        </pc:spChg>
        <pc:spChg chg="add">
          <ac:chgData name="Jay" userId="S::jay@ikss.kr::ee8e7794-d418-4050-a45e-67762d108ce3" providerId="AD" clId="Web-{914F749C-BFBD-3265-48C9-DA1184E12E48}" dt="2026-08-13T14:38:28.905" v="17"/>
          <ac:spMkLst>
            <pc:docMk/>
            <pc:sldMk cId="0" sldId="306"/>
            <ac:spMk id="34"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307"/>
        </pc:sldMkLst>
        <pc:spChg chg="add">
          <ac:chgData name="Jay" userId="S::jay@ikss.kr::ee8e7794-d418-4050-a45e-67762d108ce3" providerId="AD" clId="Web-{914F749C-BFBD-3265-48C9-DA1184E12E48}" dt="2026-08-13T14:38:28.905" v="17"/>
          <ac:spMkLst>
            <pc:docMk/>
            <pc:sldMk cId="0" sldId="307"/>
            <ac:spMk id="2" creationId="{00000000-0000-0000-0000-000000000000}"/>
          </ac:spMkLst>
        </pc:spChg>
        <pc:spChg chg="mod">
          <ac:chgData name="Jay" userId="S::jay@ikss.kr::ee8e7794-d418-4050-a45e-67762d108ce3" providerId="AD" clId="Web-{914F749C-BFBD-3265-48C9-DA1184E12E48}" dt="2026-08-13T14:38:28.905" v="17"/>
          <ac:spMkLst>
            <pc:docMk/>
            <pc:sldMk cId="0" sldId="307"/>
            <ac:spMk id="7" creationId="{00000000-0000-0000-0000-000000000000}"/>
          </ac:spMkLst>
        </pc:spChg>
        <pc:spChg chg="mod">
          <ac:chgData name="Jay" userId="S::jay@ikss.kr::ee8e7794-d418-4050-a45e-67762d108ce3" providerId="AD" clId="Web-{914F749C-BFBD-3265-48C9-DA1184E12E48}" dt="2026-08-13T14:38:28.905" v="17"/>
          <ac:spMkLst>
            <pc:docMk/>
            <pc:sldMk cId="0" sldId="307"/>
            <ac:spMk id="8" creationId="{00000000-0000-0000-0000-000000000000}"/>
          </ac:spMkLst>
        </pc:spChg>
        <pc:spChg chg="mod">
          <ac:chgData name="Jay" userId="S::jay@ikss.kr::ee8e7794-d418-4050-a45e-67762d108ce3" providerId="AD" clId="Web-{914F749C-BFBD-3265-48C9-DA1184E12E48}" dt="2026-08-13T14:38:28.905" v="17"/>
          <ac:spMkLst>
            <pc:docMk/>
            <pc:sldMk cId="0" sldId="307"/>
            <ac:spMk id="9" creationId="{00000000-0000-0000-0000-000000000000}"/>
          </ac:spMkLst>
        </pc:spChg>
        <pc:spChg chg="mod">
          <ac:chgData name="Jay" userId="S::jay@ikss.kr::ee8e7794-d418-4050-a45e-67762d108ce3" providerId="AD" clId="Web-{914F749C-BFBD-3265-48C9-DA1184E12E48}" dt="2026-08-13T14:38:28.905" v="17"/>
          <ac:spMkLst>
            <pc:docMk/>
            <pc:sldMk cId="0" sldId="307"/>
            <ac:spMk id="10" creationId="{00000000-0000-0000-0000-000000000000}"/>
          </ac:spMkLst>
        </pc:spChg>
        <pc:spChg chg="mod">
          <ac:chgData name="Jay" userId="S::jay@ikss.kr::ee8e7794-d418-4050-a45e-67762d108ce3" providerId="AD" clId="Web-{914F749C-BFBD-3265-48C9-DA1184E12E48}" dt="2026-08-13T14:38:28.905" v="17"/>
          <ac:spMkLst>
            <pc:docMk/>
            <pc:sldMk cId="0" sldId="307"/>
            <ac:spMk id="11" creationId="{00000000-0000-0000-0000-000000000000}"/>
          </ac:spMkLst>
        </pc:spChg>
        <pc:spChg chg="add del">
          <ac:chgData name="Jay" userId="S::jay@ikss.kr::ee8e7794-d418-4050-a45e-67762d108ce3" providerId="AD" clId="Web-{914F749C-BFBD-3265-48C9-DA1184E12E48}" dt="2026-08-13T14:38:28.905" v="17"/>
          <ac:spMkLst>
            <pc:docMk/>
            <pc:sldMk cId="0" sldId="307"/>
            <ac:spMk id="13" creationId="{00000000-0000-0000-0000-000000000000}"/>
          </ac:spMkLst>
        </pc:spChg>
        <pc:spChg chg="add del">
          <ac:chgData name="Jay" userId="S::jay@ikss.kr::ee8e7794-d418-4050-a45e-67762d108ce3" providerId="AD" clId="Web-{914F749C-BFBD-3265-48C9-DA1184E12E48}" dt="2026-08-13T14:38:28.905" v="17"/>
          <ac:spMkLst>
            <pc:docMk/>
            <pc:sldMk cId="0" sldId="307"/>
            <ac:spMk id="14" creationId="{00000000-0000-0000-0000-000000000000}"/>
          </ac:spMkLst>
        </pc:spChg>
        <pc:spChg chg="mod">
          <ac:chgData name="Jay" userId="S::jay@ikss.kr::ee8e7794-d418-4050-a45e-67762d108ce3" providerId="AD" clId="Web-{914F749C-BFBD-3265-48C9-DA1184E12E48}" dt="2026-08-13T13:58:26.374" v="13"/>
          <ac:spMkLst>
            <pc:docMk/>
            <pc:sldMk cId="0" sldId="307"/>
            <ac:spMk id="15" creationId="{00000000-0000-0000-0000-000000000000}"/>
          </ac:spMkLst>
        </pc:spChg>
        <pc:spChg chg="add">
          <ac:chgData name="Jay" userId="S::jay@ikss.kr::ee8e7794-d418-4050-a45e-67762d108ce3" providerId="AD" clId="Web-{914F749C-BFBD-3265-48C9-DA1184E12E48}" dt="2026-08-13T14:38:28.905" v="17"/>
          <ac:spMkLst>
            <pc:docMk/>
            <pc:sldMk cId="0" sldId="307"/>
            <ac:spMk id="16" creationId="{00000000-0000-0000-0000-000000000000}"/>
          </ac:spMkLst>
        </pc:spChg>
        <pc:spChg chg="add">
          <ac:chgData name="Jay" userId="S::jay@ikss.kr::ee8e7794-d418-4050-a45e-67762d108ce3" providerId="AD" clId="Web-{914F749C-BFBD-3265-48C9-DA1184E12E48}" dt="2026-08-13T14:38:28.905" v="17"/>
          <ac:spMkLst>
            <pc:docMk/>
            <pc:sldMk cId="0" sldId="307"/>
            <ac:spMk id="17"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308"/>
        </pc:sldMkLst>
        <pc:spChg chg="mod">
          <ac:chgData name="Jay" userId="S::jay@ikss.kr::ee8e7794-d418-4050-a45e-67762d108ce3" providerId="AD" clId="Web-{914F749C-BFBD-3265-48C9-DA1184E12E48}" dt="2026-08-13T13:58:26.374" v="13"/>
          <ac:spMkLst>
            <pc:docMk/>
            <pc:sldMk cId="0" sldId="308"/>
            <ac:spMk id="4" creationId="{00000000-0000-0000-0000-000000000000}"/>
          </ac:spMkLst>
        </pc:spChg>
        <pc:spChg chg="mod">
          <ac:chgData name="Jay" userId="S::jay@ikss.kr::ee8e7794-d418-4050-a45e-67762d108ce3" providerId="AD" clId="Web-{914F749C-BFBD-3265-48C9-DA1184E12E48}" dt="2026-08-13T14:10:59.957" v="15"/>
          <ac:spMkLst>
            <pc:docMk/>
            <pc:sldMk cId="0" sldId="308"/>
            <ac:spMk id="6" creationId="{00000000-0000-0000-0000-000000000000}"/>
          </ac:spMkLst>
        </pc:spChg>
        <pc:spChg chg="mod">
          <ac:chgData name="Jay" userId="S::jay@ikss.kr::ee8e7794-d418-4050-a45e-67762d108ce3" providerId="AD" clId="Web-{914F749C-BFBD-3265-48C9-DA1184E12E48}" dt="2026-08-13T14:38:28.905" v="17"/>
          <ac:spMkLst>
            <pc:docMk/>
            <pc:sldMk cId="0" sldId="308"/>
            <ac:spMk id="7" creationId="{00000000-0000-0000-0000-000000000000}"/>
          </ac:spMkLst>
        </pc:spChg>
        <pc:spChg chg="mod">
          <ac:chgData name="Jay" userId="S::jay@ikss.kr::ee8e7794-d418-4050-a45e-67762d108ce3" providerId="AD" clId="Web-{914F749C-BFBD-3265-48C9-DA1184E12E48}" dt="2026-08-13T14:38:28.905" v="17"/>
          <ac:spMkLst>
            <pc:docMk/>
            <pc:sldMk cId="0" sldId="308"/>
            <ac:spMk id="8" creationId="{00000000-0000-0000-0000-000000000000}"/>
          </ac:spMkLst>
        </pc:spChg>
        <pc:spChg chg="mod">
          <ac:chgData name="Jay" userId="S::jay@ikss.kr::ee8e7794-d418-4050-a45e-67762d108ce3" providerId="AD" clId="Web-{914F749C-BFBD-3265-48C9-DA1184E12E48}" dt="2026-08-13T14:38:28.905" v="17"/>
          <ac:spMkLst>
            <pc:docMk/>
            <pc:sldMk cId="0" sldId="308"/>
            <ac:spMk id="9" creationId="{00000000-0000-0000-0000-000000000000}"/>
          </ac:spMkLst>
        </pc:spChg>
        <pc:spChg chg="mod">
          <ac:chgData name="Jay" userId="S::jay@ikss.kr::ee8e7794-d418-4050-a45e-67762d108ce3" providerId="AD" clId="Web-{914F749C-BFBD-3265-48C9-DA1184E12E48}" dt="2026-08-13T14:38:28.905" v="17"/>
          <ac:spMkLst>
            <pc:docMk/>
            <pc:sldMk cId="0" sldId="308"/>
            <ac:spMk id="10" creationId="{00000000-0000-0000-0000-000000000000}"/>
          </ac:spMkLst>
        </pc:spChg>
        <pc:spChg chg="mod">
          <ac:chgData name="Jay" userId="S::jay@ikss.kr::ee8e7794-d418-4050-a45e-67762d108ce3" providerId="AD" clId="Web-{914F749C-BFBD-3265-48C9-DA1184E12E48}" dt="2026-08-13T14:10:59.957" v="15"/>
          <ac:spMkLst>
            <pc:docMk/>
            <pc:sldMk cId="0" sldId="308"/>
            <ac:spMk id="11"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309"/>
        </pc:sldMkLst>
        <pc:spChg chg="mod">
          <ac:chgData name="Jay" userId="S::jay@ikss.kr::ee8e7794-d418-4050-a45e-67762d108ce3" providerId="AD" clId="Web-{914F749C-BFBD-3265-48C9-DA1184E12E48}" dt="2026-08-13T13:58:26.374" v="13"/>
          <ac:spMkLst>
            <pc:docMk/>
            <pc:sldMk cId="0" sldId="309"/>
            <ac:spMk id="3" creationId="{00000000-0000-0000-0000-000000000000}"/>
          </ac:spMkLst>
        </pc:spChg>
        <pc:spChg chg="mod">
          <ac:chgData name="Jay" userId="S::jay@ikss.kr::ee8e7794-d418-4050-a45e-67762d108ce3" providerId="AD" clId="Web-{914F749C-BFBD-3265-48C9-DA1184E12E48}" dt="2026-08-13T14:38:28.905" v="17"/>
          <ac:spMkLst>
            <pc:docMk/>
            <pc:sldMk cId="0" sldId="309"/>
            <ac:spMk id="4" creationId="{00000000-0000-0000-0000-000000000000}"/>
          </ac:spMkLst>
        </pc:spChg>
        <pc:spChg chg="mod">
          <ac:chgData name="Jay" userId="S::jay@ikss.kr::ee8e7794-d418-4050-a45e-67762d108ce3" providerId="AD" clId="Web-{914F749C-BFBD-3265-48C9-DA1184E12E48}" dt="2026-08-13T13:58:26.374" v="13"/>
          <ac:spMkLst>
            <pc:docMk/>
            <pc:sldMk cId="0" sldId="309"/>
            <ac:spMk id="6" creationId="{00000000-0000-0000-0000-000000000000}"/>
          </ac:spMkLst>
        </pc:spChg>
        <pc:spChg chg="mod">
          <ac:chgData name="Jay" userId="S::jay@ikss.kr::ee8e7794-d418-4050-a45e-67762d108ce3" providerId="AD" clId="Web-{914F749C-BFBD-3265-48C9-DA1184E12E48}" dt="2026-08-13T14:10:59.957" v="15"/>
          <ac:spMkLst>
            <pc:docMk/>
            <pc:sldMk cId="0" sldId="309"/>
            <ac:spMk id="11" creationId="{00000000-0000-0000-0000-000000000000}"/>
          </ac:spMkLst>
        </pc:spChg>
        <pc:spChg chg="mod">
          <ac:chgData name="Jay" userId="S::jay@ikss.kr::ee8e7794-d418-4050-a45e-67762d108ce3" providerId="AD" clId="Web-{914F749C-BFBD-3265-48C9-DA1184E12E48}" dt="2026-08-13T14:10:59.957" v="15"/>
          <ac:spMkLst>
            <pc:docMk/>
            <pc:sldMk cId="0" sldId="309"/>
            <ac:spMk id="12" creationId="{00000000-0000-0000-0000-000000000000}"/>
          </ac:spMkLst>
        </pc:spChg>
        <pc:spChg chg="mod">
          <ac:chgData name="Jay" userId="S::jay@ikss.kr::ee8e7794-d418-4050-a45e-67762d108ce3" providerId="AD" clId="Web-{914F749C-BFBD-3265-48C9-DA1184E12E48}" dt="2026-08-13T14:10:59.957" v="15"/>
          <ac:spMkLst>
            <pc:docMk/>
            <pc:sldMk cId="0" sldId="309"/>
            <ac:spMk id="13" creationId="{00000000-0000-0000-0000-000000000000}"/>
          </ac:spMkLst>
        </pc:spChg>
        <pc:spChg chg="del">
          <ac:chgData name="Jay" userId="S::jay@ikss.kr::ee8e7794-d418-4050-a45e-67762d108ce3" providerId="AD" clId="Web-{914F749C-BFBD-3265-48C9-DA1184E12E48}" dt="2026-08-13T13:58:26.374" v="13"/>
          <ac:spMkLst>
            <pc:docMk/>
            <pc:sldMk cId="0" sldId="309"/>
            <ac:spMk id="14" creationId="{00000000-0000-0000-0000-000000000000}"/>
          </ac:spMkLst>
        </pc:spChg>
        <pc:spChg chg="del">
          <ac:chgData name="Jay" userId="S::jay@ikss.kr::ee8e7794-d418-4050-a45e-67762d108ce3" providerId="AD" clId="Web-{914F749C-BFBD-3265-48C9-DA1184E12E48}" dt="2026-08-13T13:58:26.374" v="13"/>
          <ac:spMkLst>
            <pc:docMk/>
            <pc:sldMk cId="0" sldId="309"/>
            <ac:spMk id="15" creationId="{00000000-0000-0000-0000-000000000000}"/>
          </ac:spMkLst>
        </pc:spChg>
        <pc:spChg chg="add">
          <ac:chgData name="Jay" userId="S::jay@ikss.kr::ee8e7794-d418-4050-a45e-67762d108ce3" providerId="AD" clId="Web-{914F749C-BFBD-3265-48C9-DA1184E12E48}" dt="2026-08-13T14:10:59.957" v="15"/>
          <ac:spMkLst>
            <pc:docMk/>
            <pc:sldMk cId="0" sldId="309"/>
            <ac:spMk id="16" creationId="{00000000-0000-0000-0000-000000000000}"/>
          </ac:spMkLst>
        </pc:spChg>
        <pc:spChg chg="add mod">
          <ac:chgData name="Jay" userId="S::jay@ikss.kr::ee8e7794-d418-4050-a45e-67762d108ce3" providerId="AD" clId="Web-{914F749C-BFBD-3265-48C9-DA1184E12E48}" dt="2026-08-13T14:38:28.905" v="17"/>
          <ac:spMkLst>
            <pc:docMk/>
            <pc:sldMk cId="0" sldId="309"/>
            <ac:spMk id="17" creationId="{00000000-0000-0000-0000-000000000000}"/>
          </ac:spMkLst>
        </pc:spChg>
        <pc:spChg chg="add">
          <ac:chgData name="Jay" userId="S::jay@ikss.kr::ee8e7794-d418-4050-a45e-67762d108ce3" providerId="AD" clId="Web-{914F749C-BFBD-3265-48C9-DA1184E12E48}" dt="2026-08-13T14:10:59.957" v="15"/>
          <ac:spMkLst>
            <pc:docMk/>
            <pc:sldMk cId="0" sldId="309"/>
            <ac:spMk id="18" creationId="{00000000-0000-0000-0000-000000000000}"/>
          </ac:spMkLst>
        </pc:spChg>
        <pc:spChg chg="mod">
          <ac:chgData name="Jay" userId="S::jay@ikss.kr::ee8e7794-d418-4050-a45e-67762d108ce3" providerId="AD" clId="Web-{914F749C-BFBD-3265-48C9-DA1184E12E48}" dt="2026-08-13T14:38:28.905" v="17"/>
          <ac:spMkLst>
            <pc:docMk/>
            <pc:sldMk cId="0" sldId="309"/>
            <ac:spMk id="19" creationId="{00000000-0000-0000-0000-000000000000}"/>
          </ac:spMkLst>
        </pc:spChg>
        <pc:spChg chg="mod">
          <ac:chgData name="Jay" userId="S::jay@ikss.kr::ee8e7794-d418-4050-a45e-67762d108ce3" providerId="AD" clId="Web-{914F749C-BFBD-3265-48C9-DA1184E12E48}" dt="2026-08-13T14:38:28.905" v="17"/>
          <ac:spMkLst>
            <pc:docMk/>
            <pc:sldMk cId="0" sldId="309"/>
            <ac:spMk id="20" creationId="{00000000-0000-0000-0000-000000000000}"/>
          </ac:spMkLst>
        </pc:spChg>
        <pc:spChg chg="add mod">
          <ac:chgData name="Jay" userId="S::jay@ikss.kr::ee8e7794-d418-4050-a45e-67762d108ce3" providerId="AD" clId="Web-{914F749C-BFBD-3265-48C9-DA1184E12E48}" dt="2026-08-13T14:38:28.905" v="17"/>
          <ac:spMkLst>
            <pc:docMk/>
            <pc:sldMk cId="0" sldId="309"/>
            <ac:spMk id="21" creationId="{00000000-0000-0000-0000-000000000000}"/>
          </ac:spMkLst>
        </pc:spChg>
        <pc:spChg chg="add mod">
          <ac:chgData name="Jay" userId="S::jay@ikss.kr::ee8e7794-d418-4050-a45e-67762d108ce3" providerId="AD" clId="Web-{914F749C-BFBD-3265-48C9-DA1184E12E48}" dt="2026-08-13T14:38:28.905" v="17"/>
          <ac:spMkLst>
            <pc:docMk/>
            <pc:sldMk cId="0" sldId="309"/>
            <ac:spMk id="23" creationId="{00000000-0000-0000-0000-000000000000}"/>
          </ac:spMkLst>
        </pc:spChg>
        <pc:spChg chg="add del mod">
          <ac:chgData name="Jay" userId="S::jay@ikss.kr::ee8e7794-d418-4050-a45e-67762d108ce3" providerId="AD" clId="Web-{914F749C-BFBD-3265-48C9-DA1184E12E48}" dt="2026-08-13T14:38:28.905" v="17"/>
          <ac:spMkLst>
            <pc:docMk/>
            <pc:sldMk cId="0" sldId="309"/>
            <ac:spMk id="24" creationId="{00000000-0000-0000-0000-000000000000}"/>
          </ac:spMkLst>
        </pc:spChg>
        <pc:spChg chg="del">
          <ac:chgData name="Jay" userId="S::jay@ikss.kr::ee8e7794-d418-4050-a45e-67762d108ce3" providerId="AD" clId="Web-{914F749C-BFBD-3265-48C9-DA1184E12E48}" dt="2026-08-13T13:58:26.374" v="13"/>
          <ac:spMkLst>
            <pc:docMk/>
            <pc:sldMk cId="0" sldId="309"/>
            <ac:spMk id="25" creationId="{00000000-0000-0000-0000-000000000000}"/>
          </ac:spMkLst>
        </pc:spChg>
        <pc:spChg chg="add">
          <ac:chgData name="Jay" userId="S::jay@ikss.kr::ee8e7794-d418-4050-a45e-67762d108ce3" providerId="AD" clId="Web-{914F749C-BFBD-3265-48C9-DA1184E12E48}" dt="2026-08-13T14:38:28.905" v="17"/>
          <ac:spMkLst>
            <pc:docMk/>
            <pc:sldMk cId="0" sldId="309"/>
            <ac:spMk id="26" creationId="{00000000-0000-0000-0000-000000000000}"/>
          </ac:spMkLst>
        </pc:spChg>
        <pc:spChg chg="del">
          <ac:chgData name="Jay" userId="S::jay@ikss.kr::ee8e7794-d418-4050-a45e-67762d108ce3" providerId="AD" clId="Web-{914F749C-BFBD-3265-48C9-DA1184E12E48}" dt="2026-08-13T13:58:26.374" v="13"/>
          <ac:spMkLst>
            <pc:docMk/>
            <pc:sldMk cId="0" sldId="309"/>
            <ac:spMk id="27" creationId="{00000000-0000-0000-0000-000000000000}"/>
          </ac:spMkLst>
        </pc:spChg>
        <pc:spChg chg="add">
          <ac:chgData name="Jay" userId="S::jay@ikss.kr::ee8e7794-d418-4050-a45e-67762d108ce3" providerId="AD" clId="Web-{914F749C-BFBD-3265-48C9-DA1184E12E48}" dt="2026-08-13T14:38:28.905" v="17"/>
          <ac:spMkLst>
            <pc:docMk/>
            <pc:sldMk cId="0" sldId="309"/>
            <ac:spMk id="28" creationId="{00000000-0000-0000-0000-000000000000}"/>
          </ac:spMkLst>
        </pc:spChg>
        <pc:spChg chg="add">
          <ac:chgData name="Jay" userId="S::jay@ikss.kr::ee8e7794-d418-4050-a45e-67762d108ce3" providerId="AD" clId="Web-{914F749C-BFBD-3265-48C9-DA1184E12E48}" dt="2026-08-13T14:38:28.905" v="17"/>
          <ac:spMkLst>
            <pc:docMk/>
            <pc:sldMk cId="0" sldId="309"/>
            <ac:spMk id="29"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310"/>
        </pc:sldMkLst>
        <pc:spChg chg="mod">
          <ac:chgData name="Jay" userId="S::jay@ikss.kr::ee8e7794-d418-4050-a45e-67762d108ce3" providerId="AD" clId="Web-{914F749C-BFBD-3265-48C9-DA1184E12E48}" dt="2026-08-13T14:38:28.905" v="17"/>
          <ac:spMkLst>
            <pc:docMk/>
            <pc:sldMk cId="0" sldId="310"/>
            <ac:spMk id="6" creationId="{00000000-0000-0000-0000-000000000000}"/>
          </ac:spMkLst>
        </pc:spChg>
        <pc:spChg chg="mod">
          <ac:chgData name="Jay" userId="S::jay@ikss.kr::ee8e7794-d418-4050-a45e-67762d108ce3" providerId="AD" clId="Web-{914F749C-BFBD-3265-48C9-DA1184E12E48}" dt="2026-08-13T14:10:59.957" v="15"/>
          <ac:spMkLst>
            <pc:docMk/>
            <pc:sldMk cId="0" sldId="310"/>
            <ac:spMk id="7" creationId="{00000000-0000-0000-0000-000000000000}"/>
          </ac:spMkLst>
        </pc:spChg>
        <pc:spChg chg="mod">
          <ac:chgData name="Jay" userId="S::jay@ikss.kr::ee8e7794-d418-4050-a45e-67762d108ce3" providerId="AD" clId="Web-{914F749C-BFBD-3265-48C9-DA1184E12E48}" dt="2026-08-13T14:38:28.905" v="17"/>
          <ac:spMkLst>
            <pc:docMk/>
            <pc:sldMk cId="0" sldId="310"/>
            <ac:spMk id="9" creationId="{00000000-0000-0000-0000-000000000000}"/>
          </ac:spMkLst>
        </pc:spChg>
        <pc:spChg chg="add">
          <ac:chgData name="Jay" userId="S::jay@ikss.kr::ee8e7794-d418-4050-a45e-67762d108ce3" providerId="AD" clId="Web-{914F749C-BFBD-3265-48C9-DA1184E12E48}" dt="2026-08-13T14:38:28.905" v="17"/>
          <ac:spMkLst>
            <pc:docMk/>
            <pc:sldMk cId="0" sldId="310"/>
            <ac:spMk id="10" creationId="{00000000-0000-0000-0000-000000000000}"/>
          </ac:spMkLst>
        </pc:spChg>
        <pc:spChg chg="mod">
          <ac:chgData name="Jay" userId="S::jay@ikss.kr::ee8e7794-d418-4050-a45e-67762d108ce3" providerId="AD" clId="Web-{914F749C-BFBD-3265-48C9-DA1184E12E48}" dt="2026-08-13T14:38:28.905" v="17"/>
          <ac:spMkLst>
            <pc:docMk/>
            <pc:sldMk cId="0" sldId="310"/>
            <ac:spMk id="11" creationId="{00000000-0000-0000-0000-000000000000}"/>
          </ac:spMkLst>
        </pc:spChg>
        <pc:spChg chg="mod">
          <ac:chgData name="Jay" userId="S::jay@ikss.kr::ee8e7794-d418-4050-a45e-67762d108ce3" providerId="AD" clId="Web-{914F749C-BFBD-3265-48C9-DA1184E12E48}" dt="2026-08-13T14:38:28.905" v="17"/>
          <ac:spMkLst>
            <pc:docMk/>
            <pc:sldMk cId="0" sldId="310"/>
            <ac:spMk id="12" creationId="{00000000-0000-0000-0000-000000000000}"/>
          </ac:spMkLst>
        </pc:spChg>
        <pc:spChg chg="mod">
          <ac:chgData name="Jay" userId="S::jay@ikss.kr::ee8e7794-d418-4050-a45e-67762d108ce3" providerId="AD" clId="Web-{914F749C-BFBD-3265-48C9-DA1184E12E48}" dt="2026-08-13T14:10:59.957" v="15"/>
          <ac:spMkLst>
            <pc:docMk/>
            <pc:sldMk cId="0" sldId="310"/>
            <ac:spMk id="13" creationId="{00000000-0000-0000-0000-000000000000}"/>
          </ac:spMkLst>
        </pc:spChg>
        <pc:spChg chg="add">
          <ac:chgData name="Jay" userId="S::jay@ikss.kr::ee8e7794-d418-4050-a45e-67762d108ce3" providerId="AD" clId="Web-{914F749C-BFBD-3265-48C9-DA1184E12E48}" dt="2026-08-13T14:38:28.905" v="17"/>
          <ac:spMkLst>
            <pc:docMk/>
            <pc:sldMk cId="0" sldId="310"/>
            <ac:spMk id="15" creationId="{00000000-0000-0000-0000-000000000000}"/>
          </ac:spMkLst>
        </pc:spChg>
        <pc:spChg chg="add del mod">
          <ac:chgData name="Jay" userId="S::jay@ikss.kr::ee8e7794-d418-4050-a45e-67762d108ce3" providerId="AD" clId="Web-{914F749C-BFBD-3265-48C9-DA1184E12E48}" dt="2026-08-13T14:38:28.905" v="17"/>
          <ac:spMkLst>
            <pc:docMk/>
            <pc:sldMk cId="0" sldId="310"/>
            <ac:spMk id="17" creationId="{00000000-0000-0000-0000-000000000000}"/>
          </ac:spMkLst>
        </pc:spChg>
        <pc:spChg chg="add">
          <ac:chgData name="Jay" userId="S::jay@ikss.kr::ee8e7794-d418-4050-a45e-67762d108ce3" providerId="AD" clId="Web-{914F749C-BFBD-3265-48C9-DA1184E12E48}" dt="2026-08-13T14:38:28.905" v="17"/>
          <ac:spMkLst>
            <pc:docMk/>
            <pc:sldMk cId="0" sldId="310"/>
            <ac:spMk id="20" creationId="{00000000-0000-0000-0000-000000000000}"/>
          </ac:spMkLst>
        </pc:spChg>
        <pc:spChg chg="add del mod">
          <ac:chgData name="Jay" userId="S::jay@ikss.kr::ee8e7794-d418-4050-a45e-67762d108ce3" providerId="AD" clId="Web-{914F749C-BFBD-3265-48C9-DA1184E12E48}" dt="2026-08-13T14:38:28.905" v="17"/>
          <ac:spMkLst>
            <pc:docMk/>
            <pc:sldMk cId="0" sldId="310"/>
            <ac:spMk id="22" creationId="{00000000-0000-0000-0000-000000000000}"/>
          </ac:spMkLst>
        </pc:spChg>
        <pc:spChg chg="add">
          <ac:chgData name="Jay" userId="S::jay@ikss.kr::ee8e7794-d418-4050-a45e-67762d108ce3" providerId="AD" clId="Web-{914F749C-BFBD-3265-48C9-DA1184E12E48}" dt="2026-08-13T14:38:28.905" v="17"/>
          <ac:spMkLst>
            <pc:docMk/>
            <pc:sldMk cId="0" sldId="310"/>
            <ac:spMk id="24"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311"/>
        </pc:sldMkLst>
        <pc:spChg chg="mod">
          <ac:chgData name="Jay" userId="S::jay@ikss.kr::ee8e7794-d418-4050-a45e-67762d108ce3" providerId="AD" clId="Web-{914F749C-BFBD-3265-48C9-DA1184E12E48}" dt="2026-08-13T13:58:26.374" v="13"/>
          <ac:spMkLst>
            <pc:docMk/>
            <pc:sldMk cId="0" sldId="311"/>
            <ac:spMk id="3" creationId="{00000000-0000-0000-0000-000000000000}"/>
          </ac:spMkLst>
        </pc:spChg>
        <pc:spChg chg="mod">
          <ac:chgData name="Jay" userId="S::jay@ikss.kr::ee8e7794-d418-4050-a45e-67762d108ce3" providerId="AD" clId="Web-{914F749C-BFBD-3265-48C9-DA1184E12E48}" dt="2026-08-13T14:38:28.905" v="17"/>
          <ac:spMkLst>
            <pc:docMk/>
            <pc:sldMk cId="0" sldId="311"/>
            <ac:spMk id="7" creationId="{00000000-0000-0000-0000-000000000000}"/>
          </ac:spMkLst>
        </pc:spChg>
        <pc:spChg chg="mod">
          <ac:chgData name="Jay" userId="S::jay@ikss.kr::ee8e7794-d418-4050-a45e-67762d108ce3" providerId="AD" clId="Web-{914F749C-BFBD-3265-48C9-DA1184E12E48}" dt="2026-08-13T14:38:28.905" v="17"/>
          <ac:spMkLst>
            <pc:docMk/>
            <pc:sldMk cId="0" sldId="311"/>
            <ac:spMk id="9" creationId="{00000000-0000-0000-0000-000000000000}"/>
          </ac:spMkLst>
        </pc:spChg>
        <pc:spChg chg="mod">
          <ac:chgData name="Jay" userId="S::jay@ikss.kr::ee8e7794-d418-4050-a45e-67762d108ce3" providerId="AD" clId="Web-{914F749C-BFBD-3265-48C9-DA1184E12E48}" dt="2026-08-13T14:10:59.957" v="15"/>
          <ac:spMkLst>
            <pc:docMk/>
            <pc:sldMk cId="0" sldId="311"/>
            <ac:spMk id="11" creationId="{00000000-0000-0000-0000-000000000000}"/>
          </ac:spMkLst>
        </pc:spChg>
        <pc:spChg chg="mod">
          <ac:chgData name="Jay" userId="S::jay@ikss.kr::ee8e7794-d418-4050-a45e-67762d108ce3" providerId="AD" clId="Web-{914F749C-BFBD-3265-48C9-DA1184E12E48}" dt="2026-08-13T14:38:28.905" v="17"/>
          <ac:spMkLst>
            <pc:docMk/>
            <pc:sldMk cId="0" sldId="311"/>
            <ac:spMk id="12"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312"/>
        </pc:sldMkLst>
        <pc:spChg chg="mod">
          <ac:chgData name="Jay" userId="S::jay@ikss.kr::ee8e7794-d418-4050-a45e-67762d108ce3" providerId="AD" clId="Web-{914F749C-BFBD-3265-48C9-DA1184E12E48}" dt="2026-08-13T14:38:28.905" v="17"/>
          <ac:spMkLst>
            <pc:docMk/>
            <pc:sldMk cId="0" sldId="312"/>
            <ac:spMk id="3" creationId="{00000000-0000-0000-0000-000000000000}"/>
          </ac:spMkLst>
        </pc:spChg>
        <pc:spChg chg="mod">
          <ac:chgData name="Jay" userId="S::jay@ikss.kr::ee8e7794-d418-4050-a45e-67762d108ce3" providerId="AD" clId="Web-{914F749C-BFBD-3265-48C9-DA1184E12E48}" dt="2026-08-13T13:58:26.374" v="13"/>
          <ac:spMkLst>
            <pc:docMk/>
            <pc:sldMk cId="0" sldId="312"/>
            <ac:spMk id="7" creationId="{00000000-0000-0000-0000-000000000000}"/>
          </ac:spMkLst>
        </pc:spChg>
        <pc:spChg chg="mod">
          <ac:chgData name="Jay" userId="S::jay@ikss.kr::ee8e7794-d418-4050-a45e-67762d108ce3" providerId="AD" clId="Web-{914F749C-BFBD-3265-48C9-DA1184E12E48}" dt="2026-08-13T13:58:26.374" v="13"/>
          <ac:spMkLst>
            <pc:docMk/>
            <pc:sldMk cId="0" sldId="312"/>
            <ac:spMk id="8" creationId="{00000000-0000-0000-0000-000000000000}"/>
          </ac:spMkLst>
        </pc:spChg>
        <pc:spChg chg="mod">
          <ac:chgData name="Jay" userId="S::jay@ikss.kr::ee8e7794-d418-4050-a45e-67762d108ce3" providerId="AD" clId="Web-{914F749C-BFBD-3265-48C9-DA1184E12E48}" dt="2026-08-13T14:38:28.905" v="17"/>
          <ac:spMkLst>
            <pc:docMk/>
            <pc:sldMk cId="0" sldId="312"/>
            <ac:spMk id="9" creationId="{00000000-0000-0000-0000-000000000000}"/>
          </ac:spMkLst>
        </pc:spChg>
        <pc:spChg chg="mod">
          <ac:chgData name="Jay" userId="S::jay@ikss.kr::ee8e7794-d418-4050-a45e-67762d108ce3" providerId="AD" clId="Web-{914F749C-BFBD-3265-48C9-DA1184E12E48}" dt="2026-08-13T14:10:59.957" v="15"/>
          <ac:spMkLst>
            <pc:docMk/>
            <pc:sldMk cId="0" sldId="312"/>
            <ac:spMk id="10" creationId="{00000000-0000-0000-0000-000000000000}"/>
          </ac:spMkLst>
        </pc:spChg>
        <pc:spChg chg="mod">
          <ac:chgData name="Jay" userId="S::jay@ikss.kr::ee8e7794-d418-4050-a45e-67762d108ce3" providerId="AD" clId="Web-{914F749C-BFBD-3265-48C9-DA1184E12E48}" dt="2026-08-13T13:58:26.374" v="13"/>
          <ac:spMkLst>
            <pc:docMk/>
            <pc:sldMk cId="0" sldId="312"/>
            <ac:spMk id="11" creationId="{00000000-0000-0000-0000-000000000000}"/>
          </ac:spMkLst>
        </pc:spChg>
        <pc:spChg chg="mod">
          <ac:chgData name="Jay" userId="S::jay@ikss.kr::ee8e7794-d418-4050-a45e-67762d108ce3" providerId="AD" clId="Web-{914F749C-BFBD-3265-48C9-DA1184E12E48}" dt="2026-08-13T14:10:59.957" v="15"/>
          <ac:spMkLst>
            <pc:docMk/>
            <pc:sldMk cId="0" sldId="312"/>
            <ac:spMk id="12" creationId="{00000000-0000-0000-0000-000000000000}"/>
          </ac:spMkLst>
        </pc:spChg>
        <pc:spChg chg="add mod">
          <ac:chgData name="Jay" userId="S::jay@ikss.kr::ee8e7794-d418-4050-a45e-67762d108ce3" providerId="AD" clId="Web-{914F749C-BFBD-3265-48C9-DA1184E12E48}" dt="2026-08-13T14:10:59.957" v="15"/>
          <ac:spMkLst>
            <pc:docMk/>
            <pc:sldMk cId="0" sldId="312"/>
            <ac:spMk id="13" creationId="{00000000-0000-0000-0000-000000000000}"/>
          </ac:spMkLst>
        </pc:spChg>
        <pc:spChg chg="add">
          <ac:chgData name="Jay" userId="S::jay@ikss.kr::ee8e7794-d418-4050-a45e-67762d108ce3" providerId="AD" clId="Web-{914F749C-BFBD-3265-48C9-DA1184E12E48}" dt="2026-08-13T13:58:26.374" v="13"/>
          <ac:spMkLst>
            <pc:docMk/>
            <pc:sldMk cId="0" sldId="312"/>
            <ac:spMk id="18" creationId="{00000000-0000-0000-0000-000000000000}"/>
          </ac:spMkLst>
        </pc:spChg>
        <pc:spChg chg="add mod">
          <ac:chgData name="Jay" userId="S::jay@ikss.kr::ee8e7794-d418-4050-a45e-67762d108ce3" providerId="AD" clId="Web-{914F749C-BFBD-3265-48C9-DA1184E12E48}" dt="2026-08-13T14:10:59.957" v="15"/>
          <ac:spMkLst>
            <pc:docMk/>
            <pc:sldMk cId="0" sldId="312"/>
            <ac:spMk id="19" creationId="{00000000-0000-0000-0000-000000000000}"/>
          </ac:spMkLst>
        </pc:spChg>
        <pc:spChg chg="add mod">
          <ac:chgData name="Jay" userId="S::jay@ikss.kr::ee8e7794-d418-4050-a45e-67762d108ce3" providerId="AD" clId="Web-{914F749C-BFBD-3265-48C9-DA1184E12E48}" dt="2026-08-13T14:38:28.905" v="17"/>
          <ac:spMkLst>
            <pc:docMk/>
            <pc:sldMk cId="0" sldId="312"/>
            <ac:spMk id="22" creationId="{00000000-0000-0000-0000-000000000000}"/>
          </ac:spMkLst>
        </pc:spChg>
        <pc:spChg chg="add">
          <ac:chgData name="Jay" userId="S::jay@ikss.kr::ee8e7794-d418-4050-a45e-67762d108ce3" providerId="AD" clId="Web-{914F749C-BFBD-3265-48C9-DA1184E12E48}" dt="2026-08-13T14:10:59.957" v="15"/>
          <ac:spMkLst>
            <pc:docMk/>
            <pc:sldMk cId="0" sldId="312"/>
            <ac:spMk id="26" creationId="{00000000-0000-0000-0000-000000000000}"/>
          </ac:spMkLst>
        </pc:spChg>
        <pc:spChg chg="add">
          <ac:chgData name="Jay" userId="S::jay@ikss.kr::ee8e7794-d418-4050-a45e-67762d108ce3" providerId="AD" clId="Web-{914F749C-BFBD-3265-48C9-DA1184E12E48}" dt="2026-08-13T14:10:59.957" v="15"/>
          <ac:spMkLst>
            <pc:docMk/>
            <pc:sldMk cId="0" sldId="312"/>
            <ac:spMk id="29" creationId="{00000000-0000-0000-0000-000000000000}"/>
          </ac:spMkLst>
        </pc:spChg>
        <pc:spChg chg="add">
          <ac:chgData name="Jay" userId="S::jay@ikss.kr::ee8e7794-d418-4050-a45e-67762d108ce3" providerId="AD" clId="Web-{914F749C-BFBD-3265-48C9-DA1184E12E48}" dt="2026-08-13T14:10:59.957" v="15"/>
          <ac:spMkLst>
            <pc:docMk/>
            <pc:sldMk cId="0" sldId="312"/>
            <ac:spMk id="31" creationId="{00000000-0000-0000-0000-000000000000}"/>
          </ac:spMkLst>
        </pc:spChg>
        <pc:spChg chg="add mod">
          <ac:chgData name="Jay" userId="S::jay@ikss.kr::ee8e7794-d418-4050-a45e-67762d108ce3" providerId="AD" clId="Web-{914F749C-BFBD-3265-48C9-DA1184E12E48}" dt="2026-08-13T14:38:28.905" v="17"/>
          <ac:spMkLst>
            <pc:docMk/>
            <pc:sldMk cId="0" sldId="312"/>
            <ac:spMk id="32" creationId="{00000000-0000-0000-0000-000000000000}"/>
          </ac:spMkLst>
        </pc:spChg>
        <pc:spChg chg="add">
          <ac:chgData name="Jay" userId="S::jay@ikss.kr::ee8e7794-d418-4050-a45e-67762d108ce3" providerId="AD" clId="Web-{914F749C-BFBD-3265-48C9-DA1184E12E48}" dt="2026-08-13T14:38:28.905" v="17"/>
          <ac:spMkLst>
            <pc:docMk/>
            <pc:sldMk cId="0" sldId="312"/>
            <ac:spMk id="37" creationId="{00000000-0000-0000-0000-000000000000}"/>
          </ac:spMkLst>
        </pc:spChg>
        <pc:spChg chg="add">
          <ac:chgData name="Jay" userId="S::jay@ikss.kr::ee8e7794-d418-4050-a45e-67762d108ce3" providerId="AD" clId="Web-{914F749C-BFBD-3265-48C9-DA1184E12E48}" dt="2026-08-13T14:38:28.905" v="17"/>
          <ac:spMkLst>
            <pc:docMk/>
            <pc:sldMk cId="0" sldId="312"/>
            <ac:spMk id="38" creationId="{00000000-0000-0000-0000-000000000000}"/>
          </ac:spMkLst>
        </pc:spChg>
        <pc:spChg chg="add">
          <ac:chgData name="Jay" userId="S::jay@ikss.kr::ee8e7794-d418-4050-a45e-67762d108ce3" providerId="AD" clId="Web-{914F749C-BFBD-3265-48C9-DA1184E12E48}" dt="2026-08-13T14:38:28.905" v="17"/>
          <ac:spMkLst>
            <pc:docMk/>
            <pc:sldMk cId="0" sldId="312"/>
            <ac:spMk id="40" creationId="{00000000-0000-0000-0000-000000000000}"/>
          </ac:spMkLst>
        </pc:spChg>
        <pc:spChg chg="add">
          <ac:chgData name="Jay" userId="S::jay@ikss.kr::ee8e7794-d418-4050-a45e-67762d108ce3" providerId="AD" clId="Web-{914F749C-BFBD-3265-48C9-DA1184E12E48}" dt="2026-08-13T14:38:28.905" v="17"/>
          <ac:spMkLst>
            <pc:docMk/>
            <pc:sldMk cId="0" sldId="312"/>
            <ac:spMk id="41" creationId="{00000000-0000-0000-0000-000000000000}"/>
          </ac:spMkLst>
        </pc:spChg>
        <pc:spChg chg="add">
          <ac:chgData name="Jay" userId="S::jay@ikss.kr::ee8e7794-d418-4050-a45e-67762d108ce3" providerId="AD" clId="Web-{914F749C-BFBD-3265-48C9-DA1184E12E48}" dt="2026-08-13T14:38:28.905" v="17"/>
          <ac:spMkLst>
            <pc:docMk/>
            <pc:sldMk cId="0" sldId="312"/>
            <ac:spMk id="53" creationId="{00000000-0000-0000-0000-000000000000}"/>
          </ac:spMkLst>
        </pc:spChg>
        <pc:spChg chg="add">
          <ac:chgData name="Jay" userId="S::jay@ikss.kr::ee8e7794-d418-4050-a45e-67762d108ce3" providerId="AD" clId="Web-{914F749C-BFBD-3265-48C9-DA1184E12E48}" dt="2026-08-13T14:38:28.905" v="17"/>
          <ac:spMkLst>
            <pc:docMk/>
            <pc:sldMk cId="0" sldId="312"/>
            <ac:spMk id="55"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313"/>
        </pc:sldMkLst>
        <pc:spChg chg="add">
          <ac:chgData name="Jay" userId="S::jay@ikss.kr::ee8e7794-d418-4050-a45e-67762d108ce3" providerId="AD" clId="Web-{914F749C-BFBD-3265-48C9-DA1184E12E48}" dt="2026-08-13T14:10:59.957" v="15"/>
          <ac:spMkLst>
            <pc:docMk/>
            <pc:sldMk cId="0" sldId="313"/>
            <ac:spMk id="2" creationId="{00000000-0000-0000-0000-000000000000}"/>
          </ac:spMkLst>
        </pc:spChg>
        <pc:spChg chg="mod">
          <ac:chgData name="Jay" userId="S::jay@ikss.kr::ee8e7794-d418-4050-a45e-67762d108ce3" providerId="AD" clId="Web-{914F749C-BFBD-3265-48C9-DA1184E12E48}" dt="2026-08-13T14:10:59.957" v="15"/>
          <ac:spMkLst>
            <pc:docMk/>
            <pc:sldMk cId="0" sldId="313"/>
            <ac:spMk id="3" creationId="{00000000-0000-0000-0000-000000000000}"/>
          </ac:spMkLst>
        </pc:spChg>
        <pc:spChg chg="mod">
          <ac:chgData name="Jay" userId="S::jay@ikss.kr::ee8e7794-d418-4050-a45e-67762d108ce3" providerId="AD" clId="Web-{914F749C-BFBD-3265-48C9-DA1184E12E48}" dt="2026-08-13T14:10:59.957" v="15"/>
          <ac:spMkLst>
            <pc:docMk/>
            <pc:sldMk cId="0" sldId="313"/>
            <ac:spMk id="5" creationId="{00000000-0000-0000-0000-000000000000}"/>
          </ac:spMkLst>
        </pc:spChg>
        <pc:spChg chg="mod">
          <ac:chgData name="Jay" userId="S::jay@ikss.kr::ee8e7794-d418-4050-a45e-67762d108ce3" providerId="AD" clId="Web-{914F749C-BFBD-3265-48C9-DA1184E12E48}" dt="2026-08-13T14:38:28.905" v="17"/>
          <ac:spMkLst>
            <pc:docMk/>
            <pc:sldMk cId="0" sldId="313"/>
            <ac:spMk id="7" creationId="{00000000-0000-0000-0000-000000000000}"/>
          </ac:spMkLst>
        </pc:spChg>
        <pc:spChg chg="mod">
          <ac:chgData name="Jay" userId="S::jay@ikss.kr::ee8e7794-d418-4050-a45e-67762d108ce3" providerId="AD" clId="Web-{914F749C-BFBD-3265-48C9-DA1184E12E48}" dt="2026-08-13T14:10:59.957" v="15"/>
          <ac:spMkLst>
            <pc:docMk/>
            <pc:sldMk cId="0" sldId="313"/>
            <ac:spMk id="8" creationId="{00000000-0000-0000-0000-000000000000}"/>
          </ac:spMkLst>
        </pc:spChg>
        <pc:spChg chg="mod">
          <ac:chgData name="Jay" userId="S::jay@ikss.kr::ee8e7794-d418-4050-a45e-67762d108ce3" providerId="AD" clId="Web-{914F749C-BFBD-3265-48C9-DA1184E12E48}" dt="2026-08-13T14:38:28.905" v="17"/>
          <ac:spMkLst>
            <pc:docMk/>
            <pc:sldMk cId="0" sldId="313"/>
            <ac:spMk id="10" creationId="{00000000-0000-0000-0000-000000000000}"/>
          </ac:spMkLst>
        </pc:spChg>
        <pc:spChg chg="mod">
          <ac:chgData name="Jay" userId="S::jay@ikss.kr::ee8e7794-d418-4050-a45e-67762d108ce3" providerId="AD" clId="Web-{914F749C-BFBD-3265-48C9-DA1184E12E48}" dt="2026-08-13T14:10:59.957" v="15"/>
          <ac:spMkLst>
            <pc:docMk/>
            <pc:sldMk cId="0" sldId="313"/>
            <ac:spMk id="11" creationId="{00000000-0000-0000-0000-000000000000}"/>
          </ac:spMkLst>
        </pc:spChg>
        <pc:spChg chg="add del">
          <ac:chgData name="Jay" userId="S::jay@ikss.kr::ee8e7794-d418-4050-a45e-67762d108ce3" providerId="AD" clId="Web-{914F749C-BFBD-3265-48C9-DA1184E12E48}" dt="2026-08-13T14:10:59.957" v="15"/>
          <ac:spMkLst>
            <pc:docMk/>
            <pc:sldMk cId="0" sldId="313"/>
            <ac:spMk id="15" creationId="{00000000-0000-0000-0000-000000000000}"/>
          </ac:spMkLst>
        </pc:spChg>
        <pc:spChg chg="mod">
          <ac:chgData name="Jay" userId="S::jay@ikss.kr::ee8e7794-d418-4050-a45e-67762d108ce3" providerId="AD" clId="Web-{914F749C-BFBD-3265-48C9-DA1184E12E48}" dt="2026-08-13T14:38:28.905" v="17"/>
          <ac:spMkLst>
            <pc:docMk/>
            <pc:sldMk cId="0" sldId="313"/>
            <ac:spMk id="16" creationId="{00000000-0000-0000-0000-000000000000}"/>
          </ac:spMkLst>
        </pc:spChg>
        <pc:spChg chg="add">
          <ac:chgData name="Jay" userId="S::jay@ikss.kr::ee8e7794-d418-4050-a45e-67762d108ce3" providerId="AD" clId="Web-{914F749C-BFBD-3265-48C9-DA1184E12E48}" dt="2026-08-13T14:10:59.957" v="15"/>
          <ac:spMkLst>
            <pc:docMk/>
            <pc:sldMk cId="0" sldId="313"/>
            <ac:spMk id="17" creationId="{00000000-0000-0000-0000-000000000000}"/>
          </ac:spMkLst>
        </pc:spChg>
        <pc:spChg chg="add del">
          <ac:chgData name="Jay" userId="S::jay@ikss.kr::ee8e7794-d418-4050-a45e-67762d108ce3" providerId="AD" clId="Web-{914F749C-BFBD-3265-48C9-DA1184E12E48}" dt="2026-08-13T14:10:59.957" v="15"/>
          <ac:spMkLst>
            <pc:docMk/>
            <pc:sldMk cId="0" sldId="313"/>
            <ac:spMk id="18" creationId="{00000000-0000-0000-0000-000000000000}"/>
          </ac:spMkLst>
        </pc:spChg>
        <pc:spChg chg="add">
          <ac:chgData name="Jay" userId="S::jay@ikss.kr::ee8e7794-d418-4050-a45e-67762d108ce3" providerId="AD" clId="Web-{914F749C-BFBD-3265-48C9-DA1184E12E48}" dt="2026-08-13T14:10:59.957" v="15"/>
          <ac:spMkLst>
            <pc:docMk/>
            <pc:sldMk cId="0" sldId="313"/>
            <ac:spMk id="19" creationId="{00000000-0000-0000-0000-000000000000}"/>
          </ac:spMkLst>
        </pc:spChg>
        <pc:spChg chg="add del">
          <ac:chgData name="Jay" userId="S::jay@ikss.kr::ee8e7794-d418-4050-a45e-67762d108ce3" providerId="AD" clId="Web-{914F749C-BFBD-3265-48C9-DA1184E12E48}" dt="2026-08-13T14:38:28.905" v="17"/>
          <ac:spMkLst>
            <pc:docMk/>
            <pc:sldMk cId="0" sldId="313"/>
            <ac:spMk id="21" creationId="{00000000-0000-0000-0000-000000000000}"/>
          </ac:spMkLst>
        </pc:spChg>
        <pc:spChg chg="add">
          <ac:chgData name="Jay" userId="S::jay@ikss.kr::ee8e7794-d418-4050-a45e-67762d108ce3" providerId="AD" clId="Web-{914F749C-BFBD-3265-48C9-DA1184E12E48}" dt="2026-08-13T14:38:28.905" v="17"/>
          <ac:spMkLst>
            <pc:docMk/>
            <pc:sldMk cId="0" sldId="313"/>
            <ac:spMk id="22" creationId="{00000000-0000-0000-0000-000000000000}"/>
          </ac:spMkLst>
        </pc:spChg>
        <pc:spChg chg="add">
          <ac:chgData name="Jay" userId="S::jay@ikss.kr::ee8e7794-d418-4050-a45e-67762d108ce3" providerId="AD" clId="Web-{914F749C-BFBD-3265-48C9-DA1184E12E48}" dt="2026-08-13T14:38:28.905" v="17"/>
          <ac:spMkLst>
            <pc:docMk/>
            <pc:sldMk cId="0" sldId="313"/>
            <ac:spMk id="26" creationId="{00000000-0000-0000-0000-000000000000}"/>
          </ac:spMkLst>
        </pc:spChg>
        <pc:spChg chg="add">
          <ac:chgData name="Jay" userId="S::jay@ikss.kr::ee8e7794-d418-4050-a45e-67762d108ce3" providerId="AD" clId="Web-{914F749C-BFBD-3265-48C9-DA1184E12E48}" dt="2026-08-13T14:38:28.905" v="17"/>
          <ac:spMkLst>
            <pc:docMk/>
            <pc:sldMk cId="0" sldId="313"/>
            <ac:spMk id="27" creationId="{00000000-0000-0000-0000-000000000000}"/>
          </ac:spMkLst>
        </pc:spChg>
        <pc:spChg chg="del">
          <ac:chgData name="Jay" userId="S::jay@ikss.kr::ee8e7794-d418-4050-a45e-67762d108ce3" providerId="AD" clId="Web-{914F749C-BFBD-3265-48C9-DA1184E12E48}" dt="2026-08-13T13:58:26.374" v="13"/>
          <ac:spMkLst>
            <pc:docMk/>
            <pc:sldMk cId="0" sldId="313"/>
            <ac:spMk id="28" creationId="{00000000-0000-0000-0000-000000000000}"/>
          </ac:spMkLst>
        </pc:spChg>
        <pc:spChg chg="add">
          <ac:chgData name="Jay" userId="S::jay@ikss.kr::ee8e7794-d418-4050-a45e-67762d108ce3" providerId="AD" clId="Web-{914F749C-BFBD-3265-48C9-DA1184E12E48}" dt="2026-08-13T14:38:28.905" v="17"/>
          <ac:spMkLst>
            <pc:docMk/>
            <pc:sldMk cId="0" sldId="313"/>
            <ac:spMk id="29" creationId="{00000000-0000-0000-0000-000000000000}"/>
          </ac:spMkLst>
        </pc:spChg>
        <pc:spChg chg="add">
          <ac:chgData name="Jay" userId="S::jay@ikss.kr::ee8e7794-d418-4050-a45e-67762d108ce3" providerId="AD" clId="Web-{914F749C-BFBD-3265-48C9-DA1184E12E48}" dt="2026-08-13T14:38:28.905" v="17"/>
          <ac:spMkLst>
            <pc:docMk/>
            <pc:sldMk cId="0" sldId="313"/>
            <ac:spMk id="30" creationId="{00000000-0000-0000-0000-000000000000}"/>
          </ac:spMkLst>
        </pc:spChg>
        <pc:spChg chg="add">
          <ac:chgData name="Jay" userId="S::jay@ikss.kr::ee8e7794-d418-4050-a45e-67762d108ce3" providerId="AD" clId="Web-{914F749C-BFBD-3265-48C9-DA1184E12E48}" dt="2026-08-13T14:38:28.905" v="17"/>
          <ac:spMkLst>
            <pc:docMk/>
            <pc:sldMk cId="0" sldId="313"/>
            <ac:spMk id="31" creationId="{00000000-0000-0000-0000-000000000000}"/>
          </ac:spMkLst>
        </pc:spChg>
        <pc:spChg chg="del">
          <ac:chgData name="Jay" userId="S::jay@ikss.kr::ee8e7794-d418-4050-a45e-67762d108ce3" providerId="AD" clId="Web-{914F749C-BFBD-3265-48C9-DA1184E12E48}" dt="2026-08-13T13:58:26.374" v="13"/>
          <ac:spMkLst>
            <pc:docMk/>
            <pc:sldMk cId="0" sldId="313"/>
            <ac:spMk id="32"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314"/>
        </pc:sldMkLst>
        <pc:spChg chg="mod">
          <ac:chgData name="Jay" userId="S::jay@ikss.kr::ee8e7794-d418-4050-a45e-67762d108ce3" providerId="AD" clId="Web-{914F749C-BFBD-3265-48C9-DA1184E12E48}" dt="2026-08-13T14:10:59.957" v="15"/>
          <ac:spMkLst>
            <pc:docMk/>
            <pc:sldMk cId="0" sldId="314"/>
            <ac:spMk id="3" creationId="{00000000-0000-0000-0000-000000000000}"/>
          </ac:spMkLst>
        </pc:spChg>
        <pc:spChg chg="mod">
          <ac:chgData name="Jay" userId="S::jay@ikss.kr::ee8e7794-d418-4050-a45e-67762d108ce3" providerId="AD" clId="Web-{914F749C-BFBD-3265-48C9-DA1184E12E48}" dt="2026-08-13T14:38:28.905" v="17"/>
          <ac:spMkLst>
            <pc:docMk/>
            <pc:sldMk cId="0" sldId="314"/>
            <ac:spMk id="4" creationId="{00000000-0000-0000-0000-000000000000}"/>
          </ac:spMkLst>
        </pc:spChg>
        <pc:spChg chg="mod">
          <ac:chgData name="Jay" userId="S::jay@ikss.kr::ee8e7794-d418-4050-a45e-67762d108ce3" providerId="AD" clId="Web-{914F749C-BFBD-3265-48C9-DA1184E12E48}" dt="2026-08-13T14:38:28.905" v="17"/>
          <ac:spMkLst>
            <pc:docMk/>
            <pc:sldMk cId="0" sldId="314"/>
            <ac:spMk id="5" creationId="{00000000-0000-0000-0000-000000000000}"/>
          </ac:spMkLst>
        </pc:spChg>
        <pc:spChg chg="mod">
          <ac:chgData name="Jay" userId="S::jay@ikss.kr::ee8e7794-d418-4050-a45e-67762d108ce3" providerId="AD" clId="Web-{914F749C-BFBD-3265-48C9-DA1184E12E48}" dt="2026-08-13T14:38:28.905" v="17"/>
          <ac:spMkLst>
            <pc:docMk/>
            <pc:sldMk cId="0" sldId="314"/>
            <ac:spMk id="6" creationId="{00000000-0000-0000-0000-000000000000}"/>
          </ac:spMkLst>
        </pc:spChg>
        <pc:spChg chg="mod">
          <ac:chgData name="Jay" userId="S::jay@ikss.kr::ee8e7794-d418-4050-a45e-67762d108ce3" providerId="AD" clId="Web-{914F749C-BFBD-3265-48C9-DA1184E12E48}" dt="2026-08-13T14:38:28.905" v="17"/>
          <ac:spMkLst>
            <pc:docMk/>
            <pc:sldMk cId="0" sldId="314"/>
            <ac:spMk id="7" creationId="{00000000-0000-0000-0000-000000000000}"/>
          </ac:spMkLst>
        </pc:spChg>
        <pc:spChg chg="mod">
          <ac:chgData name="Jay" userId="S::jay@ikss.kr::ee8e7794-d418-4050-a45e-67762d108ce3" providerId="AD" clId="Web-{914F749C-BFBD-3265-48C9-DA1184E12E48}" dt="2026-08-13T14:38:28.905" v="17"/>
          <ac:spMkLst>
            <pc:docMk/>
            <pc:sldMk cId="0" sldId="314"/>
            <ac:spMk id="10" creationId="{00000000-0000-0000-0000-000000000000}"/>
          </ac:spMkLst>
        </pc:spChg>
        <pc:spChg chg="mod">
          <ac:chgData name="Jay" userId="S::jay@ikss.kr::ee8e7794-d418-4050-a45e-67762d108ce3" providerId="AD" clId="Web-{914F749C-BFBD-3265-48C9-DA1184E12E48}" dt="2026-08-13T14:10:59.957" v="15"/>
          <ac:spMkLst>
            <pc:docMk/>
            <pc:sldMk cId="0" sldId="314"/>
            <ac:spMk id="11" creationId="{00000000-0000-0000-0000-000000000000}"/>
          </ac:spMkLst>
        </pc:spChg>
        <pc:spChg chg="mod">
          <ac:chgData name="Jay" userId="S::jay@ikss.kr::ee8e7794-d418-4050-a45e-67762d108ce3" providerId="AD" clId="Web-{914F749C-BFBD-3265-48C9-DA1184E12E48}" dt="2026-08-13T14:38:28.905" v="17"/>
          <ac:spMkLst>
            <pc:docMk/>
            <pc:sldMk cId="0" sldId="314"/>
            <ac:spMk id="12" creationId="{00000000-0000-0000-0000-000000000000}"/>
          </ac:spMkLst>
        </pc:spChg>
        <pc:spChg chg="add">
          <ac:chgData name="Jay" userId="S::jay@ikss.kr::ee8e7794-d418-4050-a45e-67762d108ce3" providerId="AD" clId="Web-{914F749C-BFBD-3265-48C9-DA1184E12E48}" dt="2026-08-13T14:38:28.905" v="17"/>
          <ac:spMkLst>
            <pc:docMk/>
            <pc:sldMk cId="0" sldId="314"/>
            <ac:spMk id="16" creationId="{00000000-0000-0000-0000-000000000000}"/>
          </ac:spMkLst>
        </pc:spChg>
        <pc:spChg chg="add">
          <ac:chgData name="Jay" userId="S::jay@ikss.kr::ee8e7794-d418-4050-a45e-67762d108ce3" providerId="AD" clId="Web-{914F749C-BFBD-3265-48C9-DA1184E12E48}" dt="2026-08-13T14:38:28.905" v="17"/>
          <ac:spMkLst>
            <pc:docMk/>
            <pc:sldMk cId="0" sldId="314"/>
            <ac:spMk id="17" creationId="{00000000-0000-0000-0000-000000000000}"/>
          </ac:spMkLst>
        </pc:spChg>
        <pc:spChg chg="add">
          <ac:chgData name="Jay" userId="S::jay@ikss.kr::ee8e7794-d418-4050-a45e-67762d108ce3" providerId="AD" clId="Web-{914F749C-BFBD-3265-48C9-DA1184E12E48}" dt="2026-08-13T14:38:28.905" v="17"/>
          <ac:spMkLst>
            <pc:docMk/>
            <pc:sldMk cId="0" sldId="314"/>
            <ac:spMk id="19" creationId="{00000000-0000-0000-0000-000000000000}"/>
          </ac:spMkLst>
        </pc:spChg>
        <pc:spChg chg="add">
          <ac:chgData name="Jay" userId="S::jay@ikss.kr::ee8e7794-d418-4050-a45e-67762d108ce3" providerId="AD" clId="Web-{914F749C-BFBD-3265-48C9-DA1184E12E48}" dt="2026-08-13T14:38:28.905" v="17"/>
          <ac:spMkLst>
            <pc:docMk/>
            <pc:sldMk cId="0" sldId="314"/>
            <ac:spMk id="20"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315"/>
        </pc:sldMkLst>
        <pc:spChg chg="mod">
          <ac:chgData name="Jay" userId="S::jay@ikss.kr::ee8e7794-d418-4050-a45e-67762d108ce3" providerId="AD" clId="Web-{914F749C-BFBD-3265-48C9-DA1184E12E48}" dt="2026-08-13T14:38:28.905" v="17"/>
          <ac:spMkLst>
            <pc:docMk/>
            <pc:sldMk cId="0" sldId="315"/>
            <ac:spMk id="5" creationId="{00000000-0000-0000-0000-000000000000}"/>
          </ac:spMkLst>
        </pc:spChg>
        <pc:spChg chg="mod">
          <ac:chgData name="Jay" userId="S::jay@ikss.kr::ee8e7794-d418-4050-a45e-67762d108ce3" providerId="AD" clId="Web-{914F749C-BFBD-3265-48C9-DA1184E12E48}" dt="2026-08-13T14:10:59.957" v="15"/>
          <ac:spMkLst>
            <pc:docMk/>
            <pc:sldMk cId="0" sldId="315"/>
            <ac:spMk id="6" creationId="{00000000-0000-0000-0000-000000000000}"/>
          </ac:spMkLst>
        </pc:spChg>
        <pc:spChg chg="mod">
          <ac:chgData name="Jay" userId="S::jay@ikss.kr::ee8e7794-d418-4050-a45e-67762d108ce3" providerId="AD" clId="Web-{914F749C-BFBD-3265-48C9-DA1184E12E48}" dt="2026-08-13T14:38:28.905" v="17"/>
          <ac:spMkLst>
            <pc:docMk/>
            <pc:sldMk cId="0" sldId="315"/>
            <ac:spMk id="10" creationId="{00000000-0000-0000-0000-000000000000}"/>
          </ac:spMkLst>
        </pc:spChg>
        <pc:spChg chg="mod">
          <ac:chgData name="Jay" userId="S::jay@ikss.kr::ee8e7794-d418-4050-a45e-67762d108ce3" providerId="AD" clId="Web-{914F749C-BFBD-3265-48C9-DA1184E12E48}" dt="2026-08-13T14:38:28.905" v="17"/>
          <ac:spMkLst>
            <pc:docMk/>
            <pc:sldMk cId="0" sldId="315"/>
            <ac:spMk id="11" creationId="{00000000-0000-0000-0000-000000000000}"/>
          </ac:spMkLst>
        </pc:spChg>
        <pc:spChg chg="mod">
          <ac:chgData name="Jay" userId="S::jay@ikss.kr::ee8e7794-d418-4050-a45e-67762d108ce3" providerId="AD" clId="Web-{914F749C-BFBD-3265-48C9-DA1184E12E48}" dt="2026-08-13T14:38:28.905" v="17"/>
          <ac:spMkLst>
            <pc:docMk/>
            <pc:sldMk cId="0" sldId="315"/>
            <ac:spMk id="12"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316"/>
        </pc:sldMkLst>
        <pc:spChg chg="mod">
          <ac:chgData name="Jay" userId="S::jay@ikss.kr::ee8e7794-d418-4050-a45e-67762d108ce3" providerId="AD" clId="Web-{914F749C-BFBD-3265-48C9-DA1184E12E48}" dt="2026-08-13T14:38:28.905" v="17"/>
          <ac:spMkLst>
            <pc:docMk/>
            <pc:sldMk cId="0" sldId="316"/>
            <ac:spMk id="3" creationId="{00000000-0000-0000-0000-000000000000}"/>
          </ac:spMkLst>
        </pc:spChg>
        <pc:spChg chg="mod">
          <ac:chgData name="Jay" userId="S::jay@ikss.kr::ee8e7794-d418-4050-a45e-67762d108ce3" providerId="AD" clId="Web-{914F749C-BFBD-3265-48C9-DA1184E12E48}" dt="2026-08-13T14:10:59.957" v="15"/>
          <ac:spMkLst>
            <pc:docMk/>
            <pc:sldMk cId="0" sldId="316"/>
            <ac:spMk id="4" creationId="{00000000-0000-0000-0000-000000000000}"/>
          </ac:spMkLst>
        </pc:spChg>
        <pc:spChg chg="mod">
          <ac:chgData name="Jay" userId="S::jay@ikss.kr::ee8e7794-d418-4050-a45e-67762d108ce3" providerId="AD" clId="Web-{914F749C-BFBD-3265-48C9-DA1184E12E48}" dt="2026-08-13T14:10:59.957" v="15"/>
          <ac:spMkLst>
            <pc:docMk/>
            <pc:sldMk cId="0" sldId="316"/>
            <ac:spMk id="9" creationId="{00000000-0000-0000-0000-000000000000}"/>
          </ac:spMkLst>
        </pc:spChg>
        <pc:spChg chg="mod">
          <ac:chgData name="Jay" userId="S::jay@ikss.kr::ee8e7794-d418-4050-a45e-67762d108ce3" providerId="AD" clId="Web-{914F749C-BFBD-3265-48C9-DA1184E12E48}" dt="2026-08-13T14:38:28.905" v="17"/>
          <ac:spMkLst>
            <pc:docMk/>
            <pc:sldMk cId="0" sldId="316"/>
            <ac:spMk id="11" creationId="{00000000-0000-0000-0000-000000000000}"/>
          </ac:spMkLst>
        </pc:spChg>
        <pc:spChg chg="mod">
          <ac:chgData name="Jay" userId="S::jay@ikss.kr::ee8e7794-d418-4050-a45e-67762d108ce3" providerId="AD" clId="Web-{914F749C-BFBD-3265-48C9-DA1184E12E48}" dt="2026-08-13T14:38:28.905" v="17"/>
          <ac:spMkLst>
            <pc:docMk/>
            <pc:sldMk cId="0" sldId="316"/>
            <ac:spMk id="12" creationId="{00000000-0000-0000-0000-000000000000}"/>
          </ac:spMkLst>
        </pc:spChg>
        <pc:spChg chg="mod">
          <ac:chgData name="Jay" userId="S::jay@ikss.kr::ee8e7794-d418-4050-a45e-67762d108ce3" providerId="AD" clId="Web-{914F749C-BFBD-3265-48C9-DA1184E12E48}" dt="2026-08-13T14:10:59.957" v="15"/>
          <ac:spMkLst>
            <pc:docMk/>
            <pc:sldMk cId="0" sldId="316"/>
            <ac:spMk id="13" creationId="{00000000-0000-0000-0000-000000000000}"/>
          </ac:spMkLst>
        </pc:spChg>
        <pc:spChg chg="mod">
          <ac:chgData name="Jay" userId="S::jay@ikss.kr::ee8e7794-d418-4050-a45e-67762d108ce3" providerId="AD" clId="Web-{914F749C-BFBD-3265-48C9-DA1184E12E48}" dt="2026-08-13T14:38:28.905" v="17"/>
          <ac:spMkLst>
            <pc:docMk/>
            <pc:sldMk cId="0" sldId="316"/>
            <ac:spMk id="15" creationId="{00000000-0000-0000-0000-000000000000}"/>
          </ac:spMkLst>
        </pc:spChg>
        <pc:spChg chg="mod">
          <ac:chgData name="Jay" userId="S::jay@ikss.kr::ee8e7794-d418-4050-a45e-67762d108ce3" providerId="AD" clId="Web-{914F749C-BFBD-3265-48C9-DA1184E12E48}" dt="2026-08-13T14:38:28.905" v="17"/>
          <ac:spMkLst>
            <pc:docMk/>
            <pc:sldMk cId="0" sldId="316"/>
            <ac:spMk id="16" creationId="{00000000-0000-0000-0000-000000000000}"/>
          </ac:spMkLst>
        </pc:spChg>
        <pc:spChg chg="mod">
          <ac:chgData name="Jay" userId="S::jay@ikss.kr::ee8e7794-d418-4050-a45e-67762d108ce3" providerId="AD" clId="Web-{914F749C-BFBD-3265-48C9-DA1184E12E48}" dt="2026-08-13T14:10:59.957" v="15"/>
          <ac:spMkLst>
            <pc:docMk/>
            <pc:sldMk cId="0" sldId="316"/>
            <ac:spMk id="19" creationId="{00000000-0000-0000-0000-000000000000}"/>
          </ac:spMkLst>
        </pc:spChg>
        <pc:spChg chg="mod">
          <ac:chgData name="Jay" userId="S::jay@ikss.kr::ee8e7794-d418-4050-a45e-67762d108ce3" providerId="AD" clId="Web-{914F749C-BFBD-3265-48C9-DA1184E12E48}" dt="2026-08-13T14:38:28.905" v="17"/>
          <ac:spMkLst>
            <pc:docMk/>
            <pc:sldMk cId="0" sldId="316"/>
            <ac:spMk id="21" creationId="{00000000-0000-0000-0000-000000000000}"/>
          </ac:spMkLst>
        </pc:spChg>
        <pc:spChg chg="mod">
          <ac:chgData name="Jay" userId="S::jay@ikss.kr::ee8e7794-d418-4050-a45e-67762d108ce3" providerId="AD" clId="Web-{914F749C-BFBD-3265-48C9-DA1184E12E48}" dt="2026-08-13T14:10:59.957" v="15"/>
          <ac:spMkLst>
            <pc:docMk/>
            <pc:sldMk cId="0" sldId="316"/>
            <ac:spMk id="22" creationId="{00000000-0000-0000-0000-000000000000}"/>
          </ac:spMkLst>
        </pc:spChg>
        <pc:spChg chg="mod">
          <ac:chgData name="Jay" userId="S::jay@ikss.kr::ee8e7794-d418-4050-a45e-67762d108ce3" providerId="AD" clId="Web-{914F749C-BFBD-3265-48C9-DA1184E12E48}" dt="2026-08-13T14:10:59.957" v="15"/>
          <ac:spMkLst>
            <pc:docMk/>
            <pc:sldMk cId="0" sldId="316"/>
            <ac:spMk id="23" creationId="{00000000-0000-0000-0000-000000000000}"/>
          </ac:spMkLst>
        </pc:spChg>
        <pc:spChg chg="mod">
          <ac:chgData name="Jay" userId="S::jay@ikss.kr::ee8e7794-d418-4050-a45e-67762d108ce3" providerId="AD" clId="Web-{914F749C-BFBD-3265-48C9-DA1184E12E48}" dt="2026-08-13T14:10:59.957" v="15"/>
          <ac:spMkLst>
            <pc:docMk/>
            <pc:sldMk cId="0" sldId="316"/>
            <ac:spMk id="24" creationId="{00000000-0000-0000-0000-000000000000}"/>
          </ac:spMkLst>
        </pc:spChg>
        <pc:spChg chg="del mod">
          <ac:chgData name="Jay" userId="S::jay@ikss.kr::ee8e7794-d418-4050-a45e-67762d108ce3" providerId="AD" clId="Web-{914F749C-BFBD-3265-48C9-DA1184E12E48}" dt="2026-08-13T14:10:59.957" v="15"/>
          <ac:spMkLst>
            <pc:docMk/>
            <pc:sldMk cId="0" sldId="316"/>
            <ac:spMk id="27" creationId="{00000000-0000-0000-0000-000000000000}"/>
          </ac:spMkLst>
        </pc:spChg>
        <pc:spChg chg="add">
          <ac:chgData name="Jay" userId="S::jay@ikss.kr::ee8e7794-d418-4050-a45e-67762d108ce3" providerId="AD" clId="Web-{914F749C-BFBD-3265-48C9-DA1184E12E48}" dt="2026-08-13T14:38:28.905" v="17"/>
          <ac:spMkLst>
            <pc:docMk/>
            <pc:sldMk cId="0" sldId="316"/>
            <ac:spMk id="28" creationId="{00000000-0000-0000-0000-000000000000}"/>
          </ac:spMkLst>
        </pc:spChg>
        <pc:spChg chg="add del mod">
          <ac:chgData name="Jay" userId="S::jay@ikss.kr::ee8e7794-d418-4050-a45e-67762d108ce3" providerId="AD" clId="Web-{914F749C-BFBD-3265-48C9-DA1184E12E48}" dt="2026-08-13T14:38:28.905" v="17"/>
          <ac:spMkLst>
            <pc:docMk/>
            <pc:sldMk cId="0" sldId="316"/>
            <ac:spMk id="29" creationId="{00000000-0000-0000-0000-000000000000}"/>
          </ac:spMkLst>
        </pc:spChg>
        <pc:spChg chg="add">
          <ac:chgData name="Jay" userId="S::jay@ikss.kr::ee8e7794-d418-4050-a45e-67762d108ce3" providerId="AD" clId="Web-{914F749C-BFBD-3265-48C9-DA1184E12E48}" dt="2026-08-13T14:38:28.905" v="17"/>
          <ac:spMkLst>
            <pc:docMk/>
            <pc:sldMk cId="0" sldId="316"/>
            <ac:spMk id="30" creationId="{00000000-0000-0000-0000-000000000000}"/>
          </ac:spMkLst>
        </pc:spChg>
        <pc:spChg chg="add">
          <ac:chgData name="Jay" userId="S::jay@ikss.kr::ee8e7794-d418-4050-a45e-67762d108ce3" providerId="AD" clId="Web-{914F749C-BFBD-3265-48C9-DA1184E12E48}" dt="2026-08-13T14:38:28.905" v="17"/>
          <ac:spMkLst>
            <pc:docMk/>
            <pc:sldMk cId="0" sldId="316"/>
            <ac:spMk id="32" creationId="{00000000-0000-0000-0000-000000000000}"/>
          </ac:spMkLst>
        </pc:spChg>
      </pc:sldChg>
      <pc:sldChg chg="delSp modSp add modNotes">
        <pc:chgData name="Jay" userId="S::jay@ikss.kr::ee8e7794-d418-4050-a45e-67762d108ce3" providerId="AD" clId="Web-{914F749C-BFBD-3265-48C9-DA1184E12E48}" dt="2026-08-13T14:38:28.905" v="17"/>
        <pc:sldMkLst>
          <pc:docMk/>
          <pc:sldMk cId="0" sldId="317"/>
        </pc:sldMkLst>
        <pc:spChg chg="mod">
          <ac:chgData name="Jay" userId="S::jay@ikss.kr::ee8e7794-d418-4050-a45e-67762d108ce3" providerId="AD" clId="Web-{914F749C-BFBD-3265-48C9-DA1184E12E48}" dt="2026-08-13T14:38:28.905" v="17"/>
          <ac:spMkLst>
            <pc:docMk/>
            <pc:sldMk cId="0" sldId="317"/>
            <ac:spMk id="4" creationId="{00000000-0000-0000-0000-000000000000}"/>
          </ac:spMkLst>
        </pc:spChg>
        <pc:spChg chg="mod">
          <ac:chgData name="Jay" userId="S::jay@ikss.kr::ee8e7794-d418-4050-a45e-67762d108ce3" providerId="AD" clId="Web-{914F749C-BFBD-3265-48C9-DA1184E12E48}" dt="2026-08-13T14:10:59.957" v="15"/>
          <ac:spMkLst>
            <pc:docMk/>
            <pc:sldMk cId="0" sldId="317"/>
            <ac:spMk id="6" creationId="{00000000-0000-0000-0000-000000000000}"/>
          </ac:spMkLst>
        </pc:spChg>
        <pc:spChg chg="mod">
          <ac:chgData name="Jay" userId="S::jay@ikss.kr::ee8e7794-d418-4050-a45e-67762d108ce3" providerId="AD" clId="Web-{914F749C-BFBD-3265-48C9-DA1184E12E48}" dt="2026-08-13T14:38:28.905" v="17"/>
          <ac:spMkLst>
            <pc:docMk/>
            <pc:sldMk cId="0" sldId="317"/>
            <ac:spMk id="12" creationId="{00000000-0000-0000-0000-000000000000}"/>
          </ac:spMkLst>
        </pc:spChg>
        <pc:spChg chg="mod">
          <ac:chgData name="Jay" userId="S::jay@ikss.kr::ee8e7794-d418-4050-a45e-67762d108ce3" providerId="AD" clId="Web-{914F749C-BFBD-3265-48C9-DA1184E12E48}" dt="2026-08-13T14:38:28.905" v="17"/>
          <ac:spMkLst>
            <pc:docMk/>
            <pc:sldMk cId="0" sldId="317"/>
            <ac:spMk id="13" creationId="{00000000-0000-0000-0000-000000000000}"/>
          </ac:spMkLst>
        </pc:spChg>
        <pc:spChg chg="mod">
          <ac:chgData name="Jay" userId="S::jay@ikss.kr::ee8e7794-d418-4050-a45e-67762d108ce3" providerId="AD" clId="Web-{914F749C-BFBD-3265-48C9-DA1184E12E48}" dt="2026-08-13T14:38:28.905" v="17"/>
          <ac:spMkLst>
            <pc:docMk/>
            <pc:sldMk cId="0" sldId="317"/>
            <ac:spMk id="15" creationId="{00000000-0000-0000-0000-000000000000}"/>
          </ac:spMkLst>
        </pc:spChg>
        <pc:spChg chg="mod">
          <ac:chgData name="Jay" userId="S::jay@ikss.kr::ee8e7794-d418-4050-a45e-67762d108ce3" providerId="AD" clId="Web-{914F749C-BFBD-3265-48C9-DA1184E12E48}" dt="2026-08-13T14:38:28.905" v="17"/>
          <ac:spMkLst>
            <pc:docMk/>
            <pc:sldMk cId="0" sldId="317"/>
            <ac:spMk id="16" creationId="{00000000-0000-0000-0000-000000000000}"/>
          </ac:spMkLst>
        </pc:spChg>
        <pc:spChg chg="mod">
          <ac:chgData name="Jay" userId="S::jay@ikss.kr::ee8e7794-d418-4050-a45e-67762d108ce3" providerId="AD" clId="Web-{914F749C-BFBD-3265-48C9-DA1184E12E48}" dt="2026-08-13T14:38:28.905" v="17"/>
          <ac:spMkLst>
            <pc:docMk/>
            <pc:sldMk cId="0" sldId="317"/>
            <ac:spMk id="18" creationId="{00000000-0000-0000-0000-000000000000}"/>
          </ac:spMkLst>
        </pc:spChg>
        <pc:spChg chg="mod">
          <ac:chgData name="Jay" userId="S::jay@ikss.kr::ee8e7794-d418-4050-a45e-67762d108ce3" providerId="AD" clId="Web-{914F749C-BFBD-3265-48C9-DA1184E12E48}" dt="2026-08-13T14:10:59.957" v="15"/>
          <ac:spMkLst>
            <pc:docMk/>
            <pc:sldMk cId="0" sldId="317"/>
            <ac:spMk id="19" creationId="{00000000-0000-0000-0000-000000000000}"/>
          </ac:spMkLst>
        </pc:spChg>
        <pc:spChg chg="mod">
          <ac:chgData name="Jay" userId="S::jay@ikss.kr::ee8e7794-d418-4050-a45e-67762d108ce3" providerId="AD" clId="Web-{914F749C-BFBD-3265-48C9-DA1184E12E48}" dt="2026-08-13T14:38:28.905" v="17"/>
          <ac:spMkLst>
            <pc:docMk/>
            <pc:sldMk cId="0" sldId="317"/>
            <ac:spMk id="20" creationId="{00000000-0000-0000-0000-000000000000}"/>
          </ac:spMkLst>
        </pc:spChg>
        <pc:spChg chg="mod">
          <ac:chgData name="Jay" userId="S::jay@ikss.kr::ee8e7794-d418-4050-a45e-67762d108ce3" providerId="AD" clId="Web-{914F749C-BFBD-3265-48C9-DA1184E12E48}" dt="2026-08-13T14:10:59.957" v="15"/>
          <ac:spMkLst>
            <pc:docMk/>
            <pc:sldMk cId="0" sldId="317"/>
            <ac:spMk id="22"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318"/>
        </pc:sldMkLst>
        <pc:spChg chg="mod">
          <ac:chgData name="Jay" userId="S::jay@ikss.kr::ee8e7794-d418-4050-a45e-67762d108ce3" providerId="AD" clId="Web-{914F749C-BFBD-3265-48C9-DA1184E12E48}" dt="2026-08-13T14:10:59.957" v="15"/>
          <ac:spMkLst>
            <pc:docMk/>
            <pc:sldMk cId="0" sldId="318"/>
            <ac:spMk id="7" creationId="{00000000-0000-0000-0000-000000000000}"/>
          </ac:spMkLst>
        </pc:spChg>
        <pc:spChg chg="mod">
          <ac:chgData name="Jay" userId="S::jay@ikss.kr::ee8e7794-d418-4050-a45e-67762d108ce3" providerId="AD" clId="Web-{914F749C-BFBD-3265-48C9-DA1184E12E48}" dt="2026-08-13T14:38:28.905" v="17"/>
          <ac:spMkLst>
            <pc:docMk/>
            <pc:sldMk cId="0" sldId="318"/>
            <ac:spMk id="9" creationId="{00000000-0000-0000-0000-000000000000}"/>
          </ac:spMkLst>
        </pc:spChg>
        <pc:spChg chg="mod">
          <ac:chgData name="Jay" userId="S::jay@ikss.kr::ee8e7794-d418-4050-a45e-67762d108ce3" providerId="AD" clId="Web-{914F749C-BFBD-3265-48C9-DA1184E12E48}" dt="2026-08-13T14:38:28.905" v="17"/>
          <ac:spMkLst>
            <pc:docMk/>
            <pc:sldMk cId="0" sldId="318"/>
            <ac:spMk id="10" creationId="{00000000-0000-0000-0000-000000000000}"/>
          </ac:spMkLst>
        </pc:spChg>
        <pc:spChg chg="mod">
          <ac:chgData name="Jay" userId="S::jay@ikss.kr::ee8e7794-d418-4050-a45e-67762d108ce3" providerId="AD" clId="Web-{914F749C-BFBD-3265-48C9-DA1184E12E48}" dt="2026-08-13T14:10:59.957" v="15"/>
          <ac:spMkLst>
            <pc:docMk/>
            <pc:sldMk cId="0" sldId="318"/>
            <ac:spMk id="11" creationId="{00000000-0000-0000-0000-000000000000}"/>
          </ac:spMkLst>
        </pc:spChg>
        <pc:spChg chg="mod">
          <ac:chgData name="Jay" userId="S::jay@ikss.kr::ee8e7794-d418-4050-a45e-67762d108ce3" providerId="AD" clId="Web-{914F749C-BFBD-3265-48C9-DA1184E12E48}" dt="2026-08-13T14:38:28.905" v="17"/>
          <ac:spMkLst>
            <pc:docMk/>
            <pc:sldMk cId="0" sldId="318"/>
            <ac:spMk id="12" creationId="{00000000-0000-0000-0000-000000000000}"/>
          </ac:spMkLst>
        </pc:spChg>
        <pc:spChg chg="mod">
          <ac:chgData name="Jay" userId="S::jay@ikss.kr::ee8e7794-d418-4050-a45e-67762d108ce3" providerId="AD" clId="Web-{914F749C-BFBD-3265-48C9-DA1184E12E48}" dt="2026-08-13T14:38:28.905" v="17"/>
          <ac:spMkLst>
            <pc:docMk/>
            <pc:sldMk cId="0" sldId="318"/>
            <ac:spMk id="13" creationId="{00000000-0000-0000-0000-000000000000}"/>
          </ac:spMkLst>
        </pc:spChg>
        <pc:spChg chg="mod">
          <ac:chgData name="Jay" userId="S::jay@ikss.kr::ee8e7794-d418-4050-a45e-67762d108ce3" providerId="AD" clId="Web-{914F749C-BFBD-3265-48C9-DA1184E12E48}" dt="2026-08-13T14:10:59.957" v="15"/>
          <ac:spMkLst>
            <pc:docMk/>
            <pc:sldMk cId="0" sldId="318"/>
            <ac:spMk id="14" creationId="{00000000-0000-0000-0000-000000000000}"/>
          </ac:spMkLst>
        </pc:spChg>
        <pc:spChg chg="mod">
          <ac:chgData name="Jay" userId="S::jay@ikss.kr::ee8e7794-d418-4050-a45e-67762d108ce3" providerId="AD" clId="Web-{914F749C-BFBD-3265-48C9-DA1184E12E48}" dt="2026-08-13T14:38:28.905" v="17"/>
          <ac:spMkLst>
            <pc:docMk/>
            <pc:sldMk cId="0" sldId="318"/>
            <ac:spMk id="17" creationId="{00000000-0000-0000-0000-000000000000}"/>
          </ac:spMkLst>
        </pc:spChg>
        <pc:spChg chg="mod">
          <ac:chgData name="Jay" userId="S::jay@ikss.kr::ee8e7794-d418-4050-a45e-67762d108ce3" providerId="AD" clId="Web-{914F749C-BFBD-3265-48C9-DA1184E12E48}" dt="2026-08-13T14:10:59.957" v="15"/>
          <ac:spMkLst>
            <pc:docMk/>
            <pc:sldMk cId="0" sldId="318"/>
            <ac:spMk id="18" creationId="{00000000-0000-0000-0000-000000000000}"/>
          </ac:spMkLst>
        </pc:spChg>
        <pc:spChg chg="mod">
          <ac:chgData name="Jay" userId="S::jay@ikss.kr::ee8e7794-d418-4050-a45e-67762d108ce3" providerId="AD" clId="Web-{914F749C-BFBD-3265-48C9-DA1184E12E48}" dt="2026-08-13T14:10:59.957" v="15"/>
          <ac:spMkLst>
            <pc:docMk/>
            <pc:sldMk cId="0" sldId="318"/>
            <ac:spMk id="19" creationId="{00000000-0000-0000-0000-000000000000}"/>
          </ac:spMkLst>
        </pc:spChg>
        <pc:spChg chg="mod">
          <ac:chgData name="Jay" userId="S::jay@ikss.kr::ee8e7794-d418-4050-a45e-67762d108ce3" providerId="AD" clId="Web-{914F749C-BFBD-3265-48C9-DA1184E12E48}" dt="2026-08-13T14:38:28.905" v="17"/>
          <ac:spMkLst>
            <pc:docMk/>
            <pc:sldMk cId="0" sldId="318"/>
            <ac:spMk id="20" creationId="{00000000-0000-0000-0000-000000000000}"/>
          </ac:spMkLst>
        </pc:spChg>
        <pc:spChg chg="mod">
          <ac:chgData name="Jay" userId="S::jay@ikss.kr::ee8e7794-d418-4050-a45e-67762d108ce3" providerId="AD" clId="Web-{914F749C-BFBD-3265-48C9-DA1184E12E48}" dt="2026-08-13T14:38:28.905" v="17"/>
          <ac:spMkLst>
            <pc:docMk/>
            <pc:sldMk cId="0" sldId="318"/>
            <ac:spMk id="21" creationId="{00000000-0000-0000-0000-000000000000}"/>
          </ac:spMkLst>
        </pc:spChg>
        <pc:spChg chg="mod">
          <ac:chgData name="Jay" userId="S::jay@ikss.kr::ee8e7794-d418-4050-a45e-67762d108ce3" providerId="AD" clId="Web-{914F749C-BFBD-3265-48C9-DA1184E12E48}" dt="2026-08-13T14:38:28.905" v="17"/>
          <ac:spMkLst>
            <pc:docMk/>
            <pc:sldMk cId="0" sldId="318"/>
            <ac:spMk id="24" creationId="{00000000-0000-0000-0000-000000000000}"/>
          </ac:spMkLst>
        </pc:spChg>
        <pc:spChg chg="add mod">
          <ac:chgData name="Jay" userId="S::jay@ikss.kr::ee8e7794-d418-4050-a45e-67762d108ce3" providerId="AD" clId="Web-{914F749C-BFBD-3265-48C9-DA1184E12E48}" dt="2026-08-13T14:10:59.957" v="15"/>
          <ac:spMkLst>
            <pc:docMk/>
            <pc:sldMk cId="0" sldId="318"/>
            <ac:spMk id="25" creationId="{00000000-0000-0000-0000-000000000000}"/>
          </ac:spMkLst>
        </pc:spChg>
        <pc:spChg chg="mod">
          <ac:chgData name="Jay" userId="S::jay@ikss.kr::ee8e7794-d418-4050-a45e-67762d108ce3" providerId="AD" clId="Web-{914F749C-BFBD-3265-48C9-DA1184E12E48}" dt="2026-08-13T14:38:28.905" v="17"/>
          <ac:spMkLst>
            <pc:docMk/>
            <pc:sldMk cId="0" sldId="318"/>
            <ac:spMk id="26" creationId="{00000000-0000-0000-0000-000000000000}"/>
          </ac:spMkLst>
        </pc:spChg>
        <pc:spChg chg="add mod">
          <ac:chgData name="Jay" userId="S::jay@ikss.kr::ee8e7794-d418-4050-a45e-67762d108ce3" providerId="AD" clId="Web-{914F749C-BFBD-3265-48C9-DA1184E12E48}" dt="2026-08-13T14:38:28.905" v="17"/>
          <ac:spMkLst>
            <pc:docMk/>
            <pc:sldMk cId="0" sldId="318"/>
            <ac:spMk id="33"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319"/>
        </pc:sldMkLst>
        <pc:spChg chg="add">
          <ac:chgData name="Jay" userId="S::jay@ikss.kr::ee8e7794-d418-4050-a45e-67762d108ce3" providerId="AD" clId="Web-{914F749C-BFBD-3265-48C9-DA1184E12E48}" dt="2026-08-13T13:58:26.374" v="13"/>
          <ac:spMkLst>
            <pc:docMk/>
            <pc:sldMk cId="0" sldId="319"/>
            <ac:spMk id="2" creationId="{00000000-0000-0000-0000-000000000000}"/>
          </ac:spMkLst>
        </pc:spChg>
        <pc:spChg chg="mod">
          <ac:chgData name="Jay" userId="S::jay@ikss.kr::ee8e7794-d418-4050-a45e-67762d108ce3" providerId="AD" clId="Web-{914F749C-BFBD-3265-48C9-DA1184E12E48}" dt="2026-08-13T14:10:59.957" v="15"/>
          <ac:spMkLst>
            <pc:docMk/>
            <pc:sldMk cId="0" sldId="319"/>
            <ac:spMk id="3" creationId="{00000000-0000-0000-0000-000000000000}"/>
          </ac:spMkLst>
        </pc:spChg>
        <pc:spChg chg="mod">
          <ac:chgData name="Jay" userId="S::jay@ikss.kr::ee8e7794-d418-4050-a45e-67762d108ce3" providerId="AD" clId="Web-{914F749C-BFBD-3265-48C9-DA1184E12E48}" dt="2026-08-13T14:38:28.905" v="17"/>
          <ac:spMkLst>
            <pc:docMk/>
            <pc:sldMk cId="0" sldId="319"/>
            <ac:spMk id="4" creationId="{00000000-0000-0000-0000-000000000000}"/>
          </ac:spMkLst>
        </pc:spChg>
        <pc:spChg chg="mod">
          <ac:chgData name="Jay" userId="S::jay@ikss.kr::ee8e7794-d418-4050-a45e-67762d108ce3" providerId="AD" clId="Web-{914F749C-BFBD-3265-48C9-DA1184E12E48}" dt="2026-08-13T14:10:59.957" v="15"/>
          <ac:spMkLst>
            <pc:docMk/>
            <pc:sldMk cId="0" sldId="319"/>
            <ac:spMk id="6" creationId="{00000000-0000-0000-0000-000000000000}"/>
          </ac:spMkLst>
        </pc:spChg>
        <pc:spChg chg="mod">
          <ac:chgData name="Jay" userId="S::jay@ikss.kr::ee8e7794-d418-4050-a45e-67762d108ce3" providerId="AD" clId="Web-{914F749C-BFBD-3265-48C9-DA1184E12E48}" dt="2026-08-13T14:38:28.905" v="17"/>
          <ac:spMkLst>
            <pc:docMk/>
            <pc:sldMk cId="0" sldId="319"/>
            <ac:spMk id="8" creationId="{00000000-0000-0000-0000-000000000000}"/>
          </ac:spMkLst>
        </pc:spChg>
        <pc:spChg chg="mod">
          <ac:chgData name="Jay" userId="S::jay@ikss.kr::ee8e7794-d418-4050-a45e-67762d108ce3" providerId="AD" clId="Web-{914F749C-BFBD-3265-48C9-DA1184E12E48}" dt="2026-08-13T13:58:26.374" v="13"/>
          <ac:spMkLst>
            <pc:docMk/>
            <pc:sldMk cId="0" sldId="319"/>
            <ac:spMk id="10" creationId="{00000000-0000-0000-0000-000000000000}"/>
          </ac:spMkLst>
        </pc:spChg>
        <pc:spChg chg="mod">
          <ac:chgData name="Jay" userId="S::jay@ikss.kr::ee8e7794-d418-4050-a45e-67762d108ce3" providerId="AD" clId="Web-{914F749C-BFBD-3265-48C9-DA1184E12E48}" dt="2026-08-13T14:38:28.905" v="17"/>
          <ac:spMkLst>
            <pc:docMk/>
            <pc:sldMk cId="0" sldId="319"/>
            <ac:spMk id="11" creationId="{00000000-0000-0000-0000-000000000000}"/>
          </ac:spMkLst>
        </pc:spChg>
        <pc:spChg chg="mod">
          <ac:chgData name="Jay" userId="S::jay@ikss.kr::ee8e7794-d418-4050-a45e-67762d108ce3" providerId="AD" clId="Web-{914F749C-BFBD-3265-48C9-DA1184E12E48}" dt="2026-08-13T13:58:26.374" v="13"/>
          <ac:spMkLst>
            <pc:docMk/>
            <pc:sldMk cId="0" sldId="319"/>
            <ac:spMk id="12" creationId="{00000000-0000-0000-0000-000000000000}"/>
          </ac:spMkLst>
        </pc:spChg>
        <pc:spChg chg="mod">
          <ac:chgData name="Jay" userId="S::jay@ikss.kr::ee8e7794-d418-4050-a45e-67762d108ce3" providerId="AD" clId="Web-{914F749C-BFBD-3265-48C9-DA1184E12E48}" dt="2026-08-13T14:38:28.905" v="17"/>
          <ac:spMkLst>
            <pc:docMk/>
            <pc:sldMk cId="0" sldId="319"/>
            <ac:spMk id="16" creationId="{00000000-0000-0000-0000-000000000000}"/>
          </ac:spMkLst>
        </pc:spChg>
        <pc:spChg chg="add">
          <ac:chgData name="Jay" userId="S::jay@ikss.kr::ee8e7794-d418-4050-a45e-67762d108ce3" providerId="AD" clId="Web-{914F749C-BFBD-3265-48C9-DA1184E12E48}" dt="2026-08-13T13:58:26.374" v="13"/>
          <ac:spMkLst>
            <pc:docMk/>
            <pc:sldMk cId="0" sldId="319"/>
            <ac:spMk id="18" creationId="{00000000-0000-0000-0000-000000000000}"/>
          </ac:spMkLst>
        </pc:spChg>
        <pc:spChg chg="add mod">
          <ac:chgData name="Jay" userId="S::jay@ikss.kr::ee8e7794-d418-4050-a45e-67762d108ce3" providerId="AD" clId="Web-{914F749C-BFBD-3265-48C9-DA1184E12E48}" dt="2026-08-13T14:38:28.905" v="17"/>
          <ac:spMkLst>
            <pc:docMk/>
            <pc:sldMk cId="0" sldId="319"/>
            <ac:spMk id="19" creationId="{00000000-0000-0000-0000-000000000000}"/>
          </ac:spMkLst>
        </pc:spChg>
        <pc:spChg chg="add mod">
          <ac:chgData name="Jay" userId="S::jay@ikss.kr::ee8e7794-d418-4050-a45e-67762d108ce3" providerId="AD" clId="Web-{914F749C-BFBD-3265-48C9-DA1184E12E48}" dt="2026-08-13T14:10:59.957" v="15"/>
          <ac:spMkLst>
            <pc:docMk/>
            <pc:sldMk cId="0" sldId="319"/>
            <ac:spMk id="20" creationId="{00000000-0000-0000-0000-000000000000}"/>
          </ac:spMkLst>
        </pc:spChg>
        <pc:spChg chg="mod">
          <ac:chgData name="Jay" userId="S::jay@ikss.kr::ee8e7794-d418-4050-a45e-67762d108ce3" providerId="AD" clId="Web-{914F749C-BFBD-3265-48C9-DA1184E12E48}" dt="2026-08-13T14:38:28.905" v="17"/>
          <ac:spMkLst>
            <pc:docMk/>
            <pc:sldMk cId="0" sldId="319"/>
            <ac:spMk id="21" creationId="{00000000-0000-0000-0000-000000000000}"/>
          </ac:spMkLst>
        </pc:spChg>
        <pc:spChg chg="add mod">
          <ac:chgData name="Jay" userId="S::jay@ikss.kr::ee8e7794-d418-4050-a45e-67762d108ce3" providerId="AD" clId="Web-{914F749C-BFBD-3265-48C9-DA1184E12E48}" dt="2026-08-13T14:38:28.905" v="17"/>
          <ac:spMkLst>
            <pc:docMk/>
            <pc:sldMk cId="0" sldId="319"/>
            <ac:spMk id="26" creationId="{00000000-0000-0000-0000-000000000000}"/>
          </ac:spMkLst>
        </pc:spChg>
        <pc:spChg chg="add mod">
          <ac:chgData name="Jay" userId="S::jay@ikss.kr::ee8e7794-d418-4050-a45e-67762d108ce3" providerId="AD" clId="Web-{914F749C-BFBD-3265-48C9-DA1184E12E48}" dt="2026-08-13T14:38:28.905" v="17"/>
          <ac:spMkLst>
            <pc:docMk/>
            <pc:sldMk cId="0" sldId="319"/>
            <ac:spMk id="31" creationId="{00000000-0000-0000-0000-000000000000}"/>
          </ac:spMkLst>
        </pc:spChg>
        <pc:spChg chg="add">
          <ac:chgData name="Jay" userId="S::jay@ikss.kr::ee8e7794-d418-4050-a45e-67762d108ce3" providerId="AD" clId="Web-{914F749C-BFBD-3265-48C9-DA1184E12E48}" dt="2026-08-13T14:10:59.957" v="15"/>
          <ac:spMkLst>
            <pc:docMk/>
            <pc:sldMk cId="0" sldId="319"/>
            <ac:spMk id="32" creationId="{00000000-0000-0000-0000-000000000000}"/>
          </ac:spMkLst>
        </pc:spChg>
        <pc:spChg chg="mod">
          <ac:chgData name="Jay" userId="S::jay@ikss.kr::ee8e7794-d418-4050-a45e-67762d108ce3" providerId="AD" clId="Web-{914F749C-BFBD-3265-48C9-DA1184E12E48}" dt="2026-08-13T14:38:28.905" v="17"/>
          <ac:spMkLst>
            <pc:docMk/>
            <pc:sldMk cId="0" sldId="319"/>
            <ac:spMk id="33"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320"/>
        </pc:sldMkLst>
        <pc:spChg chg="mod">
          <ac:chgData name="Jay" userId="S::jay@ikss.kr::ee8e7794-d418-4050-a45e-67762d108ce3" providerId="AD" clId="Web-{914F749C-BFBD-3265-48C9-DA1184E12E48}" dt="2026-08-13T14:10:59.957" v="15"/>
          <ac:spMkLst>
            <pc:docMk/>
            <pc:sldMk cId="0" sldId="320"/>
            <ac:spMk id="3" creationId="{00000000-0000-0000-0000-000000000000}"/>
          </ac:spMkLst>
        </pc:spChg>
        <pc:spChg chg="mod">
          <ac:chgData name="Jay" userId="S::jay@ikss.kr::ee8e7794-d418-4050-a45e-67762d108ce3" providerId="AD" clId="Web-{914F749C-BFBD-3265-48C9-DA1184E12E48}" dt="2026-08-13T14:10:59.957" v="15"/>
          <ac:spMkLst>
            <pc:docMk/>
            <pc:sldMk cId="0" sldId="320"/>
            <ac:spMk id="4" creationId="{00000000-0000-0000-0000-000000000000}"/>
          </ac:spMkLst>
        </pc:spChg>
        <pc:spChg chg="mod">
          <ac:chgData name="Jay" userId="S::jay@ikss.kr::ee8e7794-d418-4050-a45e-67762d108ce3" providerId="AD" clId="Web-{914F749C-BFBD-3265-48C9-DA1184E12E48}" dt="2026-08-13T14:10:59.957" v="15"/>
          <ac:spMkLst>
            <pc:docMk/>
            <pc:sldMk cId="0" sldId="320"/>
            <ac:spMk id="5" creationId="{00000000-0000-0000-0000-000000000000}"/>
          </ac:spMkLst>
        </pc:spChg>
        <pc:spChg chg="mod">
          <ac:chgData name="Jay" userId="S::jay@ikss.kr::ee8e7794-d418-4050-a45e-67762d108ce3" providerId="AD" clId="Web-{914F749C-BFBD-3265-48C9-DA1184E12E48}" dt="2026-08-13T14:38:28.905" v="17"/>
          <ac:spMkLst>
            <pc:docMk/>
            <pc:sldMk cId="0" sldId="320"/>
            <ac:spMk id="7" creationId="{00000000-0000-0000-0000-000000000000}"/>
          </ac:spMkLst>
        </pc:spChg>
        <pc:spChg chg="mod">
          <ac:chgData name="Jay" userId="S::jay@ikss.kr::ee8e7794-d418-4050-a45e-67762d108ce3" providerId="AD" clId="Web-{914F749C-BFBD-3265-48C9-DA1184E12E48}" dt="2026-08-13T14:10:59.957" v="15"/>
          <ac:spMkLst>
            <pc:docMk/>
            <pc:sldMk cId="0" sldId="320"/>
            <ac:spMk id="8" creationId="{00000000-0000-0000-0000-000000000000}"/>
          </ac:spMkLst>
        </pc:spChg>
        <pc:spChg chg="mod">
          <ac:chgData name="Jay" userId="S::jay@ikss.kr::ee8e7794-d418-4050-a45e-67762d108ce3" providerId="AD" clId="Web-{914F749C-BFBD-3265-48C9-DA1184E12E48}" dt="2026-08-13T13:58:26.374" v="13"/>
          <ac:spMkLst>
            <pc:docMk/>
            <pc:sldMk cId="0" sldId="320"/>
            <ac:spMk id="10" creationId="{00000000-0000-0000-0000-000000000000}"/>
          </ac:spMkLst>
        </pc:spChg>
        <pc:spChg chg="mod">
          <ac:chgData name="Jay" userId="S::jay@ikss.kr::ee8e7794-d418-4050-a45e-67762d108ce3" providerId="AD" clId="Web-{914F749C-BFBD-3265-48C9-DA1184E12E48}" dt="2026-08-13T14:38:28.905" v="17"/>
          <ac:spMkLst>
            <pc:docMk/>
            <pc:sldMk cId="0" sldId="320"/>
            <ac:spMk id="11" creationId="{00000000-0000-0000-0000-000000000000}"/>
          </ac:spMkLst>
        </pc:spChg>
        <pc:spChg chg="mod">
          <ac:chgData name="Jay" userId="S::jay@ikss.kr::ee8e7794-d418-4050-a45e-67762d108ce3" providerId="AD" clId="Web-{914F749C-BFBD-3265-48C9-DA1184E12E48}" dt="2026-08-13T14:10:59.957" v="15"/>
          <ac:spMkLst>
            <pc:docMk/>
            <pc:sldMk cId="0" sldId="320"/>
            <ac:spMk id="12" creationId="{00000000-0000-0000-0000-000000000000}"/>
          </ac:spMkLst>
        </pc:spChg>
        <pc:spChg chg="add del">
          <ac:chgData name="Jay" userId="S::jay@ikss.kr::ee8e7794-d418-4050-a45e-67762d108ce3" providerId="AD" clId="Web-{914F749C-BFBD-3265-48C9-DA1184E12E48}" dt="2026-08-13T14:10:59.957" v="15"/>
          <ac:spMkLst>
            <pc:docMk/>
            <pc:sldMk cId="0" sldId="320"/>
            <ac:spMk id="13" creationId="{00000000-0000-0000-0000-000000000000}"/>
          </ac:spMkLst>
        </pc:spChg>
        <pc:spChg chg="add del mod">
          <ac:chgData name="Jay" userId="S::jay@ikss.kr::ee8e7794-d418-4050-a45e-67762d108ce3" providerId="AD" clId="Web-{914F749C-BFBD-3265-48C9-DA1184E12E48}" dt="2026-08-13T14:38:28.905" v="17"/>
          <ac:spMkLst>
            <pc:docMk/>
            <pc:sldMk cId="0" sldId="320"/>
            <ac:spMk id="14" creationId="{00000000-0000-0000-0000-000000000000}"/>
          </ac:spMkLst>
        </pc:spChg>
        <pc:spChg chg="add">
          <ac:chgData name="Jay" userId="S::jay@ikss.kr::ee8e7794-d418-4050-a45e-67762d108ce3" providerId="AD" clId="Web-{914F749C-BFBD-3265-48C9-DA1184E12E48}" dt="2026-08-13T14:10:59.957" v="15"/>
          <ac:spMkLst>
            <pc:docMk/>
            <pc:sldMk cId="0" sldId="320"/>
            <ac:spMk id="15" creationId="{00000000-0000-0000-0000-000000000000}"/>
          </ac:spMkLst>
        </pc:spChg>
        <pc:spChg chg="mod">
          <ac:chgData name="Jay" userId="S::jay@ikss.kr::ee8e7794-d418-4050-a45e-67762d108ce3" providerId="AD" clId="Web-{914F749C-BFBD-3265-48C9-DA1184E12E48}" dt="2026-08-13T14:38:28.905" v="17"/>
          <ac:spMkLst>
            <pc:docMk/>
            <pc:sldMk cId="0" sldId="320"/>
            <ac:spMk id="16" creationId="{00000000-0000-0000-0000-000000000000}"/>
          </ac:spMkLst>
        </pc:spChg>
        <pc:spChg chg="add del mod">
          <ac:chgData name="Jay" userId="S::jay@ikss.kr::ee8e7794-d418-4050-a45e-67762d108ce3" providerId="AD" clId="Web-{914F749C-BFBD-3265-48C9-DA1184E12E48}" dt="2026-08-13T14:38:28.905" v="17"/>
          <ac:spMkLst>
            <pc:docMk/>
            <pc:sldMk cId="0" sldId="320"/>
            <ac:spMk id="20" creationId="{00000000-0000-0000-0000-000000000000}"/>
          </ac:spMkLst>
        </pc:spChg>
        <pc:spChg chg="del">
          <ac:chgData name="Jay" userId="S::jay@ikss.kr::ee8e7794-d418-4050-a45e-67762d108ce3" providerId="AD" clId="Web-{914F749C-BFBD-3265-48C9-DA1184E12E48}" dt="2026-08-13T13:58:26.374" v="13"/>
          <ac:spMkLst>
            <pc:docMk/>
            <pc:sldMk cId="0" sldId="320"/>
            <ac:spMk id="21" creationId="{00000000-0000-0000-0000-000000000000}"/>
          </ac:spMkLst>
        </pc:spChg>
        <pc:spChg chg="del">
          <ac:chgData name="Jay" userId="S::jay@ikss.kr::ee8e7794-d418-4050-a45e-67762d108ce3" providerId="AD" clId="Web-{914F749C-BFBD-3265-48C9-DA1184E12E48}" dt="2026-08-13T13:58:26.374" v="13"/>
          <ac:spMkLst>
            <pc:docMk/>
            <pc:sldMk cId="0" sldId="320"/>
            <ac:spMk id="22" creationId="{00000000-0000-0000-0000-000000000000}"/>
          </ac:spMkLst>
        </pc:spChg>
        <pc:spChg chg="add">
          <ac:chgData name="Jay" userId="S::jay@ikss.kr::ee8e7794-d418-4050-a45e-67762d108ce3" providerId="AD" clId="Web-{914F749C-BFBD-3265-48C9-DA1184E12E48}" dt="2026-08-13T14:38:28.905" v="17"/>
          <ac:spMkLst>
            <pc:docMk/>
            <pc:sldMk cId="0" sldId="320"/>
            <ac:spMk id="24" creationId="{00000000-0000-0000-0000-000000000000}"/>
          </ac:spMkLst>
        </pc:spChg>
        <pc:spChg chg="add">
          <ac:chgData name="Jay" userId="S::jay@ikss.kr::ee8e7794-d418-4050-a45e-67762d108ce3" providerId="AD" clId="Web-{914F749C-BFBD-3265-48C9-DA1184E12E48}" dt="2026-08-13T14:38:28.905" v="17"/>
          <ac:spMkLst>
            <pc:docMk/>
            <pc:sldMk cId="0" sldId="320"/>
            <ac:spMk id="25" creationId="{00000000-0000-0000-0000-000000000000}"/>
          </ac:spMkLst>
        </pc:spChg>
        <pc:spChg chg="add">
          <ac:chgData name="Jay" userId="S::jay@ikss.kr::ee8e7794-d418-4050-a45e-67762d108ce3" providerId="AD" clId="Web-{914F749C-BFBD-3265-48C9-DA1184E12E48}" dt="2026-08-13T14:38:28.905" v="17"/>
          <ac:spMkLst>
            <pc:docMk/>
            <pc:sldMk cId="0" sldId="320"/>
            <ac:spMk id="27" creationId="{00000000-0000-0000-0000-000000000000}"/>
          </ac:spMkLst>
        </pc:spChg>
        <pc:spChg chg="mod replId">
          <ac:chgData name="Jay" userId="S::jay@ikss.kr::ee8e7794-d418-4050-a45e-67762d108ce3" providerId="AD" clId="Web-{914F749C-BFBD-3265-48C9-DA1184E12E48}" dt="2026-08-13T13:58:21.655" v="12"/>
          <ac:spMkLst>
            <pc:docMk/>
            <pc:sldMk cId="0" sldId="320"/>
            <ac:spMk id="30" creationId="{00000000-0000-0000-0000-000000000000}"/>
          </ac:spMkLst>
        </pc:spChg>
        <pc:spChg chg="add">
          <ac:chgData name="Jay" userId="S::jay@ikss.kr::ee8e7794-d418-4050-a45e-67762d108ce3" providerId="AD" clId="Web-{914F749C-BFBD-3265-48C9-DA1184E12E48}" dt="2026-08-13T14:38:28.905" v="17"/>
          <ac:spMkLst>
            <pc:docMk/>
            <pc:sldMk cId="0" sldId="320"/>
            <ac:spMk id="32" creationId="{00000000-0000-0000-0000-000000000000}"/>
          </ac:spMkLst>
        </pc:spChg>
        <pc:spChg chg="add">
          <ac:chgData name="Jay" userId="S::jay@ikss.kr::ee8e7794-d418-4050-a45e-67762d108ce3" providerId="AD" clId="Web-{914F749C-BFBD-3265-48C9-DA1184E12E48}" dt="2026-08-13T14:38:28.905" v="17"/>
          <ac:spMkLst>
            <pc:docMk/>
            <pc:sldMk cId="0" sldId="320"/>
            <ac:spMk id="37"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321"/>
        </pc:sldMkLst>
        <pc:spChg chg="add">
          <ac:chgData name="Jay" userId="S::jay@ikss.kr::ee8e7794-d418-4050-a45e-67762d108ce3" providerId="AD" clId="Web-{914F749C-BFBD-3265-48C9-DA1184E12E48}" dt="2026-08-13T14:38:28.905" v="17"/>
          <ac:spMkLst>
            <pc:docMk/>
            <pc:sldMk cId="0" sldId="321"/>
            <ac:spMk id="2" creationId="{00000000-0000-0000-0000-000000000000}"/>
          </ac:spMkLst>
        </pc:spChg>
        <pc:spChg chg="mod">
          <ac:chgData name="Jay" userId="S::jay@ikss.kr::ee8e7794-d418-4050-a45e-67762d108ce3" providerId="AD" clId="Web-{914F749C-BFBD-3265-48C9-DA1184E12E48}" dt="2026-08-13T13:58:26.374" v="13"/>
          <ac:spMkLst>
            <pc:docMk/>
            <pc:sldMk cId="0" sldId="321"/>
            <ac:spMk id="3" creationId="{00000000-0000-0000-0000-000000000000}"/>
          </ac:spMkLst>
        </pc:spChg>
        <pc:spChg chg="mod">
          <ac:chgData name="Jay" userId="S::jay@ikss.kr::ee8e7794-d418-4050-a45e-67762d108ce3" providerId="AD" clId="Web-{914F749C-BFBD-3265-48C9-DA1184E12E48}" dt="2026-08-13T14:10:59.957" v="15"/>
          <ac:spMkLst>
            <pc:docMk/>
            <pc:sldMk cId="0" sldId="321"/>
            <ac:spMk id="4" creationId="{00000000-0000-0000-0000-000000000000}"/>
          </ac:spMkLst>
        </pc:spChg>
        <pc:spChg chg="mod">
          <ac:chgData name="Jay" userId="S::jay@ikss.kr::ee8e7794-d418-4050-a45e-67762d108ce3" providerId="AD" clId="Web-{914F749C-BFBD-3265-48C9-DA1184E12E48}" dt="2026-08-13T14:38:28.905" v="17"/>
          <ac:spMkLst>
            <pc:docMk/>
            <pc:sldMk cId="0" sldId="321"/>
            <ac:spMk id="5" creationId="{00000000-0000-0000-0000-000000000000}"/>
          </ac:spMkLst>
        </pc:spChg>
        <pc:spChg chg="mod">
          <ac:chgData name="Jay" userId="S::jay@ikss.kr::ee8e7794-d418-4050-a45e-67762d108ce3" providerId="AD" clId="Web-{914F749C-BFBD-3265-48C9-DA1184E12E48}" dt="2026-08-13T14:38:28.905" v="17"/>
          <ac:spMkLst>
            <pc:docMk/>
            <pc:sldMk cId="0" sldId="321"/>
            <ac:spMk id="6" creationId="{00000000-0000-0000-0000-000000000000}"/>
          </ac:spMkLst>
        </pc:spChg>
        <pc:spChg chg="mod">
          <ac:chgData name="Jay" userId="S::jay@ikss.kr::ee8e7794-d418-4050-a45e-67762d108ce3" providerId="AD" clId="Web-{914F749C-BFBD-3265-48C9-DA1184E12E48}" dt="2026-08-13T14:10:59.957" v="15"/>
          <ac:spMkLst>
            <pc:docMk/>
            <pc:sldMk cId="0" sldId="321"/>
            <ac:spMk id="7" creationId="{00000000-0000-0000-0000-000000000000}"/>
          </ac:spMkLst>
        </pc:spChg>
        <pc:spChg chg="mod">
          <ac:chgData name="Jay" userId="S::jay@ikss.kr::ee8e7794-d418-4050-a45e-67762d108ce3" providerId="AD" clId="Web-{914F749C-BFBD-3265-48C9-DA1184E12E48}" dt="2026-08-13T14:38:28.905" v="17"/>
          <ac:spMkLst>
            <pc:docMk/>
            <pc:sldMk cId="0" sldId="321"/>
            <ac:spMk id="8" creationId="{00000000-0000-0000-0000-000000000000}"/>
          </ac:spMkLst>
        </pc:spChg>
        <pc:spChg chg="mod">
          <ac:chgData name="Jay" userId="S::jay@ikss.kr::ee8e7794-d418-4050-a45e-67762d108ce3" providerId="AD" clId="Web-{914F749C-BFBD-3265-48C9-DA1184E12E48}" dt="2026-08-13T14:38:28.905" v="17"/>
          <ac:spMkLst>
            <pc:docMk/>
            <pc:sldMk cId="0" sldId="321"/>
            <ac:spMk id="9" creationId="{00000000-0000-0000-0000-000000000000}"/>
          </ac:spMkLst>
        </pc:spChg>
        <pc:spChg chg="mod">
          <ac:chgData name="Jay" userId="S::jay@ikss.kr::ee8e7794-d418-4050-a45e-67762d108ce3" providerId="AD" clId="Web-{914F749C-BFBD-3265-48C9-DA1184E12E48}" dt="2026-08-13T14:38:28.905" v="17"/>
          <ac:spMkLst>
            <pc:docMk/>
            <pc:sldMk cId="0" sldId="321"/>
            <ac:spMk id="10" creationId="{00000000-0000-0000-0000-000000000000}"/>
          </ac:spMkLst>
        </pc:spChg>
        <pc:spChg chg="add">
          <ac:chgData name="Jay" userId="S::jay@ikss.kr::ee8e7794-d418-4050-a45e-67762d108ce3" providerId="AD" clId="Web-{914F749C-BFBD-3265-48C9-DA1184E12E48}" dt="2026-08-13T14:38:28.905" v="17"/>
          <ac:spMkLst>
            <pc:docMk/>
            <pc:sldMk cId="0" sldId="321"/>
            <ac:spMk id="13" creationId="{00000000-0000-0000-0000-000000000000}"/>
          </ac:spMkLst>
        </pc:spChg>
        <pc:spChg chg="add del mod">
          <ac:chgData name="Jay" userId="S::jay@ikss.kr::ee8e7794-d418-4050-a45e-67762d108ce3" providerId="AD" clId="Web-{914F749C-BFBD-3265-48C9-DA1184E12E48}" dt="2026-08-13T14:38:28.905" v="17"/>
          <ac:spMkLst>
            <pc:docMk/>
            <pc:sldMk cId="0" sldId="321"/>
            <ac:spMk id="15" creationId="{00000000-0000-0000-0000-000000000000}"/>
          </ac:spMkLst>
        </pc:spChg>
        <pc:spChg chg="del mod">
          <ac:chgData name="Jay" userId="S::jay@ikss.kr::ee8e7794-d418-4050-a45e-67762d108ce3" providerId="AD" clId="Web-{914F749C-BFBD-3265-48C9-DA1184E12E48}" dt="2026-08-13T14:10:59.957" v="15"/>
          <ac:spMkLst>
            <pc:docMk/>
            <pc:sldMk cId="0" sldId="321"/>
            <ac:spMk id="16" creationId="{00000000-0000-0000-0000-000000000000}"/>
          </ac:spMkLst>
        </pc:spChg>
        <pc:spChg chg="add">
          <ac:chgData name="Jay" userId="S::jay@ikss.kr::ee8e7794-d418-4050-a45e-67762d108ce3" providerId="AD" clId="Web-{914F749C-BFBD-3265-48C9-DA1184E12E48}" dt="2026-08-13T14:38:28.905" v="17"/>
          <ac:spMkLst>
            <pc:docMk/>
            <pc:sldMk cId="0" sldId="321"/>
            <ac:spMk id="17" creationId="{00000000-0000-0000-0000-000000000000}"/>
          </ac:spMkLst>
        </pc:spChg>
        <pc:spChg chg="add">
          <ac:chgData name="Jay" userId="S::jay@ikss.kr::ee8e7794-d418-4050-a45e-67762d108ce3" providerId="AD" clId="Web-{914F749C-BFBD-3265-48C9-DA1184E12E48}" dt="2026-08-13T14:38:28.905" v="17"/>
          <ac:spMkLst>
            <pc:docMk/>
            <pc:sldMk cId="0" sldId="321"/>
            <ac:spMk id="18"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322"/>
        </pc:sldMkLst>
        <pc:spChg chg="mod">
          <ac:chgData name="Jay" userId="S::jay@ikss.kr::ee8e7794-d418-4050-a45e-67762d108ce3" providerId="AD" clId="Web-{914F749C-BFBD-3265-48C9-DA1184E12E48}" dt="2026-08-13T14:38:28.905" v="17"/>
          <ac:spMkLst>
            <pc:docMk/>
            <pc:sldMk cId="0" sldId="322"/>
            <ac:spMk id="3" creationId="{00000000-0000-0000-0000-000000000000}"/>
          </ac:spMkLst>
        </pc:spChg>
        <pc:spChg chg="mod">
          <ac:chgData name="Jay" userId="S::jay@ikss.kr::ee8e7794-d418-4050-a45e-67762d108ce3" providerId="AD" clId="Web-{914F749C-BFBD-3265-48C9-DA1184E12E48}" dt="2026-08-13T13:58:26.374" v="13"/>
          <ac:spMkLst>
            <pc:docMk/>
            <pc:sldMk cId="0" sldId="322"/>
            <ac:spMk id="4" creationId="{00000000-0000-0000-0000-000000000000}"/>
          </ac:spMkLst>
        </pc:spChg>
        <pc:spChg chg="mod">
          <ac:chgData name="Jay" userId="S::jay@ikss.kr::ee8e7794-d418-4050-a45e-67762d108ce3" providerId="AD" clId="Web-{914F749C-BFBD-3265-48C9-DA1184E12E48}" dt="2026-08-13T14:38:28.905" v="17"/>
          <ac:spMkLst>
            <pc:docMk/>
            <pc:sldMk cId="0" sldId="322"/>
            <ac:spMk id="5" creationId="{00000000-0000-0000-0000-000000000000}"/>
          </ac:spMkLst>
        </pc:spChg>
        <pc:spChg chg="mod">
          <ac:chgData name="Jay" userId="S::jay@ikss.kr::ee8e7794-d418-4050-a45e-67762d108ce3" providerId="AD" clId="Web-{914F749C-BFBD-3265-48C9-DA1184E12E48}" dt="2026-08-13T14:38:28.905" v="17"/>
          <ac:spMkLst>
            <pc:docMk/>
            <pc:sldMk cId="0" sldId="322"/>
            <ac:spMk id="6" creationId="{00000000-0000-0000-0000-000000000000}"/>
          </ac:spMkLst>
        </pc:spChg>
        <pc:spChg chg="mod">
          <ac:chgData name="Jay" userId="S::jay@ikss.kr::ee8e7794-d418-4050-a45e-67762d108ce3" providerId="AD" clId="Web-{914F749C-BFBD-3265-48C9-DA1184E12E48}" dt="2026-08-13T14:38:28.905" v="17"/>
          <ac:spMkLst>
            <pc:docMk/>
            <pc:sldMk cId="0" sldId="322"/>
            <ac:spMk id="7" creationId="{00000000-0000-0000-0000-000000000000}"/>
          </ac:spMkLst>
        </pc:spChg>
        <pc:spChg chg="mod">
          <ac:chgData name="Jay" userId="S::jay@ikss.kr::ee8e7794-d418-4050-a45e-67762d108ce3" providerId="AD" clId="Web-{914F749C-BFBD-3265-48C9-DA1184E12E48}" dt="2026-08-13T14:38:28.905" v="17"/>
          <ac:spMkLst>
            <pc:docMk/>
            <pc:sldMk cId="0" sldId="322"/>
            <ac:spMk id="8" creationId="{00000000-0000-0000-0000-000000000000}"/>
          </ac:spMkLst>
        </pc:spChg>
        <pc:spChg chg="mod">
          <ac:chgData name="Jay" userId="S::jay@ikss.kr::ee8e7794-d418-4050-a45e-67762d108ce3" providerId="AD" clId="Web-{914F749C-BFBD-3265-48C9-DA1184E12E48}" dt="2026-08-13T14:38:28.905" v="17"/>
          <ac:spMkLst>
            <pc:docMk/>
            <pc:sldMk cId="0" sldId="322"/>
            <ac:spMk id="9" creationId="{00000000-0000-0000-0000-000000000000}"/>
          </ac:spMkLst>
        </pc:spChg>
        <pc:spChg chg="mod">
          <ac:chgData name="Jay" userId="S::jay@ikss.kr::ee8e7794-d418-4050-a45e-67762d108ce3" providerId="AD" clId="Web-{914F749C-BFBD-3265-48C9-DA1184E12E48}" dt="2026-08-13T13:58:26.374" v="13"/>
          <ac:spMkLst>
            <pc:docMk/>
            <pc:sldMk cId="0" sldId="322"/>
            <ac:spMk id="11" creationId="{00000000-0000-0000-0000-000000000000}"/>
          </ac:spMkLst>
        </pc:spChg>
        <pc:spChg chg="mod">
          <ac:chgData name="Jay" userId="S::jay@ikss.kr::ee8e7794-d418-4050-a45e-67762d108ce3" providerId="AD" clId="Web-{914F749C-BFBD-3265-48C9-DA1184E12E48}" dt="2026-08-13T14:10:59.957" v="15"/>
          <ac:spMkLst>
            <pc:docMk/>
            <pc:sldMk cId="0" sldId="322"/>
            <ac:spMk id="12"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323"/>
        </pc:sldMkLst>
        <pc:spChg chg="mod">
          <ac:chgData name="Jay" userId="S::jay@ikss.kr::ee8e7794-d418-4050-a45e-67762d108ce3" providerId="AD" clId="Web-{914F749C-BFBD-3265-48C9-DA1184E12E48}" dt="2026-08-13T14:38:28.905" v="17"/>
          <ac:spMkLst>
            <pc:docMk/>
            <pc:sldMk cId="0" sldId="323"/>
            <ac:spMk id="4" creationId="{00000000-0000-0000-0000-000000000000}"/>
          </ac:spMkLst>
        </pc:spChg>
        <pc:spChg chg="mod">
          <ac:chgData name="Jay" userId="S::jay@ikss.kr::ee8e7794-d418-4050-a45e-67762d108ce3" providerId="AD" clId="Web-{914F749C-BFBD-3265-48C9-DA1184E12E48}" dt="2026-08-13T14:10:59.957" v="15"/>
          <ac:spMkLst>
            <pc:docMk/>
            <pc:sldMk cId="0" sldId="323"/>
            <ac:spMk id="6" creationId="{00000000-0000-0000-0000-000000000000}"/>
          </ac:spMkLst>
        </pc:spChg>
        <pc:spChg chg="mod">
          <ac:chgData name="Jay" userId="S::jay@ikss.kr::ee8e7794-d418-4050-a45e-67762d108ce3" providerId="AD" clId="Web-{914F749C-BFBD-3265-48C9-DA1184E12E48}" dt="2026-08-13T14:38:28.905" v="17"/>
          <ac:spMkLst>
            <pc:docMk/>
            <pc:sldMk cId="0" sldId="323"/>
            <ac:spMk id="9" creationId="{00000000-0000-0000-0000-000000000000}"/>
          </ac:spMkLst>
        </pc:spChg>
        <pc:spChg chg="mod">
          <ac:chgData name="Jay" userId="S::jay@ikss.kr::ee8e7794-d418-4050-a45e-67762d108ce3" providerId="AD" clId="Web-{914F749C-BFBD-3265-48C9-DA1184E12E48}" dt="2026-08-13T14:10:59.957" v="15"/>
          <ac:spMkLst>
            <pc:docMk/>
            <pc:sldMk cId="0" sldId="323"/>
            <ac:spMk id="11" creationId="{00000000-0000-0000-0000-000000000000}"/>
          </ac:spMkLst>
        </pc:spChg>
        <pc:spChg chg="mod">
          <ac:chgData name="Jay" userId="S::jay@ikss.kr::ee8e7794-d418-4050-a45e-67762d108ce3" providerId="AD" clId="Web-{914F749C-BFBD-3265-48C9-DA1184E12E48}" dt="2026-08-13T14:38:28.905" v="17"/>
          <ac:spMkLst>
            <pc:docMk/>
            <pc:sldMk cId="0" sldId="323"/>
            <ac:spMk id="13" creationId="{00000000-0000-0000-0000-000000000000}"/>
          </ac:spMkLst>
        </pc:spChg>
        <pc:spChg chg="add">
          <ac:chgData name="Jay" userId="S::jay@ikss.kr::ee8e7794-d418-4050-a45e-67762d108ce3" providerId="AD" clId="Web-{914F749C-BFBD-3265-48C9-DA1184E12E48}" dt="2026-08-13T14:10:59.957" v="15"/>
          <ac:spMkLst>
            <pc:docMk/>
            <pc:sldMk cId="0" sldId="323"/>
            <ac:spMk id="14" creationId="{00000000-0000-0000-0000-000000000000}"/>
          </ac:spMkLst>
        </pc:spChg>
        <pc:spChg chg="add del">
          <ac:chgData name="Jay" userId="S::jay@ikss.kr::ee8e7794-d418-4050-a45e-67762d108ce3" providerId="AD" clId="Web-{914F749C-BFBD-3265-48C9-DA1184E12E48}" dt="2026-08-13T14:10:59.957" v="15"/>
          <ac:spMkLst>
            <pc:docMk/>
            <pc:sldMk cId="0" sldId="323"/>
            <ac:spMk id="15" creationId="{00000000-0000-0000-0000-000000000000}"/>
          </ac:spMkLst>
        </pc:spChg>
        <pc:spChg chg="mod">
          <ac:chgData name="Jay" userId="S::jay@ikss.kr::ee8e7794-d418-4050-a45e-67762d108ce3" providerId="AD" clId="Web-{914F749C-BFBD-3265-48C9-DA1184E12E48}" dt="2026-08-13T14:38:28.905" v="17"/>
          <ac:spMkLst>
            <pc:docMk/>
            <pc:sldMk cId="0" sldId="323"/>
            <ac:spMk id="16" creationId="{00000000-0000-0000-0000-000000000000}"/>
          </ac:spMkLst>
        </pc:spChg>
        <pc:spChg chg="add del mod">
          <ac:chgData name="Jay" userId="S::jay@ikss.kr::ee8e7794-d418-4050-a45e-67762d108ce3" providerId="AD" clId="Web-{914F749C-BFBD-3265-48C9-DA1184E12E48}" dt="2026-08-13T14:38:28.905" v="17"/>
          <ac:spMkLst>
            <pc:docMk/>
            <pc:sldMk cId="0" sldId="323"/>
            <ac:spMk id="18" creationId="{00000000-0000-0000-0000-000000000000}"/>
          </ac:spMkLst>
        </pc:spChg>
        <pc:spChg chg="add del mod">
          <ac:chgData name="Jay" userId="S::jay@ikss.kr::ee8e7794-d418-4050-a45e-67762d108ce3" providerId="AD" clId="Web-{914F749C-BFBD-3265-48C9-DA1184E12E48}" dt="2026-08-13T14:38:28.905" v="17"/>
          <ac:spMkLst>
            <pc:docMk/>
            <pc:sldMk cId="0" sldId="323"/>
            <ac:spMk id="19" creationId="{00000000-0000-0000-0000-000000000000}"/>
          </ac:spMkLst>
        </pc:spChg>
        <pc:spChg chg="add mod">
          <ac:chgData name="Jay" userId="S::jay@ikss.kr::ee8e7794-d418-4050-a45e-67762d108ce3" providerId="AD" clId="Web-{914F749C-BFBD-3265-48C9-DA1184E12E48}" dt="2026-08-13T14:38:28.905" v="17"/>
          <ac:spMkLst>
            <pc:docMk/>
            <pc:sldMk cId="0" sldId="323"/>
            <ac:spMk id="20" creationId="{00000000-0000-0000-0000-000000000000}"/>
          </ac:spMkLst>
        </pc:spChg>
        <pc:spChg chg="add del mod">
          <ac:chgData name="Jay" userId="S::jay@ikss.kr::ee8e7794-d418-4050-a45e-67762d108ce3" providerId="AD" clId="Web-{914F749C-BFBD-3265-48C9-DA1184E12E48}" dt="2026-08-13T14:38:28.905" v="17"/>
          <ac:spMkLst>
            <pc:docMk/>
            <pc:sldMk cId="0" sldId="323"/>
            <ac:spMk id="22" creationId="{00000000-0000-0000-0000-000000000000}"/>
          </ac:spMkLst>
        </pc:spChg>
        <pc:spChg chg="add del mod">
          <ac:chgData name="Jay" userId="S::jay@ikss.kr::ee8e7794-d418-4050-a45e-67762d108ce3" providerId="AD" clId="Web-{914F749C-BFBD-3265-48C9-DA1184E12E48}" dt="2026-08-13T14:38:28.905" v="17"/>
          <ac:spMkLst>
            <pc:docMk/>
            <pc:sldMk cId="0" sldId="323"/>
            <ac:spMk id="23" creationId="{00000000-0000-0000-0000-000000000000}"/>
          </ac:spMkLst>
        </pc:spChg>
        <pc:spChg chg="add del">
          <ac:chgData name="Jay" userId="S::jay@ikss.kr::ee8e7794-d418-4050-a45e-67762d108ce3" providerId="AD" clId="Web-{914F749C-BFBD-3265-48C9-DA1184E12E48}" dt="2026-08-13T14:10:59.957" v="15"/>
          <ac:spMkLst>
            <pc:docMk/>
            <pc:sldMk cId="0" sldId="323"/>
            <ac:spMk id="24" creationId="{00000000-0000-0000-0000-000000000000}"/>
          </ac:spMkLst>
        </pc:spChg>
        <pc:spChg chg="add">
          <ac:chgData name="Jay" userId="S::jay@ikss.kr::ee8e7794-d418-4050-a45e-67762d108ce3" providerId="AD" clId="Web-{914F749C-BFBD-3265-48C9-DA1184E12E48}" dt="2026-08-13T14:38:28.905" v="17"/>
          <ac:spMkLst>
            <pc:docMk/>
            <pc:sldMk cId="0" sldId="323"/>
            <ac:spMk id="25" creationId="{00000000-0000-0000-0000-000000000000}"/>
          </ac:spMkLst>
        </pc:spChg>
        <pc:spChg chg="del">
          <ac:chgData name="Jay" userId="S::jay@ikss.kr::ee8e7794-d418-4050-a45e-67762d108ce3" providerId="AD" clId="Web-{914F749C-BFBD-3265-48C9-DA1184E12E48}" dt="2026-08-13T13:58:26.374" v="13"/>
          <ac:spMkLst>
            <pc:docMk/>
            <pc:sldMk cId="0" sldId="323"/>
            <ac:spMk id="26" creationId="{00000000-0000-0000-0000-000000000000}"/>
          </ac:spMkLst>
        </pc:spChg>
        <pc:spChg chg="del">
          <ac:chgData name="Jay" userId="S::jay@ikss.kr::ee8e7794-d418-4050-a45e-67762d108ce3" providerId="AD" clId="Web-{914F749C-BFBD-3265-48C9-DA1184E12E48}" dt="2026-08-13T13:58:26.374" v="13"/>
          <ac:spMkLst>
            <pc:docMk/>
            <pc:sldMk cId="0" sldId="323"/>
            <ac:spMk id="27" creationId="{00000000-0000-0000-0000-000000000000}"/>
          </ac:spMkLst>
        </pc:spChg>
        <pc:spChg chg="del">
          <ac:chgData name="Jay" userId="S::jay@ikss.kr::ee8e7794-d418-4050-a45e-67762d108ce3" providerId="AD" clId="Web-{914F749C-BFBD-3265-48C9-DA1184E12E48}" dt="2026-08-13T13:58:26.374" v="13"/>
          <ac:spMkLst>
            <pc:docMk/>
            <pc:sldMk cId="0" sldId="323"/>
            <ac:spMk id="28"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324"/>
        </pc:sldMkLst>
        <pc:spChg chg="mod">
          <ac:chgData name="Jay" userId="S::jay@ikss.kr::ee8e7794-d418-4050-a45e-67762d108ce3" providerId="AD" clId="Web-{914F749C-BFBD-3265-48C9-DA1184E12E48}" dt="2026-08-13T14:38:28.905" v="17"/>
          <ac:spMkLst>
            <pc:docMk/>
            <pc:sldMk cId="0" sldId="324"/>
            <ac:spMk id="4" creationId="{00000000-0000-0000-0000-000000000000}"/>
          </ac:spMkLst>
        </pc:spChg>
        <pc:spChg chg="mod">
          <ac:chgData name="Jay" userId="S::jay@ikss.kr::ee8e7794-d418-4050-a45e-67762d108ce3" providerId="AD" clId="Web-{914F749C-BFBD-3265-48C9-DA1184E12E48}" dt="2026-08-13T14:38:28.905" v="17"/>
          <ac:spMkLst>
            <pc:docMk/>
            <pc:sldMk cId="0" sldId="324"/>
            <ac:spMk id="9" creationId="{00000000-0000-0000-0000-000000000000}"/>
          </ac:spMkLst>
        </pc:spChg>
        <pc:spChg chg="del mod">
          <ac:chgData name="Jay" userId="S::jay@ikss.kr::ee8e7794-d418-4050-a45e-67762d108ce3" providerId="AD" clId="Web-{914F749C-BFBD-3265-48C9-DA1184E12E48}" dt="2026-08-13T14:10:59.957" v="15"/>
          <ac:spMkLst>
            <pc:docMk/>
            <pc:sldMk cId="0" sldId="324"/>
            <ac:spMk id="10" creationId="{00000000-0000-0000-0000-000000000000}"/>
          </ac:spMkLst>
        </pc:spChg>
        <pc:spChg chg="mod">
          <ac:chgData name="Jay" userId="S::jay@ikss.kr::ee8e7794-d418-4050-a45e-67762d108ce3" providerId="AD" clId="Web-{914F749C-BFBD-3265-48C9-DA1184E12E48}" dt="2026-08-13T14:38:28.905" v="17"/>
          <ac:spMkLst>
            <pc:docMk/>
            <pc:sldMk cId="0" sldId="324"/>
            <ac:spMk id="11" creationId="{00000000-0000-0000-0000-000000000000}"/>
          </ac:spMkLst>
        </pc:spChg>
        <pc:spChg chg="mod">
          <ac:chgData name="Jay" userId="S::jay@ikss.kr::ee8e7794-d418-4050-a45e-67762d108ce3" providerId="AD" clId="Web-{914F749C-BFBD-3265-48C9-DA1184E12E48}" dt="2026-08-13T14:10:59.957" v="15"/>
          <ac:spMkLst>
            <pc:docMk/>
            <pc:sldMk cId="0" sldId="324"/>
            <ac:spMk id="13" creationId="{00000000-0000-0000-0000-000000000000}"/>
          </ac:spMkLst>
        </pc:spChg>
        <pc:spChg chg="add del mod">
          <ac:chgData name="Jay" userId="S::jay@ikss.kr::ee8e7794-d418-4050-a45e-67762d108ce3" providerId="AD" clId="Web-{914F749C-BFBD-3265-48C9-DA1184E12E48}" dt="2026-08-13T14:38:28.905" v="17"/>
          <ac:spMkLst>
            <pc:docMk/>
            <pc:sldMk cId="0" sldId="324"/>
            <ac:spMk id="14" creationId="{00000000-0000-0000-0000-000000000000}"/>
          </ac:spMkLst>
        </pc:spChg>
        <pc:spChg chg="add">
          <ac:chgData name="Jay" userId="S::jay@ikss.kr::ee8e7794-d418-4050-a45e-67762d108ce3" providerId="AD" clId="Web-{914F749C-BFBD-3265-48C9-DA1184E12E48}" dt="2026-08-13T14:38:28.905" v="17"/>
          <ac:spMkLst>
            <pc:docMk/>
            <pc:sldMk cId="0" sldId="324"/>
            <ac:spMk id="17" creationId="{00000000-0000-0000-0000-000000000000}"/>
          </ac:spMkLst>
        </pc:spChg>
        <pc:spChg chg="add">
          <ac:chgData name="Jay" userId="S::jay@ikss.kr::ee8e7794-d418-4050-a45e-67762d108ce3" providerId="AD" clId="Web-{914F749C-BFBD-3265-48C9-DA1184E12E48}" dt="2026-08-13T14:38:28.905" v="17"/>
          <ac:spMkLst>
            <pc:docMk/>
            <pc:sldMk cId="0" sldId="324"/>
            <ac:spMk id="18" creationId="{00000000-0000-0000-0000-000000000000}"/>
          </ac:spMkLst>
        </pc:spChg>
        <pc:spChg chg="add">
          <ac:chgData name="Jay" userId="S::jay@ikss.kr::ee8e7794-d418-4050-a45e-67762d108ce3" providerId="AD" clId="Web-{914F749C-BFBD-3265-48C9-DA1184E12E48}" dt="2026-08-13T14:38:28.905" v="17"/>
          <ac:spMkLst>
            <pc:docMk/>
            <pc:sldMk cId="0" sldId="324"/>
            <ac:spMk id="19" creationId="{00000000-0000-0000-0000-000000000000}"/>
          </ac:spMkLst>
        </pc:spChg>
        <pc:spChg chg="add del mod">
          <ac:chgData name="Jay" userId="S::jay@ikss.kr::ee8e7794-d418-4050-a45e-67762d108ce3" providerId="AD" clId="Web-{914F749C-BFBD-3265-48C9-DA1184E12E48}" dt="2026-08-13T14:38:28.905" v="17"/>
          <ac:spMkLst>
            <pc:docMk/>
            <pc:sldMk cId="0" sldId="324"/>
            <ac:spMk id="20" creationId="{00000000-0000-0000-0000-000000000000}"/>
          </ac:spMkLst>
        </pc:spChg>
        <pc:spChg chg="add del">
          <ac:chgData name="Jay" userId="S::jay@ikss.kr::ee8e7794-d418-4050-a45e-67762d108ce3" providerId="AD" clId="Web-{914F749C-BFBD-3265-48C9-DA1184E12E48}" dt="2026-08-13T14:38:28.905" v="17"/>
          <ac:spMkLst>
            <pc:docMk/>
            <pc:sldMk cId="0" sldId="324"/>
            <ac:spMk id="21" creationId="{00000000-0000-0000-0000-000000000000}"/>
          </ac:spMkLst>
        </pc:spChg>
        <pc:spChg chg="add del">
          <ac:chgData name="Jay" userId="S::jay@ikss.kr::ee8e7794-d418-4050-a45e-67762d108ce3" providerId="AD" clId="Web-{914F749C-BFBD-3265-48C9-DA1184E12E48}" dt="2026-08-13T14:38:28.905" v="17"/>
          <ac:spMkLst>
            <pc:docMk/>
            <pc:sldMk cId="0" sldId="324"/>
            <ac:spMk id="22"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325"/>
        </pc:sldMkLst>
        <pc:spChg chg="mod">
          <ac:chgData name="Jay" userId="S::jay@ikss.kr::ee8e7794-d418-4050-a45e-67762d108ce3" providerId="AD" clId="Web-{914F749C-BFBD-3265-48C9-DA1184E12E48}" dt="2026-08-13T14:10:59.957" v="15"/>
          <ac:spMkLst>
            <pc:docMk/>
            <pc:sldMk cId="0" sldId="325"/>
            <ac:spMk id="3" creationId="{00000000-0000-0000-0000-000000000000}"/>
          </ac:spMkLst>
        </pc:spChg>
        <pc:spChg chg="mod">
          <ac:chgData name="Jay" userId="S::jay@ikss.kr::ee8e7794-d418-4050-a45e-67762d108ce3" providerId="AD" clId="Web-{914F749C-BFBD-3265-48C9-DA1184E12E48}" dt="2026-08-13T14:38:28.905" v="17"/>
          <ac:spMkLst>
            <pc:docMk/>
            <pc:sldMk cId="0" sldId="325"/>
            <ac:spMk id="6" creationId="{00000000-0000-0000-0000-000000000000}"/>
          </ac:spMkLst>
        </pc:spChg>
        <pc:spChg chg="mod">
          <ac:chgData name="Jay" userId="S::jay@ikss.kr::ee8e7794-d418-4050-a45e-67762d108ce3" providerId="AD" clId="Web-{914F749C-BFBD-3265-48C9-DA1184E12E48}" dt="2026-08-13T13:58:26.374" v="13"/>
          <ac:spMkLst>
            <pc:docMk/>
            <pc:sldMk cId="0" sldId="325"/>
            <ac:spMk id="7" creationId="{00000000-0000-0000-0000-000000000000}"/>
          </ac:spMkLst>
        </pc:spChg>
        <pc:spChg chg="mod">
          <ac:chgData name="Jay" userId="S::jay@ikss.kr::ee8e7794-d418-4050-a45e-67762d108ce3" providerId="AD" clId="Web-{914F749C-BFBD-3265-48C9-DA1184E12E48}" dt="2026-08-13T13:58:26.374" v="13"/>
          <ac:spMkLst>
            <pc:docMk/>
            <pc:sldMk cId="0" sldId="325"/>
            <ac:spMk id="8" creationId="{00000000-0000-0000-0000-000000000000}"/>
          </ac:spMkLst>
        </pc:spChg>
        <pc:spChg chg="mod">
          <ac:chgData name="Jay" userId="S::jay@ikss.kr::ee8e7794-d418-4050-a45e-67762d108ce3" providerId="AD" clId="Web-{914F749C-BFBD-3265-48C9-DA1184E12E48}" dt="2026-08-13T14:10:59.957" v="15"/>
          <ac:spMkLst>
            <pc:docMk/>
            <pc:sldMk cId="0" sldId="325"/>
            <ac:spMk id="9" creationId="{00000000-0000-0000-0000-000000000000}"/>
          </ac:spMkLst>
        </pc:spChg>
        <pc:spChg chg="mod">
          <ac:chgData name="Jay" userId="S::jay@ikss.kr::ee8e7794-d418-4050-a45e-67762d108ce3" providerId="AD" clId="Web-{914F749C-BFBD-3265-48C9-DA1184E12E48}" dt="2026-08-13T14:38:28.905" v="17"/>
          <ac:spMkLst>
            <pc:docMk/>
            <pc:sldMk cId="0" sldId="325"/>
            <ac:spMk id="11"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326"/>
        </pc:sldMkLst>
        <pc:spChg chg="add">
          <ac:chgData name="Jay" userId="S::jay@ikss.kr::ee8e7794-d418-4050-a45e-67762d108ce3" providerId="AD" clId="Web-{914F749C-BFBD-3265-48C9-DA1184E12E48}" dt="2026-08-13T14:10:59.957" v="15"/>
          <ac:spMkLst>
            <pc:docMk/>
            <pc:sldMk cId="0" sldId="326"/>
            <ac:spMk id="2" creationId="{00000000-0000-0000-0000-000000000000}"/>
          </ac:spMkLst>
        </pc:spChg>
        <pc:spChg chg="mod">
          <ac:chgData name="Jay" userId="S::jay@ikss.kr::ee8e7794-d418-4050-a45e-67762d108ce3" providerId="AD" clId="Web-{914F749C-BFBD-3265-48C9-DA1184E12E48}" dt="2026-08-13T14:10:59.957" v="15"/>
          <ac:spMkLst>
            <pc:docMk/>
            <pc:sldMk cId="0" sldId="326"/>
            <ac:spMk id="3" creationId="{00000000-0000-0000-0000-000000000000}"/>
          </ac:spMkLst>
        </pc:spChg>
        <pc:spChg chg="mod">
          <ac:chgData name="Jay" userId="S::jay@ikss.kr::ee8e7794-d418-4050-a45e-67762d108ce3" providerId="AD" clId="Web-{914F749C-BFBD-3265-48C9-DA1184E12E48}" dt="2026-08-13T14:10:59.957" v="15"/>
          <ac:spMkLst>
            <pc:docMk/>
            <pc:sldMk cId="0" sldId="326"/>
            <ac:spMk id="4" creationId="{00000000-0000-0000-0000-000000000000}"/>
          </ac:spMkLst>
        </pc:spChg>
        <pc:spChg chg="mod">
          <ac:chgData name="Jay" userId="S::jay@ikss.kr::ee8e7794-d418-4050-a45e-67762d108ce3" providerId="AD" clId="Web-{914F749C-BFBD-3265-48C9-DA1184E12E48}" dt="2026-08-13T14:10:59.957" v="15"/>
          <ac:spMkLst>
            <pc:docMk/>
            <pc:sldMk cId="0" sldId="326"/>
            <ac:spMk id="5" creationId="{00000000-0000-0000-0000-000000000000}"/>
          </ac:spMkLst>
        </pc:spChg>
        <pc:spChg chg="mod">
          <ac:chgData name="Jay" userId="S::jay@ikss.kr::ee8e7794-d418-4050-a45e-67762d108ce3" providerId="AD" clId="Web-{914F749C-BFBD-3265-48C9-DA1184E12E48}" dt="2026-08-13T14:38:28.905" v="17"/>
          <ac:spMkLst>
            <pc:docMk/>
            <pc:sldMk cId="0" sldId="326"/>
            <ac:spMk id="7" creationId="{00000000-0000-0000-0000-000000000000}"/>
          </ac:spMkLst>
        </pc:spChg>
        <pc:spChg chg="mod">
          <ac:chgData name="Jay" userId="S::jay@ikss.kr::ee8e7794-d418-4050-a45e-67762d108ce3" providerId="AD" clId="Web-{914F749C-BFBD-3265-48C9-DA1184E12E48}" dt="2026-08-13T14:38:28.905" v="17"/>
          <ac:spMkLst>
            <pc:docMk/>
            <pc:sldMk cId="0" sldId="326"/>
            <ac:spMk id="9" creationId="{00000000-0000-0000-0000-000000000000}"/>
          </ac:spMkLst>
        </pc:spChg>
        <pc:spChg chg="mod">
          <ac:chgData name="Jay" userId="S::jay@ikss.kr::ee8e7794-d418-4050-a45e-67762d108ce3" providerId="AD" clId="Web-{914F749C-BFBD-3265-48C9-DA1184E12E48}" dt="2026-08-13T14:38:28.905" v="17"/>
          <ac:spMkLst>
            <pc:docMk/>
            <pc:sldMk cId="0" sldId="326"/>
            <ac:spMk id="10" creationId="{00000000-0000-0000-0000-000000000000}"/>
          </ac:spMkLst>
        </pc:spChg>
        <pc:spChg chg="mod">
          <ac:chgData name="Jay" userId="S::jay@ikss.kr::ee8e7794-d418-4050-a45e-67762d108ce3" providerId="AD" clId="Web-{914F749C-BFBD-3265-48C9-DA1184E12E48}" dt="2026-08-13T14:10:59.957" v="15"/>
          <ac:spMkLst>
            <pc:docMk/>
            <pc:sldMk cId="0" sldId="326"/>
            <ac:spMk id="11" creationId="{00000000-0000-0000-0000-000000000000}"/>
          </ac:spMkLst>
        </pc:spChg>
        <pc:spChg chg="mod">
          <ac:chgData name="Jay" userId="S::jay@ikss.kr::ee8e7794-d418-4050-a45e-67762d108ce3" providerId="AD" clId="Web-{914F749C-BFBD-3265-48C9-DA1184E12E48}" dt="2026-08-13T14:38:28.905" v="17"/>
          <ac:spMkLst>
            <pc:docMk/>
            <pc:sldMk cId="0" sldId="326"/>
            <ac:spMk id="12" creationId="{00000000-0000-0000-0000-000000000000}"/>
          </ac:spMkLst>
        </pc:spChg>
        <pc:spChg chg="mod">
          <ac:chgData name="Jay" userId="S::jay@ikss.kr::ee8e7794-d418-4050-a45e-67762d108ce3" providerId="AD" clId="Web-{914F749C-BFBD-3265-48C9-DA1184E12E48}" dt="2026-08-13T14:38:28.905" v="17"/>
          <ac:spMkLst>
            <pc:docMk/>
            <pc:sldMk cId="0" sldId="326"/>
            <ac:spMk id="13" creationId="{00000000-0000-0000-0000-000000000000}"/>
          </ac:spMkLst>
        </pc:spChg>
        <pc:spChg chg="mod">
          <ac:chgData name="Jay" userId="S::jay@ikss.kr::ee8e7794-d418-4050-a45e-67762d108ce3" providerId="AD" clId="Web-{914F749C-BFBD-3265-48C9-DA1184E12E48}" dt="2026-08-13T14:38:28.905" v="17"/>
          <ac:spMkLst>
            <pc:docMk/>
            <pc:sldMk cId="0" sldId="326"/>
            <ac:spMk id="14" creationId="{00000000-0000-0000-0000-000000000000}"/>
          </ac:spMkLst>
        </pc:spChg>
        <pc:spChg chg="add del">
          <ac:chgData name="Jay" userId="S::jay@ikss.kr::ee8e7794-d418-4050-a45e-67762d108ce3" providerId="AD" clId="Web-{914F749C-BFBD-3265-48C9-DA1184E12E48}" dt="2026-08-13T14:10:59.957" v="15"/>
          <ac:spMkLst>
            <pc:docMk/>
            <pc:sldMk cId="0" sldId="326"/>
            <ac:spMk id="17" creationId="{00000000-0000-0000-0000-000000000000}"/>
          </ac:spMkLst>
        </pc:spChg>
        <pc:spChg chg="add mod">
          <ac:chgData name="Jay" userId="S::jay@ikss.kr::ee8e7794-d418-4050-a45e-67762d108ce3" providerId="AD" clId="Web-{914F749C-BFBD-3265-48C9-DA1184E12E48}" dt="2026-08-13T14:38:28.905" v="17"/>
          <ac:spMkLst>
            <pc:docMk/>
            <pc:sldMk cId="0" sldId="326"/>
            <ac:spMk id="18" creationId="{00000000-0000-0000-0000-000000000000}"/>
          </ac:spMkLst>
        </pc:spChg>
        <pc:spChg chg="add del">
          <ac:chgData name="Jay" userId="S::jay@ikss.kr::ee8e7794-d418-4050-a45e-67762d108ce3" providerId="AD" clId="Web-{914F749C-BFBD-3265-48C9-DA1184E12E48}" dt="2026-08-13T14:10:59.957" v="15"/>
          <ac:spMkLst>
            <pc:docMk/>
            <pc:sldMk cId="0" sldId="326"/>
            <ac:spMk id="20" creationId="{00000000-0000-0000-0000-000000000000}"/>
          </ac:spMkLst>
        </pc:spChg>
        <pc:spChg chg="del">
          <ac:chgData name="Jay" userId="S::jay@ikss.kr::ee8e7794-d418-4050-a45e-67762d108ce3" providerId="AD" clId="Web-{914F749C-BFBD-3265-48C9-DA1184E12E48}" dt="2026-08-13T13:58:26.374" v="13"/>
          <ac:spMkLst>
            <pc:docMk/>
            <pc:sldMk cId="0" sldId="326"/>
            <ac:spMk id="22" creationId="{00000000-0000-0000-0000-000000000000}"/>
          </ac:spMkLst>
        </pc:spChg>
        <pc:spChg chg="del">
          <ac:chgData name="Jay" userId="S::jay@ikss.kr::ee8e7794-d418-4050-a45e-67762d108ce3" providerId="AD" clId="Web-{914F749C-BFBD-3265-48C9-DA1184E12E48}" dt="2026-08-13T13:58:26.374" v="13"/>
          <ac:spMkLst>
            <pc:docMk/>
            <pc:sldMk cId="0" sldId="326"/>
            <ac:spMk id="25" creationId="{00000000-0000-0000-0000-000000000000}"/>
          </ac:spMkLst>
        </pc:spChg>
        <pc:spChg chg="add">
          <ac:chgData name="Jay" userId="S::jay@ikss.kr::ee8e7794-d418-4050-a45e-67762d108ce3" providerId="AD" clId="Web-{914F749C-BFBD-3265-48C9-DA1184E12E48}" dt="2026-08-13T14:38:28.905" v="17"/>
          <ac:spMkLst>
            <pc:docMk/>
            <pc:sldMk cId="0" sldId="326"/>
            <ac:spMk id="26" creationId="{00000000-0000-0000-0000-000000000000}"/>
          </ac:spMkLst>
        </pc:spChg>
        <pc:spChg chg="add del">
          <ac:chgData name="Jay" userId="S::jay@ikss.kr::ee8e7794-d418-4050-a45e-67762d108ce3" providerId="AD" clId="Web-{914F749C-BFBD-3265-48C9-DA1184E12E48}" dt="2026-08-13T14:38:28.905" v="17"/>
          <ac:spMkLst>
            <pc:docMk/>
            <pc:sldMk cId="0" sldId="326"/>
            <ac:spMk id="29" creationId="{00000000-0000-0000-0000-000000000000}"/>
          </ac:spMkLst>
        </pc:spChg>
        <pc:spChg chg="add mod replId">
          <ac:chgData name="Jay" userId="S::jay@ikss.kr::ee8e7794-d418-4050-a45e-67762d108ce3" providerId="AD" clId="Web-{914F749C-BFBD-3265-48C9-DA1184E12E48}" dt="2026-08-13T14:38:28.905" v="17"/>
          <ac:spMkLst>
            <pc:docMk/>
            <pc:sldMk cId="0" sldId="326"/>
            <ac:spMk id="30"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327"/>
        </pc:sldMkLst>
        <pc:spChg chg="add">
          <ac:chgData name="Jay" userId="S::jay@ikss.kr::ee8e7794-d418-4050-a45e-67762d108ce3" providerId="AD" clId="Web-{914F749C-BFBD-3265-48C9-DA1184E12E48}" dt="2026-08-13T14:38:28.905" v="17"/>
          <ac:spMkLst>
            <pc:docMk/>
            <pc:sldMk cId="0" sldId="327"/>
            <ac:spMk id="2" creationId="{00000000-0000-0000-0000-000000000000}"/>
          </ac:spMkLst>
        </pc:spChg>
        <pc:spChg chg="mod">
          <ac:chgData name="Jay" userId="S::jay@ikss.kr::ee8e7794-d418-4050-a45e-67762d108ce3" providerId="AD" clId="Web-{914F749C-BFBD-3265-48C9-DA1184E12E48}" dt="2026-08-13T14:38:28.905" v="17"/>
          <ac:spMkLst>
            <pc:docMk/>
            <pc:sldMk cId="0" sldId="327"/>
            <ac:spMk id="3" creationId="{00000000-0000-0000-0000-000000000000}"/>
          </ac:spMkLst>
        </pc:spChg>
        <pc:spChg chg="mod">
          <ac:chgData name="Jay" userId="S::jay@ikss.kr::ee8e7794-d418-4050-a45e-67762d108ce3" providerId="AD" clId="Web-{914F749C-BFBD-3265-48C9-DA1184E12E48}" dt="2026-08-13T14:38:28.905" v="17"/>
          <ac:spMkLst>
            <pc:docMk/>
            <pc:sldMk cId="0" sldId="327"/>
            <ac:spMk id="6" creationId="{00000000-0000-0000-0000-000000000000}"/>
          </ac:spMkLst>
        </pc:spChg>
        <pc:spChg chg="mod">
          <ac:chgData name="Jay" userId="S::jay@ikss.kr::ee8e7794-d418-4050-a45e-67762d108ce3" providerId="AD" clId="Web-{914F749C-BFBD-3265-48C9-DA1184E12E48}" dt="2026-08-13T14:38:28.905" v="17"/>
          <ac:spMkLst>
            <pc:docMk/>
            <pc:sldMk cId="0" sldId="327"/>
            <ac:spMk id="7" creationId="{00000000-0000-0000-0000-000000000000}"/>
          </ac:spMkLst>
        </pc:spChg>
        <pc:spChg chg="mod">
          <ac:chgData name="Jay" userId="S::jay@ikss.kr::ee8e7794-d418-4050-a45e-67762d108ce3" providerId="AD" clId="Web-{914F749C-BFBD-3265-48C9-DA1184E12E48}" dt="2026-08-13T14:10:59.957" v="15"/>
          <ac:spMkLst>
            <pc:docMk/>
            <pc:sldMk cId="0" sldId="327"/>
            <ac:spMk id="8" creationId="{00000000-0000-0000-0000-000000000000}"/>
          </ac:spMkLst>
        </pc:spChg>
        <pc:spChg chg="mod">
          <ac:chgData name="Jay" userId="S::jay@ikss.kr::ee8e7794-d418-4050-a45e-67762d108ce3" providerId="AD" clId="Web-{914F749C-BFBD-3265-48C9-DA1184E12E48}" dt="2026-08-13T14:38:28.905" v="17"/>
          <ac:spMkLst>
            <pc:docMk/>
            <pc:sldMk cId="0" sldId="327"/>
            <ac:spMk id="9" creationId="{00000000-0000-0000-0000-000000000000}"/>
          </ac:spMkLst>
        </pc:spChg>
        <pc:spChg chg="add mod">
          <ac:chgData name="Jay" userId="S::jay@ikss.kr::ee8e7794-d418-4050-a45e-67762d108ce3" providerId="AD" clId="Web-{914F749C-BFBD-3265-48C9-DA1184E12E48}" dt="2026-08-13T14:10:59.957" v="15"/>
          <ac:spMkLst>
            <pc:docMk/>
            <pc:sldMk cId="0" sldId="327"/>
            <ac:spMk id="10" creationId="{00000000-0000-0000-0000-000000000000}"/>
          </ac:spMkLst>
        </pc:spChg>
        <pc:spChg chg="mod">
          <ac:chgData name="Jay" userId="S::jay@ikss.kr::ee8e7794-d418-4050-a45e-67762d108ce3" providerId="AD" clId="Web-{914F749C-BFBD-3265-48C9-DA1184E12E48}" dt="2026-08-13T14:38:28.905" v="17"/>
          <ac:spMkLst>
            <pc:docMk/>
            <pc:sldMk cId="0" sldId="327"/>
            <ac:spMk id="11" creationId="{00000000-0000-0000-0000-000000000000}"/>
          </ac:spMkLst>
        </pc:spChg>
        <pc:spChg chg="mod">
          <ac:chgData name="Jay" userId="S::jay@ikss.kr::ee8e7794-d418-4050-a45e-67762d108ce3" providerId="AD" clId="Web-{914F749C-BFBD-3265-48C9-DA1184E12E48}" dt="2026-08-13T14:38:28.905" v="17"/>
          <ac:spMkLst>
            <pc:docMk/>
            <pc:sldMk cId="0" sldId="327"/>
            <ac:spMk id="12" creationId="{00000000-0000-0000-0000-000000000000}"/>
          </ac:spMkLst>
        </pc:spChg>
        <pc:spChg chg="add del">
          <ac:chgData name="Jay" userId="S::jay@ikss.kr::ee8e7794-d418-4050-a45e-67762d108ce3" providerId="AD" clId="Web-{914F749C-BFBD-3265-48C9-DA1184E12E48}" dt="2026-08-13T14:38:28.905" v="17"/>
          <ac:spMkLst>
            <pc:docMk/>
            <pc:sldMk cId="0" sldId="327"/>
            <ac:spMk id="14" creationId="{00000000-0000-0000-0000-000000000000}"/>
          </ac:spMkLst>
        </pc:spChg>
        <pc:spChg chg="add del">
          <ac:chgData name="Jay" userId="S::jay@ikss.kr::ee8e7794-d418-4050-a45e-67762d108ce3" providerId="AD" clId="Web-{914F749C-BFBD-3265-48C9-DA1184E12E48}" dt="2026-08-13T14:38:28.905" v="17"/>
          <ac:spMkLst>
            <pc:docMk/>
            <pc:sldMk cId="0" sldId="327"/>
            <ac:spMk id="16" creationId="{00000000-0000-0000-0000-000000000000}"/>
          </ac:spMkLst>
        </pc:spChg>
        <pc:spChg chg="add">
          <ac:chgData name="Jay" userId="S::jay@ikss.kr::ee8e7794-d418-4050-a45e-67762d108ce3" providerId="AD" clId="Web-{914F749C-BFBD-3265-48C9-DA1184E12E48}" dt="2026-08-13T13:58:26.374" v="13"/>
          <ac:spMkLst>
            <pc:docMk/>
            <pc:sldMk cId="0" sldId="327"/>
            <ac:spMk id="17" creationId="{00000000-0000-0000-0000-000000000000}"/>
          </ac:spMkLst>
        </pc:spChg>
        <pc:spChg chg="add del">
          <ac:chgData name="Jay" userId="S::jay@ikss.kr::ee8e7794-d418-4050-a45e-67762d108ce3" providerId="AD" clId="Web-{914F749C-BFBD-3265-48C9-DA1184E12E48}" dt="2026-08-13T14:38:28.905" v="17"/>
          <ac:spMkLst>
            <pc:docMk/>
            <pc:sldMk cId="0" sldId="327"/>
            <ac:spMk id="18"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328"/>
        </pc:sldMkLst>
        <pc:spChg chg="mod">
          <ac:chgData name="Jay" userId="S::jay@ikss.kr::ee8e7794-d418-4050-a45e-67762d108ce3" providerId="AD" clId="Web-{914F749C-BFBD-3265-48C9-DA1184E12E48}" dt="2026-08-13T14:38:28.905" v="17"/>
          <ac:spMkLst>
            <pc:docMk/>
            <pc:sldMk cId="0" sldId="328"/>
            <ac:spMk id="3" creationId="{00000000-0000-0000-0000-000000000000}"/>
          </ac:spMkLst>
        </pc:spChg>
        <pc:spChg chg="mod">
          <ac:chgData name="Jay" userId="S::jay@ikss.kr::ee8e7794-d418-4050-a45e-67762d108ce3" providerId="AD" clId="Web-{914F749C-BFBD-3265-48C9-DA1184E12E48}" dt="2026-08-13T14:38:28.905" v="17"/>
          <ac:spMkLst>
            <pc:docMk/>
            <pc:sldMk cId="0" sldId="328"/>
            <ac:spMk id="4" creationId="{00000000-0000-0000-0000-000000000000}"/>
          </ac:spMkLst>
        </pc:spChg>
        <pc:spChg chg="mod">
          <ac:chgData name="Jay" userId="S::jay@ikss.kr::ee8e7794-d418-4050-a45e-67762d108ce3" providerId="AD" clId="Web-{914F749C-BFBD-3265-48C9-DA1184E12E48}" dt="2026-08-13T14:10:59.957" v="15"/>
          <ac:spMkLst>
            <pc:docMk/>
            <pc:sldMk cId="0" sldId="328"/>
            <ac:spMk id="6" creationId="{00000000-0000-0000-0000-000000000000}"/>
          </ac:spMkLst>
        </pc:spChg>
        <pc:spChg chg="mod">
          <ac:chgData name="Jay" userId="S::jay@ikss.kr::ee8e7794-d418-4050-a45e-67762d108ce3" providerId="AD" clId="Web-{914F749C-BFBD-3265-48C9-DA1184E12E48}" dt="2026-08-13T14:38:28.905" v="17"/>
          <ac:spMkLst>
            <pc:docMk/>
            <pc:sldMk cId="0" sldId="328"/>
            <ac:spMk id="8" creationId="{00000000-0000-0000-0000-000000000000}"/>
          </ac:spMkLst>
        </pc:spChg>
        <pc:spChg chg="mod">
          <ac:chgData name="Jay" userId="S::jay@ikss.kr::ee8e7794-d418-4050-a45e-67762d108ce3" providerId="AD" clId="Web-{914F749C-BFBD-3265-48C9-DA1184E12E48}" dt="2026-08-13T14:10:59.957" v="15"/>
          <ac:spMkLst>
            <pc:docMk/>
            <pc:sldMk cId="0" sldId="328"/>
            <ac:spMk id="9" creationId="{00000000-0000-0000-0000-000000000000}"/>
          </ac:spMkLst>
        </pc:spChg>
        <pc:spChg chg="add del">
          <ac:chgData name="Jay" userId="S::jay@ikss.kr::ee8e7794-d418-4050-a45e-67762d108ce3" providerId="AD" clId="Web-{914F749C-BFBD-3265-48C9-DA1184E12E48}" dt="2026-08-13T14:10:59.957" v="15"/>
          <ac:spMkLst>
            <pc:docMk/>
            <pc:sldMk cId="0" sldId="328"/>
            <ac:spMk id="10" creationId="{00000000-0000-0000-0000-000000000000}"/>
          </ac:spMkLst>
        </pc:spChg>
        <pc:spChg chg="mod">
          <ac:chgData name="Jay" userId="S::jay@ikss.kr::ee8e7794-d418-4050-a45e-67762d108ce3" providerId="AD" clId="Web-{914F749C-BFBD-3265-48C9-DA1184E12E48}" dt="2026-08-13T13:58:26.374" v="13"/>
          <ac:spMkLst>
            <pc:docMk/>
            <pc:sldMk cId="0" sldId="328"/>
            <ac:spMk id="11" creationId="{00000000-0000-0000-0000-000000000000}"/>
          </ac:spMkLst>
        </pc:spChg>
        <pc:spChg chg="mod">
          <ac:chgData name="Jay" userId="S::jay@ikss.kr::ee8e7794-d418-4050-a45e-67762d108ce3" providerId="AD" clId="Web-{914F749C-BFBD-3265-48C9-DA1184E12E48}" dt="2026-08-13T14:10:59.957" v="15"/>
          <ac:spMkLst>
            <pc:docMk/>
            <pc:sldMk cId="0" sldId="328"/>
            <ac:spMk id="12"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329"/>
        </pc:sldMkLst>
        <pc:spChg chg="mod">
          <ac:chgData name="Jay" userId="S::jay@ikss.kr::ee8e7794-d418-4050-a45e-67762d108ce3" providerId="AD" clId="Web-{914F749C-BFBD-3265-48C9-DA1184E12E48}" dt="2026-08-13T13:58:26.374" v="13"/>
          <ac:spMkLst>
            <pc:docMk/>
            <pc:sldMk cId="0" sldId="329"/>
            <ac:spMk id="3" creationId="{00000000-0000-0000-0000-000000000000}"/>
          </ac:spMkLst>
        </pc:spChg>
        <pc:spChg chg="mod">
          <ac:chgData name="Jay" userId="S::jay@ikss.kr::ee8e7794-d418-4050-a45e-67762d108ce3" providerId="AD" clId="Web-{914F749C-BFBD-3265-48C9-DA1184E12E48}" dt="2026-08-13T14:10:59.957" v="15"/>
          <ac:spMkLst>
            <pc:docMk/>
            <pc:sldMk cId="0" sldId="329"/>
            <ac:spMk id="6" creationId="{00000000-0000-0000-0000-000000000000}"/>
          </ac:spMkLst>
        </pc:spChg>
        <pc:spChg chg="mod">
          <ac:chgData name="Jay" userId="S::jay@ikss.kr::ee8e7794-d418-4050-a45e-67762d108ce3" providerId="AD" clId="Web-{914F749C-BFBD-3265-48C9-DA1184E12E48}" dt="2026-08-13T14:38:28.905" v="17"/>
          <ac:spMkLst>
            <pc:docMk/>
            <pc:sldMk cId="0" sldId="329"/>
            <ac:spMk id="9" creationId="{00000000-0000-0000-0000-000000000000}"/>
          </ac:spMkLst>
        </pc:spChg>
        <pc:spChg chg="add">
          <ac:chgData name="Jay" userId="S::jay@ikss.kr::ee8e7794-d418-4050-a45e-67762d108ce3" providerId="AD" clId="Web-{914F749C-BFBD-3265-48C9-DA1184E12E48}" dt="2026-08-13T14:38:28.905" v="17"/>
          <ac:spMkLst>
            <pc:docMk/>
            <pc:sldMk cId="0" sldId="329"/>
            <ac:spMk id="10" creationId="{00000000-0000-0000-0000-000000000000}"/>
          </ac:spMkLst>
        </pc:spChg>
        <pc:spChg chg="mod">
          <ac:chgData name="Jay" userId="S::jay@ikss.kr::ee8e7794-d418-4050-a45e-67762d108ce3" providerId="AD" clId="Web-{914F749C-BFBD-3265-48C9-DA1184E12E48}" dt="2026-08-13T14:38:28.905" v="17"/>
          <ac:spMkLst>
            <pc:docMk/>
            <pc:sldMk cId="0" sldId="329"/>
            <ac:spMk id="11" creationId="{00000000-0000-0000-0000-000000000000}"/>
          </ac:spMkLst>
        </pc:spChg>
        <pc:spChg chg="mod">
          <ac:chgData name="Jay" userId="S::jay@ikss.kr::ee8e7794-d418-4050-a45e-67762d108ce3" providerId="AD" clId="Web-{914F749C-BFBD-3265-48C9-DA1184E12E48}" dt="2026-08-13T14:38:28.905" v="17"/>
          <ac:spMkLst>
            <pc:docMk/>
            <pc:sldMk cId="0" sldId="329"/>
            <ac:spMk id="12" creationId="{00000000-0000-0000-0000-000000000000}"/>
          </ac:spMkLst>
        </pc:spChg>
        <pc:spChg chg="del mod">
          <ac:chgData name="Jay" userId="S::jay@ikss.kr::ee8e7794-d418-4050-a45e-67762d108ce3" providerId="AD" clId="Web-{914F749C-BFBD-3265-48C9-DA1184E12E48}" dt="2026-08-13T14:10:59.957" v="15"/>
          <ac:spMkLst>
            <pc:docMk/>
            <pc:sldMk cId="0" sldId="329"/>
            <ac:spMk id="14" creationId="{00000000-0000-0000-0000-000000000000}"/>
          </ac:spMkLst>
        </pc:spChg>
        <pc:spChg chg="add">
          <ac:chgData name="Jay" userId="S::jay@ikss.kr::ee8e7794-d418-4050-a45e-67762d108ce3" providerId="AD" clId="Web-{914F749C-BFBD-3265-48C9-DA1184E12E48}" dt="2026-08-13T14:38:28.905" v="17"/>
          <ac:spMkLst>
            <pc:docMk/>
            <pc:sldMk cId="0" sldId="329"/>
            <ac:spMk id="16" creationId="{00000000-0000-0000-0000-000000000000}"/>
          </ac:spMkLst>
        </pc:spChg>
        <pc:spChg chg="del mod">
          <ac:chgData name="Jay" userId="S::jay@ikss.kr::ee8e7794-d418-4050-a45e-67762d108ce3" providerId="AD" clId="Web-{914F749C-BFBD-3265-48C9-DA1184E12E48}" dt="2026-08-13T14:10:59.957" v="15"/>
          <ac:spMkLst>
            <pc:docMk/>
            <pc:sldMk cId="0" sldId="329"/>
            <ac:spMk id="17" creationId="{00000000-0000-0000-0000-000000000000}"/>
          </ac:spMkLst>
        </pc:spChg>
        <pc:spChg chg="del mod">
          <ac:chgData name="Jay" userId="S::jay@ikss.kr::ee8e7794-d418-4050-a45e-67762d108ce3" providerId="AD" clId="Web-{914F749C-BFBD-3265-48C9-DA1184E12E48}" dt="2026-08-13T14:10:59.957" v="15"/>
          <ac:spMkLst>
            <pc:docMk/>
            <pc:sldMk cId="0" sldId="329"/>
            <ac:spMk id="18" creationId="{00000000-0000-0000-0000-000000000000}"/>
          </ac:spMkLst>
        </pc:spChg>
        <pc:spChg chg="add del mod">
          <ac:chgData name="Jay" userId="S::jay@ikss.kr::ee8e7794-d418-4050-a45e-67762d108ce3" providerId="AD" clId="Web-{914F749C-BFBD-3265-48C9-DA1184E12E48}" dt="2026-08-13T14:38:28.905" v="17"/>
          <ac:spMkLst>
            <pc:docMk/>
            <pc:sldMk cId="0" sldId="329"/>
            <ac:spMk id="19" creationId="{00000000-0000-0000-0000-000000000000}"/>
          </ac:spMkLst>
        </pc:spChg>
        <pc:spChg chg="add del mod">
          <ac:chgData name="Jay" userId="S::jay@ikss.kr::ee8e7794-d418-4050-a45e-67762d108ce3" providerId="AD" clId="Web-{914F749C-BFBD-3265-48C9-DA1184E12E48}" dt="2026-08-13T14:38:28.905" v="17"/>
          <ac:spMkLst>
            <pc:docMk/>
            <pc:sldMk cId="0" sldId="329"/>
            <ac:spMk id="20" creationId="{00000000-0000-0000-0000-000000000000}"/>
          </ac:spMkLst>
        </pc:spChg>
        <pc:spChg chg="add">
          <ac:chgData name="Jay" userId="S::jay@ikss.kr::ee8e7794-d418-4050-a45e-67762d108ce3" providerId="AD" clId="Web-{914F749C-BFBD-3265-48C9-DA1184E12E48}" dt="2026-08-13T14:38:28.905" v="17"/>
          <ac:spMkLst>
            <pc:docMk/>
            <pc:sldMk cId="0" sldId="329"/>
            <ac:spMk id="21" creationId="{00000000-0000-0000-0000-000000000000}"/>
          </ac:spMkLst>
        </pc:spChg>
        <pc:spChg chg="add del">
          <ac:chgData name="Jay" userId="S::jay@ikss.kr::ee8e7794-d418-4050-a45e-67762d108ce3" providerId="AD" clId="Web-{914F749C-BFBD-3265-48C9-DA1184E12E48}" dt="2026-08-13T14:38:28.905" v="17"/>
          <ac:spMkLst>
            <pc:docMk/>
            <pc:sldMk cId="0" sldId="329"/>
            <ac:spMk id="22" creationId="{00000000-0000-0000-0000-000000000000}"/>
          </ac:spMkLst>
        </pc:spChg>
        <pc:spChg chg="add del">
          <ac:chgData name="Jay" userId="S::jay@ikss.kr::ee8e7794-d418-4050-a45e-67762d108ce3" providerId="AD" clId="Web-{914F749C-BFBD-3265-48C9-DA1184E12E48}" dt="2026-08-13T14:10:59.957" v="15"/>
          <ac:spMkLst>
            <pc:docMk/>
            <pc:sldMk cId="0" sldId="329"/>
            <ac:spMk id="24" creationId="{00000000-0000-0000-0000-000000000000}"/>
          </ac:spMkLst>
        </pc:spChg>
        <pc:spChg chg="add">
          <ac:chgData name="Jay" userId="S::jay@ikss.kr::ee8e7794-d418-4050-a45e-67762d108ce3" providerId="AD" clId="Web-{914F749C-BFBD-3265-48C9-DA1184E12E48}" dt="2026-08-13T14:38:28.905" v="17"/>
          <ac:spMkLst>
            <pc:docMk/>
            <pc:sldMk cId="0" sldId="329"/>
            <ac:spMk id="26"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330"/>
        </pc:sldMkLst>
        <pc:spChg chg="mod">
          <ac:chgData name="Jay" userId="S::jay@ikss.kr::ee8e7794-d418-4050-a45e-67762d108ce3" providerId="AD" clId="Web-{914F749C-BFBD-3265-48C9-DA1184E12E48}" dt="2026-08-13T14:10:59.957" v="15"/>
          <ac:spMkLst>
            <pc:docMk/>
            <pc:sldMk cId="0" sldId="330"/>
            <ac:spMk id="3" creationId="{00000000-0000-0000-0000-000000000000}"/>
          </ac:spMkLst>
        </pc:spChg>
        <pc:spChg chg="mod">
          <ac:chgData name="Jay" userId="S::jay@ikss.kr::ee8e7794-d418-4050-a45e-67762d108ce3" providerId="AD" clId="Web-{914F749C-BFBD-3265-48C9-DA1184E12E48}" dt="2026-08-13T14:38:28.905" v="17"/>
          <ac:spMkLst>
            <pc:docMk/>
            <pc:sldMk cId="0" sldId="330"/>
            <ac:spMk id="6" creationId="{00000000-0000-0000-0000-000000000000}"/>
          </ac:spMkLst>
        </pc:spChg>
        <pc:spChg chg="mod">
          <ac:chgData name="Jay" userId="S::jay@ikss.kr::ee8e7794-d418-4050-a45e-67762d108ce3" providerId="AD" clId="Web-{914F749C-BFBD-3265-48C9-DA1184E12E48}" dt="2026-08-13T14:38:28.905" v="17"/>
          <ac:spMkLst>
            <pc:docMk/>
            <pc:sldMk cId="0" sldId="330"/>
            <ac:spMk id="9" creationId="{00000000-0000-0000-0000-000000000000}"/>
          </ac:spMkLst>
        </pc:spChg>
        <pc:spChg chg="mod">
          <ac:chgData name="Jay" userId="S::jay@ikss.kr::ee8e7794-d418-4050-a45e-67762d108ce3" providerId="AD" clId="Web-{914F749C-BFBD-3265-48C9-DA1184E12E48}" dt="2026-08-13T14:38:28.905" v="17"/>
          <ac:spMkLst>
            <pc:docMk/>
            <pc:sldMk cId="0" sldId="330"/>
            <ac:spMk id="11" creationId="{00000000-0000-0000-0000-000000000000}"/>
          </ac:spMkLst>
        </pc:spChg>
        <pc:spChg chg="mod">
          <ac:chgData name="Jay" userId="S::jay@ikss.kr::ee8e7794-d418-4050-a45e-67762d108ce3" providerId="AD" clId="Web-{914F749C-BFBD-3265-48C9-DA1184E12E48}" dt="2026-08-13T14:38:28.905" v="17"/>
          <ac:spMkLst>
            <pc:docMk/>
            <pc:sldMk cId="0" sldId="330"/>
            <ac:spMk id="12" creationId="{00000000-0000-0000-0000-000000000000}"/>
          </ac:spMkLst>
        </pc:spChg>
        <pc:spChg chg="mod">
          <ac:chgData name="Jay" userId="S::jay@ikss.kr::ee8e7794-d418-4050-a45e-67762d108ce3" providerId="AD" clId="Web-{914F749C-BFBD-3265-48C9-DA1184E12E48}" dt="2026-08-13T14:10:59.957" v="15"/>
          <ac:spMkLst>
            <pc:docMk/>
            <pc:sldMk cId="0" sldId="330"/>
            <ac:spMk id="13"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331"/>
        </pc:sldMkLst>
        <pc:spChg chg="mod">
          <ac:chgData name="Jay" userId="S::jay@ikss.kr::ee8e7794-d418-4050-a45e-67762d108ce3" providerId="AD" clId="Web-{914F749C-BFBD-3265-48C9-DA1184E12E48}" dt="2026-08-13T14:38:28.905" v="17"/>
          <ac:spMkLst>
            <pc:docMk/>
            <pc:sldMk cId="0" sldId="331"/>
            <ac:spMk id="3" creationId="{00000000-0000-0000-0000-000000000000}"/>
          </ac:spMkLst>
        </pc:spChg>
        <pc:spChg chg="mod">
          <ac:chgData name="Jay" userId="S::jay@ikss.kr::ee8e7794-d418-4050-a45e-67762d108ce3" providerId="AD" clId="Web-{914F749C-BFBD-3265-48C9-DA1184E12E48}" dt="2026-08-13T14:38:28.905" v="17"/>
          <ac:spMkLst>
            <pc:docMk/>
            <pc:sldMk cId="0" sldId="331"/>
            <ac:spMk id="4" creationId="{00000000-0000-0000-0000-000000000000}"/>
          </ac:spMkLst>
        </pc:spChg>
        <pc:spChg chg="mod">
          <ac:chgData name="Jay" userId="S::jay@ikss.kr::ee8e7794-d418-4050-a45e-67762d108ce3" providerId="AD" clId="Web-{914F749C-BFBD-3265-48C9-DA1184E12E48}" dt="2026-08-13T14:10:59.957" v="15"/>
          <ac:spMkLst>
            <pc:docMk/>
            <pc:sldMk cId="0" sldId="331"/>
            <ac:spMk id="6" creationId="{00000000-0000-0000-0000-000000000000}"/>
          </ac:spMkLst>
        </pc:spChg>
        <pc:spChg chg="mod">
          <ac:chgData name="Jay" userId="S::jay@ikss.kr::ee8e7794-d418-4050-a45e-67762d108ce3" providerId="AD" clId="Web-{914F749C-BFBD-3265-48C9-DA1184E12E48}" dt="2026-08-13T14:10:59.957" v="15"/>
          <ac:spMkLst>
            <pc:docMk/>
            <pc:sldMk cId="0" sldId="331"/>
            <ac:spMk id="10" creationId="{00000000-0000-0000-0000-000000000000}"/>
          </ac:spMkLst>
        </pc:spChg>
        <pc:spChg chg="mod">
          <ac:chgData name="Jay" userId="S::jay@ikss.kr::ee8e7794-d418-4050-a45e-67762d108ce3" providerId="AD" clId="Web-{914F749C-BFBD-3265-48C9-DA1184E12E48}" dt="2026-08-13T14:38:28.905" v="17"/>
          <ac:spMkLst>
            <pc:docMk/>
            <pc:sldMk cId="0" sldId="331"/>
            <ac:spMk id="11" creationId="{00000000-0000-0000-0000-000000000000}"/>
          </ac:spMkLst>
        </pc:spChg>
        <pc:spChg chg="mod">
          <ac:chgData name="Jay" userId="S::jay@ikss.kr::ee8e7794-d418-4050-a45e-67762d108ce3" providerId="AD" clId="Web-{914F749C-BFBD-3265-48C9-DA1184E12E48}" dt="2026-08-13T14:38:28.905" v="17"/>
          <ac:spMkLst>
            <pc:docMk/>
            <pc:sldMk cId="0" sldId="331"/>
            <ac:spMk id="12" creationId="{00000000-0000-0000-0000-000000000000}"/>
          </ac:spMkLst>
        </pc:spChg>
        <pc:spChg chg="mod">
          <ac:chgData name="Jay" userId="S::jay@ikss.kr::ee8e7794-d418-4050-a45e-67762d108ce3" providerId="AD" clId="Web-{914F749C-BFBD-3265-48C9-DA1184E12E48}" dt="2026-08-13T14:10:59.957" v="15"/>
          <ac:spMkLst>
            <pc:docMk/>
            <pc:sldMk cId="0" sldId="331"/>
            <ac:spMk id="13" creationId="{00000000-0000-0000-0000-000000000000}"/>
          </ac:spMkLst>
        </pc:spChg>
        <pc:spChg chg="mod">
          <ac:chgData name="Jay" userId="S::jay@ikss.kr::ee8e7794-d418-4050-a45e-67762d108ce3" providerId="AD" clId="Web-{914F749C-BFBD-3265-48C9-DA1184E12E48}" dt="2026-08-13T14:38:28.905" v="17"/>
          <ac:spMkLst>
            <pc:docMk/>
            <pc:sldMk cId="0" sldId="331"/>
            <ac:spMk id="15" creationId="{00000000-0000-0000-0000-000000000000}"/>
          </ac:spMkLst>
        </pc:spChg>
        <pc:spChg chg="mod">
          <ac:chgData name="Jay" userId="S::jay@ikss.kr::ee8e7794-d418-4050-a45e-67762d108ce3" providerId="AD" clId="Web-{914F749C-BFBD-3265-48C9-DA1184E12E48}" dt="2026-08-13T14:38:28.905" v="17"/>
          <ac:spMkLst>
            <pc:docMk/>
            <pc:sldMk cId="0" sldId="331"/>
            <ac:spMk id="16" creationId="{00000000-0000-0000-0000-000000000000}"/>
          </ac:spMkLst>
        </pc:spChg>
        <pc:spChg chg="mod">
          <ac:chgData name="Jay" userId="S::jay@ikss.kr::ee8e7794-d418-4050-a45e-67762d108ce3" providerId="AD" clId="Web-{914F749C-BFBD-3265-48C9-DA1184E12E48}" dt="2026-08-13T14:38:28.905" v="17"/>
          <ac:spMkLst>
            <pc:docMk/>
            <pc:sldMk cId="0" sldId="331"/>
            <ac:spMk id="17" creationId="{00000000-0000-0000-0000-000000000000}"/>
          </ac:spMkLst>
        </pc:spChg>
        <pc:spChg chg="mod">
          <ac:chgData name="Jay" userId="S::jay@ikss.kr::ee8e7794-d418-4050-a45e-67762d108ce3" providerId="AD" clId="Web-{914F749C-BFBD-3265-48C9-DA1184E12E48}" dt="2026-08-13T14:10:59.957" v="15"/>
          <ac:spMkLst>
            <pc:docMk/>
            <pc:sldMk cId="0" sldId="331"/>
            <ac:spMk id="18" creationId="{00000000-0000-0000-0000-000000000000}"/>
          </ac:spMkLst>
        </pc:spChg>
        <pc:spChg chg="mod">
          <ac:chgData name="Jay" userId="S::jay@ikss.kr::ee8e7794-d418-4050-a45e-67762d108ce3" providerId="AD" clId="Web-{914F749C-BFBD-3265-48C9-DA1184E12E48}" dt="2026-08-13T14:38:28.905" v="17"/>
          <ac:spMkLst>
            <pc:docMk/>
            <pc:sldMk cId="0" sldId="331"/>
            <ac:spMk id="19" creationId="{00000000-0000-0000-0000-000000000000}"/>
          </ac:spMkLst>
        </pc:spChg>
        <pc:spChg chg="add">
          <ac:chgData name="Jay" userId="S::jay@ikss.kr::ee8e7794-d418-4050-a45e-67762d108ce3" providerId="AD" clId="Web-{914F749C-BFBD-3265-48C9-DA1184E12E48}" dt="2026-08-13T14:10:59.957" v="15"/>
          <ac:spMkLst>
            <pc:docMk/>
            <pc:sldMk cId="0" sldId="331"/>
            <ac:spMk id="21" creationId="{00000000-0000-0000-0000-000000000000}"/>
          </ac:spMkLst>
        </pc:spChg>
        <pc:spChg chg="add">
          <ac:chgData name="Jay" userId="S::jay@ikss.kr::ee8e7794-d418-4050-a45e-67762d108ce3" providerId="AD" clId="Web-{914F749C-BFBD-3265-48C9-DA1184E12E48}" dt="2026-08-13T14:38:28.905" v="17"/>
          <ac:spMkLst>
            <pc:docMk/>
            <pc:sldMk cId="0" sldId="331"/>
            <ac:spMk id="22" creationId="{00000000-0000-0000-0000-000000000000}"/>
          </ac:spMkLst>
        </pc:spChg>
        <pc:spChg chg="add del">
          <ac:chgData name="Jay" userId="S::jay@ikss.kr::ee8e7794-d418-4050-a45e-67762d108ce3" providerId="AD" clId="Web-{914F749C-BFBD-3265-48C9-DA1184E12E48}" dt="2026-08-13T14:38:28.905" v="17"/>
          <ac:spMkLst>
            <pc:docMk/>
            <pc:sldMk cId="0" sldId="331"/>
            <ac:spMk id="24"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332"/>
        </pc:sldMkLst>
        <pc:spChg chg="mod">
          <ac:chgData name="Jay" userId="S::jay@ikss.kr::ee8e7794-d418-4050-a45e-67762d108ce3" providerId="AD" clId="Web-{914F749C-BFBD-3265-48C9-DA1184E12E48}" dt="2026-08-13T14:38:28.905" v="17"/>
          <ac:spMkLst>
            <pc:docMk/>
            <pc:sldMk cId="0" sldId="332"/>
            <ac:spMk id="3" creationId="{00000000-0000-0000-0000-000000000000}"/>
          </ac:spMkLst>
        </pc:spChg>
        <pc:spChg chg="mod">
          <ac:chgData name="Jay" userId="S::jay@ikss.kr::ee8e7794-d418-4050-a45e-67762d108ce3" providerId="AD" clId="Web-{914F749C-BFBD-3265-48C9-DA1184E12E48}" dt="2026-08-13T14:38:28.905" v="17"/>
          <ac:spMkLst>
            <pc:docMk/>
            <pc:sldMk cId="0" sldId="332"/>
            <ac:spMk id="4" creationId="{00000000-0000-0000-0000-000000000000}"/>
          </ac:spMkLst>
        </pc:spChg>
        <pc:spChg chg="mod">
          <ac:chgData name="Jay" userId="S::jay@ikss.kr::ee8e7794-d418-4050-a45e-67762d108ce3" providerId="AD" clId="Web-{914F749C-BFBD-3265-48C9-DA1184E12E48}" dt="2026-08-13T14:38:28.905" v="17"/>
          <ac:spMkLst>
            <pc:docMk/>
            <pc:sldMk cId="0" sldId="332"/>
            <ac:spMk id="6" creationId="{00000000-0000-0000-0000-000000000000}"/>
          </ac:spMkLst>
        </pc:spChg>
        <pc:spChg chg="mod">
          <ac:chgData name="Jay" userId="S::jay@ikss.kr::ee8e7794-d418-4050-a45e-67762d108ce3" providerId="AD" clId="Web-{914F749C-BFBD-3265-48C9-DA1184E12E48}" dt="2026-08-13T14:38:28.905" v="17"/>
          <ac:spMkLst>
            <pc:docMk/>
            <pc:sldMk cId="0" sldId="332"/>
            <ac:spMk id="9" creationId="{00000000-0000-0000-0000-000000000000}"/>
          </ac:spMkLst>
        </pc:spChg>
        <pc:spChg chg="mod">
          <ac:chgData name="Jay" userId="S::jay@ikss.kr::ee8e7794-d418-4050-a45e-67762d108ce3" providerId="AD" clId="Web-{914F749C-BFBD-3265-48C9-DA1184E12E48}" dt="2026-08-13T14:38:28.905" v="17"/>
          <ac:spMkLst>
            <pc:docMk/>
            <pc:sldMk cId="0" sldId="332"/>
            <ac:spMk id="10" creationId="{00000000-0000-0000-0000-000000000000}"/>
          </ac:spMkLst>
        </pc:spChg>
        <pc:spChg chg="mod">
          <ac:chgData name="Jay" userId="S::jay@ikss.kr::ee8e7794-d418-4050-a45e-67762d108ce3" providerId="AD" clId="Web-{914F749C-BFBD-3265-48C9-DA1184E12E48}" dt="2026-08-13T14:38:28.905" v="17"/>
          <ac:spMkLst>
            <pc:docMk/>
            <pc:sldMk cId="0" sldId="332"/>
            <ac:spMk id="13" creationId="{00000000-0000-0000-0000-000000000000}"/>
          </ac:spMkLst>
        </pc:spChg>
        <pc:spChg chg="mod">
          <ac:chgData name="Jay" userId="S::jay@ikss.kr::ee8e7794-d418-4050-a45e-67762d108ce3" providerId="AD" clId="Web-{914F749C-BFBD-3265-48C9-DA1184E12E48}" dt="2026-08-13T14:38:28.905" v="17"/>
          <ac:spMkLst>
            <pc:docMk/>
            <pc:sldMk cId="0" sldId="332"/>
            <ac:spMk id="14" creationId="{00000000-0000-0000-0000-000000000000}"/>
          </ac:spMkLst>
        </pc:spChg>
        <pc:spChg chg="mod">
          <ac:chgData name="Jay" userId="S::jay@ikss.kr::ee8e7794-d418-4050-a45e-67762d108ce3" providerId="AD" clId="Web-{914F749C-BFBD-3265-48C9-DA1184E12E48}" dt="2026-08-13T14:10:59.957" v="15"/>
          <ac:spMkLst>
            <pc:docMk/>
            <pc:sldMk cId="0" sldId="332"/>
            <ac:spMk id="15" creationId="{00000000-0000-0000-0000-000000000000}"/>
          </ac:spMkLst>
        </pc:spChg>
        <pc:spChg chg="mod">
          <ac:chgData name="Jay" userId="S::jay@ikss.kr::ee8e7794-d418-4050-a45e-67762d108ce3" providerId="AD" clId="Web-{914F749C-BFBD-3265-48C9-DA1184E12E48}" dt="2026-08-13T14:10:59.957" v="15"/>
          <ac:spMkLst>
            <pc:docMk/>
            <pc:sldMk cId="0" sldId="332"/>
            <ac:spMk id="16" creationId="{00000000-0000-0000-0000-000000000000}"/>
          </ac:spMkLst>
        </pc:spChg>
        <pc:spChg chg="mod">
          <ac:chgData name="Jay" userId="S::jay@ikss.kr::ee8e7794-d418-4050-a45e-67762d108ce3" providerId="AD" clId="Web-{914F749C-BFBD-3265-48C9-DA1184E12E48}" dt="2026-08-13T14:38:28.905" v="17"/>
          <ac:spMkLst>
            <pc:docMk/>
            <pc:sldMk cId="0" sldId="332"/>
            <ac:spMk id="17" creationId="{00000000-0000-0000-0000-000000000000}"/>
          </ac:spMkLst>
        </pc:spChg>
        <pc:spChg chg="add">
          <ac:chgData name="Jay" userId="S::jay@ikss.kr::ee8e7794-d418-4050-a45e-67762d108ce3" providerId="AD" clId="Web-{914F749C-BFBD-3265-48C9-DA1184E12E48}" dt="2026-08-13T14:38:28.905" v="17"/>
          <ac:spMkLst>
            <pc:docMk/>
            <pc:sldMk cId="0" sldId="332"/>
            <ac:spMk id="20" creationId="{00000000-0000-0000-0000-000000000000}"/>
          </ac:spMkLst>
        </pc:spChg>
        <pc:spChg chg="add del mod">
          <ac:chgData name="Jay" userId="S::jay@ikss.kr::ee8e7794-d418-4050-a45e-67762d108ce3" providerId="AD" clId="Web-{914F749C-BFBD-3265-48C9-DA1184E12E48}" dt="2026-08-13T14:38:28.905" v="17"/>
          <ac:spMkLst>
            <pc:docMk/>
            <pc:sldMk cId="0" sldId="332"/>
            <ac:spMk id="21"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333"/>
        </pc:sldMkLst>
        <pc:spChg chg="mod">
          <ac:chgData name="Jay" userId="S::jay@ikss.kr::ee8e7794-d418-4050-a45e-67762d108ce3" providerId="AD" clId="Web-{914F749C-BFBD-3265-48C9-DA1184E12E48}" dt="2026-08-13T14:38:28.905" v="17"/>
          <ac:spMkLst>
            <pc:docMk/>
            <pc:sldMk cId="0" sldId="333"/>
            <ac:spMk id="3" creationId="{00000000-0000-0000-0000-000000000000}"/>
          </ac:spMkLst>
        </pc:spChg>
        <pc:spChg chg="mod">
          <ac:chgData name="Jay" userId="S::jay@ikss.kr::ee8e7794-d418-4050-a45e-67762d108ce3" providerId="AD" clId="Web-{914F749C-BFBD-3265-48C9-DA1184E12E48}" dt="2026-08-13T14:10:59.957" v="15"/>
          <ac:spMkLst>
            <pc:docMk/>
            <pc:sldMk cId="0" sldId="333"/>
            <ac:spMk id="6" creationId="{00000000-0000-0000-0000-000000000000}"/>
          </ac:spMkLst>
        </pc:spChg>
        <pc:spChg chg="mod">
          <ac:chgData name="Jay" userId="S::jay@ikss.kr::ee8e7794-d418-4050-a45e-67762d108ce3" providerId="AD" clId="Web-{914F749C-BFBD-3265-48C9-DA1184E12E48}" dt="2026-08-13T14:10:59.957" v="15"/>
          <ac:spMkLst>
            <pc:docMk/>
            <pc:sldMk cId="0" sldId="333"/>
            <ac:spMk id="7" creationId="{00000000-0000-0000-0000-000000000000}"/>
          </ac:spMkLst>
        </pc:spChg>
        <pc:spChg chg="mod">
          <ac:chgData name="Jay" userId="S::jay@ikss.kr::ee8e7794-d418-4050-a45e-67762d108ce3" providerId="AD" clId="Web-{914F749C-BFBD-3265-48C9-DA1184E12E48}" dt="2026-08-13T14:38:28.905" v="17"/>
          <ac:spMkLst>
            <pc:docMk/>
            <pc:sldMk cId="0" sldId="333"/>
            <ac:spMk id="9" creationId="{00000000-0000-0000-0000-000000000000}"/>
          </ac:spMkLst>
        </pc:spChg>
        <pc:spChg chg="add mod">
          <ac:chgData name="Jay" userId="S::jay@ikss.kr::ee8e7794-d418-4050-a45e-67762d108ce3" providerId="AD" clId="Web-{914F749C-BFBD-3265-48C9-DA1184E12E48}" dt="2026-08-13T14:38:28.905" v="17"/>
          <ac:spMkLst>
            <pc:docMk/>
            <pc:sldMk cId="0" sldId="333"/>
            <ac:spMk id="11" creationId="{00000000-0000-0000-0000-000000000000}"/>
          </ac:spMkLst>
        </pc:spChg>
        <pc:spChg chg="add mod">
          <ac:chgData name="Jay" userId="S::jay@ikss.kr::ee8e7794-d418-4050-a45e-67762d108ce3" providerId="AD" clId="Web-{914F749C-BFBD-3265-48C9-DA1184E12E48}" dt="2026-08-13T14:38:28.905" v="17"/>
          <ac:spMkLst>
            <pc:docMk/>
            <pc:sldMk cId="0" sldId="333"/>
            <ac:spMk id="12" creationId="{00000000-0000-0000-0000-000000000000}"/>
          </ac:spMkLst>
        </pc:spChg>
        <pc:spChg chg="add">
          <ac:chgData name="Jay" userId="S::jay@ikss.kr::ee8e7794-d418-4050-a45e-67762d108ce3" providerId="AD" clId="Web-{914F749C-BFBD-3265-48C9-DA1184E12E48}" dt="2026-08-13T13:58:26.374" v="13"/>
          <ac:spMkLst>
            <pc:docMk/>
            <pc:sldMk cId="0" sldId="333"/>
            <ac:spMk id="13" creationId="{00000000-0000-0000-0000-000000000000}"/>
          </ac:spMkLst>
        </pc:spChg>
        <pc:spChg chg="add mod">
          <ac:chgData name="Jay" userId="S::jay@ikss.kr::ee8e7794-d418-4050-a45e-67762d108ce3" providerId="AD" clId="Web-{914F749C-BFBD-3265-48C9-DA1184E12E48}" dt="2026-08-13T14:10:59.957" v="15"/>
          <ac:spMkLst>
            <pc:docMk/>
            <pc:sldMk cId="0" sldId="333"/>
            <ac:spMk id="14" creationId="{00000000-0000-0000-0000-000000000000}"/>
          </ac:spMkLst>
        </pc:spChg>
        <pc:spChg chg="mod">
          <ac:chgData name="Jay" userId="S::jay@ikss.kr::ee8e7794-d418-4050-a45e-67762d108ce3" providerId="AD" clId="Web-{914F749C-BFBD-3265-48C9-DA1184E12E48}" dt="2026-08-13T14:38:28.905" v="17"/>
          <ac:spMkLst>
            <pc:docMk/>
            <pc:sldMk cId="0" sldId="333"/>
            <ac:spMk id="15" creationId="{00000000-0000-0000-0000-000000000000}"/>
          </ac:spMkLst>
        </pc:spChg>
        <pc:spChg chg="mod">
          <ac:chgData name="Jay" userId="S::jay@ikss.kr::ee8e7794-d418-4050-a45e-67762d108ce3" providerId="AD" clId="Web-{914F749C-BFBD-3265-48C9-DA1184E12E48}" dt="2026-08-13T14:38:28.905" v="17"/>
          <ac:spMkLst>
            <pc:docMk/>
            <pc:sldMk cId="0" sldId="333"/>
            <ac:spMk id="17" creationId="{00000000-0000-0000-0000-000000000000}"/>
          </ac:spMkLst>
        </pc:spChg>
        <pc:spChg chg="add mod">
          <ac:chgData name="Jay" userId="S::jay@ikss.kr::ee8e7794-d418-4050-a45e-67762d108ce3" providerId="AD" clId="Web-{914F749C-BFBD-3265-48C9-DA1184E12E48}" dt="2026-08-13T14:10:59.957" v="15"/>
          <ac:spMkLst>
            <pc:docMk/>
            <pc:sldMk cId="0" sldId="333"/>
            <ac:spMk id="19"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334"/>
        </pc:sldMkLst>
        <pc:spChg chg="add">
          <ac:chgData name="Jay" userId="S::jay@ikss.kr::ee8e7794-d418-4050-a45e-67762d108ce3" providerId="AD" clId="Web-{914F749C-BFBD-3265-48C9-DA1184E12E48}" dt="2026-08-13T14:10:59.957" v="15"/>
          <ac:spMkLst>
            <pc:docMk/>
            <pc:sldMk cId="0" sldId="334"/>
            <ac:spMk id="2" creationId="{00000000-0000-0000-0000-000000000000}"/>
          </ac:spMkLst>
        </pc:spChg>
        <pc:spChg chg="mod">
          <ac:chgData name="Jay" userId="S::jay@ikss.kr::ee8e7794-d418-4050-a45e-67762d108ce3" providerId="AD" clId="Web-{914F749C-BFBD-3265-48C9-DA1184E12E48}" dt="2026-08-13T14:10:59.957" v="15"/>
          <ac:spMkLst>
            <pc:docMk/>
            <pc:sldMk cId="0" sldId="334"/>
            <ac:spMk id="3" creationId="{00000000-0000-0000-0000-000000000000}"/>
          </ac:spMkLst>
        </pc:spChg>
        <pc:spChg chg="mod">
          <ac:chgData name="Jay" userId="S::jay@ikss.kr::ee8e7794-d418-4050-a45e-67762d108ce3" providerId="AD" clId="Web-{914F749C-BFBD-3265-48C9-DA1184E12E48}" dt="2026-08-13T14:38:28.905" v="17"/>
          <ac:spMkLst>
            <pc:docMk/>
            <pc:sldMk cId="0" sldId="334"/>
            <ac:spMk id="4" creationId="{00000000-0000-0000-0000-000000000000}"/>
          </ac:spMkLst>
        </pc:spChg>
        <pc:spChg chg="mod">
          <ac:chgData name="Jay" userId="S::jay@ikss.kr::ee8e7794-d418-4050-a45e-67762d108ce3" providerId="AD" clId="Web-{914F749C-BFBD-3265-48C9-DA1184E12E48}" dt="2026-08-13T14:10:59.957" v="15"/>
          <ac:spMkLst>
            <pc:docMk/>
            <pc:sldMk cId="0" sldId="334"/>
            <ac:spMk id="6" creationId="{00000000-0000-0000-0000-000000000000}"/>
          </ac:spMkLst>
        </pc:spChg>
        <pc:spChg chg="mod">
          <ac:chgData name="Jay" userId="S::jay@ikss.kr::ee8e7794-d418-4050-a45e-67762d108ce3" providerId="AD" clId="Web-{914F749C-BFBD-3265-48C9-DA1184E12E48}" dt="2026-08-13T14:10:59.957" v="15"/>
          <ac:spMkLst>
            <pc:docMk/>
            <pc:sldMk cId="0" sldId="334"/>
            <ac:spMk id="9" creationId="{00000000-0000-0000-0000-000000000000}"/>
          </ac:spMkLst>
        </pc:spChg>
        <pc:spChg chg="mod">
          <ac:chgData name="Jay" userId="S::jay@ikss.kr::ee8e7794-d418-4050-a45e-67762d108ce3" providerId="AD" clId="Web-{914F749C-BFBD-3265-48C9-DA1184E12E48}" dt="2026-08-13T14:10:59.957" v="15"/>
          <ac:spMkLst>
            <pc:docMk/>
            <pc:sldMk cId="0" sldId="334"/>
            <ac:spMk id="10" creationId="{00000000-0000-0000-0000-000000000000}"/>
          </ac:spMkLst>
        </pc:spChg>
        <pc:spChg chg="add mod">
          <ac:chgData name="Jay" userId="S::jay@ikss.kr::ee8e7794-d418-4050-a45e-67762d108ce3" providerId="AD" clId="Web-{914F749C-BFBD-3265-48C9-DA1184E12E48}" dt="2026-08-13T14:38:28.905" v="17"/>
          <ac:spMkLst>
            <pc:docMk/>
            <pc:sldMk cId="0" sldId="334"/>
            <ac:spMk id="11" creationId="{00000000-0000-0000-0000-000000000000}"/>
          </ac:spMkLst>
        </pc:spChg>
        <pc:spChg chg="mod">
          <ac:chgData name="Jay" userId="S::jay@ikss.kr::ee8e7794-d418-4050-a45e-67762d108ce3" providerId="AD" clId="Web-{914F749C-BFBD-3265-48C9-DA1184E12E48}" dt="2026-08-13T14:38:28.905" v="17"/>
          <ac:spMkLst>
            <pc:docMk/>
            <pc:sldMk cId="0" sldId="334"/>
            <ac:spMk id="13" creationId="{00000000-0000-0000-0000-000000000000}"/>
          </ac:spMkLst>
        </pc:spChg>
        <pc:spChg chg="add">
          <ac:chgData name="Jay" userId="S::jay@ikss.kr::ee8e7794-d418-4050-a45e-67762d108ce3" providerId="AD" clId="Web-{914F749C-BFBD-3265-48C9-DA1184E12E48}" dt="2026-08-13T14:10:59.957" v="15"/>
          <ac:spMkLst>
            <pc:docMk/>
            <pc:sldMk cId="0" sldId="334"/>
            <ac:spMk id="14" creationId="{00000000-0000-0000-0000-000000000000}"/>
          </ac:spMkLst>
        </pc:spChg>
        <pc:spChg chg="add">
          <ac:chgData name="Jay" userId="S::jay@ikss.kr::ee8e7794-d418-4050-a45e-67762d108ce3" providerId="AD" clId="Web-{914F749C-BFBD-3265-48C9-DA1184E12E48}" dt="2026-08-13T14:10:59.957" v="15"/>
          <ac:spMkLst>
            <pc:docMk/>
            <pc:sldMk cId="0" sldId="334"/>
            <ac:spMk id="17" creationId="{00000000-0000-0000-0000-000000000000}"/>
          </ac:spMkLst>
        </pc:spChg>
        <pc:spChg chg="add">
          <ac:chgData name="Jay" userId="S::jay@ikss.kr::ee8e7794-d418-4050-a45e-67762d108ce3" providerId="AD" clId="Web-{914F749C-BFBD-3265-48C9-DA1184E12E48}" dt="2026-08-13T14:10:59.957" v="15"/>
          <ac:spMkLst>
            <pc:docMk/>
            <pc:sldMk cId="0" sldId="334"/>
            <ac:spMk id="18" creationId="{00000000-0000-0000-0000-000000000000}"/>
          </ac:spMkLst>
        </pc:spChg>
        <pc:spChg chg="add mod">
          <ac:chgData name="Jay" userId="S::jay@ikss.kr::ee8e7794-d418-4050-a45e-67762d108ce3" providerId="AD" clId="Web-{914F749C-BFBD-3265-48C9-DA1184E12E48}" dt="2026-08-13T14:38:28.905" v="17"/>
          <ac:spMkLst>
            <pc:docMk/>
            <pc:sldMk cId="0" sldId="334"/>
            <ac:spMk id="21" creationId="{00000000-0000-0000-0000-000000000000}"/>
          </ac:spMkLst>
        </pc:spChg>
        <pc:spChg chg="add">
          <ac:chgData name="Jay" userId="S::jay@ikss.kr::ee8e7794-d418-4050-a45e-67762d108ce3" providerId="AD" clId="Web-{914F749C-BFBD-3265-48C9-DA1184E12E48}" dt="2026-08-13T14:38:28.905" v="17"/>
          <ac:spMkLst>
            <pc:docMk/>
            <pc:sldMk cId="0" sldId="334"/>
            <ac:spMk id="22" creationId="{00000000-0000-0000-0000-000000000000}"/>
          </ac:spMkLst>
        </pc:spChg>
        <pc:spChg chg="add">
          <ac:chgData name="Jay" userId="S::jay@ikss.kr::ee8e7794-d418-4050-a45e-67762d108ce3" providerId="AD" clId="Web-{914F749C-BFBD-3265-48C9-DA1184E12E48}" dt="2026-08-13T14:38:28.905" v="17"/>
          <ac:spMkLst>
            <pc:docMk/>
            <pc:sldMk cId="0" sldId="334"/>
            <ac:spMk id="23" creationId="{00000000-0000-0000-0000-000000000000}"/>
          </ac:spMkLst>
        </pc:spChg>
        <pc:spChg chg="add">
          <ac:chgData name="Jay" userId="S::jay@ikss.kr::ee8e7794-d418-4050-a45e-67762d108ce3" providerId="AD" clId="Web-{914F749C-BFBD-3265-48C9-DA1184E12E48}" dt="2026-08-13T14:38:28.905" v="17"/>
          <ac:spMkLst>
            <pc:docMk/>
            <pc:sldMk cId="0" sldId="334"/>
            <ac:spMk id="25" creationId="{00000000-0000-0000-0000-000000000000}"/>
          </ac:spMkLst>
        </pc:spChg>
        <pc:spChg chg="add">
          <ac:chgData name="Jay" userId="S::jay@ikss.kr::ee8e7794-d418-4050-a45e-67762d108ce3" providerId="AD" clId="Web-{914F749C-BFBD-3265-48C9-DA1184E12E48}" dt="2026-08-13T14:38:28.905" v="17"/>
          <ac:spMkLst>
            <pc:docMk/>
            <pc:sldMk cId="0" sldId="334"/>
            <ac:spMk id="27" creationId="{00000000-0000-0000-0000-000000000000}"/>
          </ac:spMkLst>
        </pc:spChg>
        <pc:spChg chg="add">
          <ac:chgData name="Jay" userId="S::jay@ikss.kr::ee8e7794-d418-4050-a45e-67762d108ce3" providerId="AD" clId="Web-{914F749C-BFBD-3265-48C9-DA1184E12E48}" dt="2026-08-13T14:38:28.905" v="17"/>
          <ac:spMkLst>
            <pc:docMk/>
            <pc:sldMk cId="0" sldId="334"/>
            <ac:spMk id="35" creationId="{00000000-0000-0000-0000-000000000000}"/>
          </ac:spMkLst>
        </pc:spChg>
        <pc:spChg chg="add">
          <ac:chgData name="Jay" userId="S::jay@ikss.kr::ee8e7794-d418-4050-a45e-67762d108ce3" providerId="AD" clId="Web-{914F749C-BFBD-3265-48C9-DA1184E12E48}" dt="2026-08-13T14:38:28.905" v="17"/>
          <ac:spMkLst>
            <pc:docMk/>
            <pc:sldMk cId="0" sldId="334"/>
            <ac:spMk id="36" creationId="{00000000-0000-0000-0000-000000000000}"/>
          </ac:spMkLst>
        </pc:spChg>
      </pc:sldChg>
      <pc:sldChg chg="addSp delSp modSp add modNotes">
        <pc:chgData name="Jay" userId="S::jay@ikss.kr::ee8e7794-d418-4050-a45e-67762d108ce3" providerId="AD" clId="Web-{914F749C-BFBD-3265-48C9-DA1184E12E48}" dt="2026-08-13T14:38:28.905" v="17"/>
        <pc:sldMkLst>
          <pc:docMk/>
          <pc:sldMk cId="0" sldId="335"/>
        </pc:sldMkLst>
        <pc:spChg chg="mod">
          <ac:chgData name="Jay" userId="S::jay@ikss.kr::ee8e7794-d418-4050-a45e-67762d108ce3" providerId="AD" clId="Web-{914F749C-BFBD-3265-48C9-DA1184E12E48}" dt="2026-08-13T14:38:28.905" v="17"/>
          <ac:spMkLst>
            <pc:docMk/>
            <pc:sldMk cId="0" sldId="335"/>
            <ac:spMk id="4" creationId="{00000000-0000-0000-0000-000000000000}"/>
          </ac:spMkLst>
        </pc:spChg>
        <pc:spChg chg="mod">
          <ac:chgData name="Jay" userId="S::jay@ikss.kr::ee8e7794-d418-4050-a45e-67762d108ce3" providerId="AD" clId="Web-{914F749C-BFBD-3265-48C9-DA1184E12E48}" dt="2026-08-13T14:38:28.905" v="17"/>
          <ac:spMkLst>
            <pc:docMk/>
            <pc:sldMk cId="0" sldId="335"/>
            <ac:spMk id="6" creationId="{00000000-0000-0000-0000-000000000000}"/>
          </ac:spMkLst>
        </pc:spChg>
        <pc:spChg chg="mod">
          <ac:chgData name="Jay" userId="S::jay@ikss.kr::ee8e7794-d418-4050-a45e-67762d108ce3" providerId="AD" clId="Web-{914F749C-BFBD-3265-48C9-DA1184E12E48}" dt="2026-08-13T14:38:28.905" v="17"/>
          <ac:spMkLst>
            <pc:docMk/>
            <pc:sldMk cId="0" sldId="335"/>
            <ac:spMk id="9" creationId="{00000000-0000-0000-0000-000000000000}"/>
          </ac:spMkLst>
        </pc:spChg>
        <pc:spChg chg="mod">
          <ac:chgData name="Jay" userId="S::jay@ikss.kr::ee8e7794-d418-4050-a45e-67762d108ce3" providerId="AD" clId="Web-{914F749C-BFBD-3265-48C9-DA1184E12E48}" dt="2026-08-13T14:38:28.905" v="17"/>
          <ac:spMkLst>
            <pc:docMk/>
            <pc:sldMk cId="0" sldId="335"/>
            <ac:spMk id="10" creationId="{00000000-0000-0000-0000-000000000000}"/>
          </ac:spMkLst>
        </pc:spChg>
        <pc:spChg chg="add">
          <ac:chgData name="Jay" userId="S::jay@ikss.kr::ee8e7794-d418-4050-a45e-67762d108ce3" providerId="AD" clId="Web-{914F749C-BFBD-3265-48C9-DA1184E12E48}" dt="2026-08-13T14:38:28.905" v="17"/>
          <ac:spMkLst>
            <pc:docMk/>
            <pc:sldMk cId="0" sldId="335"/>
            <ac:spMk id="11" creationId="{00000000-0000-0000-0000-000000000000}"/>
          </ac:spMkLst>
        </pc:spChg>
        <pc:spChg chg="add">
          <ac:chgData name="Jay" userId="S::jay@ikss.kr::ee8e7794-d418-4050-a45e-67762d108ce3" providerId="AD" clId="Web-{914F749C-BFBD-3265-48C9-DA1184E12E48}" dt="2026-08-13T14:38:28.905" v="17"/>
          <ac:spMkLst>
            <pc:docMk/>
            <pc:sldMk cId="0" sldId="335"/>
            <ac:spMk id="12" creationId="{00000000-0000-0000-0000-000000000000}"/>
          </ac:spMkLst>
        </pc:spChg>
        <pc:spChg chg="add">
          <ac:chgData name="Jay" userId="S::jay@ikss.kr::ee8e7794-d418-4050-a45e-67762d108ce3" providerId="AD" clId="Web-{914F749C-BFBD-3265-48C9-DA1184E12E48}" dt="2026-08-13T14:38:28.905" v="17"/>
          <ac:spMkLst>
            <pc:docMk/>
            <pc:sldMk cId="0" sldId="335"/>
            <ac:spMk id="13" creationId="{00000000-0000-0000-0000-000000000000}"/>
          </ac:spMkLst>
        </pc:spChg>
        <pc:spChg chg="add">
          <ac:chgData name="Jay" userId="S::jay@ikss.kr::ee8e7794-d418-4050-a45e-67762d108ce3" providerId="AD" clId="Web-{914F749C-BFBD-3265-48C9-DA1184E12E48}" dt="2026-08-13T14:38:28.905" v="17"/>
          <ac:spMkLst>
            <pc:docMk/>
            <pc:sldMk cId="0" sldId="335"/>
            <ac:spMk id="15" creationId="{00000000-0000-0000-0000-000000000000}"/>
          </ac:spMkLst>
        </pc:spChg>
        <pc:spChg chg="add">
          <ac:chgData name="Jay" userId="S::jay@ikss.kr::ee8e7794-d418-4050-a45e-67762d108ce3" providerId="AD" clId="Web-{914F749C-BFBD-3265-48C9-DA1184E12E48}" dt="2026-08-13T14:38:28.905" v="17"/>
          <ac:spMkLst>
            <pc:docMk/>
            <pc:sldMk cId="0" sldId="335"/>
            <ac:spMk id="16" creationId="{00000000-0000-0000-0000-000000000000}"/>
          </ac:spMkLst>
        </pc:spChg>
        <pc:spChg chg="add">
          <ac:chgData name="Jay" userId="S::jay@ikss.kr::ee8e7794-d418-4050-a45e-67762d108ce3" providerId="AD" clId="Web-{914F749C-BFBD-3265-48C9-DA1184E12E48}" dt="2026-08-13T14:38:28.905" v="17"/>
          <ac:spMkLst>
            <pc:docMk/>
            <pc:sldMk cId="0" sldId="335"/>
            <ac:spMk id="18" creationId="{00000000-0000-0000-0000-000000000000}"/>
          </ac:spMkLst>
        </pc:spChg>
      </pc:sldChg>
      <pc:sldChg chg="add">
        <pc:chgData name="Jay" userId="S::jay@ikss.kr::ee8e7794-d418-4050-a45e-67762d108ce3" providerId="AD" clId="Web-{914F749C-BFBD-3265-48C9-DA1184E12E48}" dt="2026-08-13T14:38:28.905" v="17"/>
        <pc:sldMkLst>
          <pc:docMk/>
          <pc:sldMk cId="0" sldId="336"/>
        </pc:sldMkLst>
      </pc:sldChg>
      <pc:sldMasterChg chg="add addSldLayout delSldLayout modSldLayout sldLayoutOrd">
        <pc:chgData name="Jay" userId="S::jay@ikss.kr::ee8e7794-d418-4050-a45e-67762d108ce3" providerId="AD" clId="Web-{914F749C-BFBD-3265-48C9-DA1184E12E48}" dt="2026-08-13T12:16:40.674" v="2"/>
        <pc:sldMasterMkLst>
          <pc:docMk/>
          <pc:sldMasterMk cId="3686743294" sldId="2147483648"/>
        </pc:sldMasterMkLst>
        <pc:sldLayoutChg chg="add">
          <pc:chgData name="Jay" userId="S::jay@ikss.kr::ee8e7794-d418-4050-a45e-67762d108ce3" providerId="AD" clId="Web-{914F749C-BFBD-3265-48C9-DA1184E12E48}" dt="2026-08-13T12:16:40.674" v="2"/>
          <pc:sldLayoutMkLst>
            <pc:docMk/>
            <pc:sldMasterMk cId="3686743294" sldId="2147483648"/>
            <pc:sldLayoutMk cId="0" sldId="214748364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8/23/2026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과정 전체의 표지입니다. 여기서 오늘 하루의 목적지를 먼저 그려 주세요.
이 과정은 Agent Academy의 Recruit NextGen 트랙입니다. 목표는 Copilot Studio에서 자연어 지침과 지식, 도구와 워크플로를 결합해 추론 중심 에이전트를 만드는 것입니다.
중요한 것은 도구 사용법이 아니라 사고방식의 전환입니다. 대화를 한 줄씩 스크립트로 쓰던 방식에서, 목표와 역량과 경계를 주고 에이전트가 스스로 경로를 찾게 하는 방식으로 넘어갑니다.
아홉 개의 작업을 거치며 Contoso IT Concierge라는 하나의 에이전트를 처음부터 끝까지 함께 완성합니다. 개념 이해에서 시작해 만들고, 지식과 도구를 붙이고, 게시해 검증하고, 운영과 라이선스 관점까지 다룹니다. 실습은 여섯 번 있고, 하루 과정 기준 약 7시간입니다.
다음 슬라이드에서 전체 목차와 진행 시간표를 함께 안내하세요.</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작업 01을 시작합니다. 이 과정 전체의 출발점이며, 아직 제품은 열지 않습니다.
이 작업의 목적은 도구 사용법이 아니라 사고방식입니다. 대화를 한 줄씩 스크립트로 쓰던 방식에서, 목표와 역량과 경계를 주고 에이전트가 스스로 경로를 찾게 하는 방식으로 넘어갑니다.
교육 대상은 에이전트를 처음 설계하는 빌더이고, 선행 조건은 없습니다. 뒤이어 작업 02에서 Copilot Studio라는 도구 상자를 열고, 작업 03부터 실제로 만들기 시작합니다.
시작 질문으로 열어 보세요. "지금까지 챗봇을 만들어 보신 분? 만들면서 가장 힘들었던 게 무엇이었나요?" 대개 분기 관리와 예외 처리를 이야기합니다. 그 지점이 오늘 다룰 전환의 이유입니다.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과정 전체 목차입니다. 아홉 개의 작업이 어떤 순서로 이어지는지 먼저 보여 주세요.
작업 01~02는 개념과 도구 이해 단계입니다. 에이전트가 무엇인지, Copilot Studio가 어떤 구조인지 파악합니다.
작업 03~07은 실제로 만드는 단계입니다. 에이전트를 만들고, 자연어 지침으로 동작을 설계하고, 지식을 연결하고, 도구와 스킬로 행동 능력을 더한 뒤, 워크플로로 승인 절차까지 자동화합니다.
작업 08~09는 운영 단계입니다. 채널에 게시해 직원들이 실제로 쓰게 만들고, 그 운영이 라이선스와 사용량 측면에서 어떤 의미인지 이해합니다.
각 작업은 앞 작업의 결과 위에 쌓입니다. 하나의 에이전트인 Contoso IT Concierge를 처음부터 끝까지 함께 완성해 간다는 점을 강조해 주세요.</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강사용 진행 시간표입니다. 참가자에게는 전체 일정 감각을 주고, 강사에게는 페이스 조절 기준이 됩니다.
작업 01과 02는 실습 없이 개념과 도구 이해로 진행하며 합해서 45분 정도입니다. 여기서 시간을 너무 많이 쓰면 뒤의 실습이 밀리므로 주의하세요.
작업 03부터 08까지가 이 과정의 본론이며 실습이 포함됩니다. 특히 작업 06 도구와 스킬, 작업 07 워크플로 연결이 각각 50분 정도로 가장 길고 난이도도 높습니다. 이 두 구간 앞에는 반드시 휴식을 배치하세요.
작업 09는 실습 없이 개념 정리로 20분 정도면 충분합니다.
순수 진행 시간은 5시간 25분이며, 휴식 4회와 질의응답, 과정 정리를 포함하면 하루 과정 기준 약 7시간을 잡으면 됩니다.
시간이 부족할 경우의 우선순위도 미리 정해 두세요. 작업 04, 05, 06의 실습은 반드시 확보하고, 작업 09는 자료 안내로 대체할 수 있습니다. 반대로 참가자들의 환경 준비가 늦어지면 작업 03 실습 시간에 여유를 더 주세요.
예상 시간은 참가자 규모와 실습 환경 준비 상태에 따라 달라질 수 있다는 점을 함께 안내해 주세요.</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 작업에서 다룰 다섯 가지 개념입니다. 순서대로 쌓아 올립니다.
01 챗봇과 에이전트의 차이 — topic 기반 챗봇과 추론 우선 에이전트가 무엇이 다른지, AI assistant라는 표현은 어디에 놓이는지 정리합니다.
02 LLM과 RAG — 모델이 어떻게 동작하고, 검색 증강 생성이 grounding된 응답을 어떻게 가능하게 하는지 봅니다.
03 harness와 orchestration — 런타임 환경과 지휘 방식의 관계를 구분합니다. 이 구분이 작업 02의 harness 선택으로 바로 이어집니다.
04 에이전트와 워크플로 — 추론과 결정적 실행을 어떻게 나누는지, 그리고 안전을 지키는 제어 경계를 봅니다.
05 구축 환경 스펙트럼 — no-code부터 pro-code까지 Microsoft의 선택지를 훑습니다.
이 다섯 가지는 앞으로 모든 작업에서 반복해서 등장하는 어휘입니다. 여기서 용어를 맞춰 두면 이후 진행이 훨씬 </a:t>
            </a:r>
            <a:r>
              <a:rPr lang="en-US"/>
              <a:t>빠릅니다.</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ko-KR" sz="1200" b="1" i="0" kern="1200">
                <a:solidFill>
                  <a:schemeClr val="tx1"/>
                </a:solidFill>
                <a:effectLst/>
                <a:latin typeface="+mn-lt"/>
                <a:ea typeface="+mn-ea"/>
                <a:cs typeface="+mn-cs"/>
              </a:rPr>
              <a:t>전통적인 챗봇에서 추론 우선 에이전트로−</a:t>
            </a:r>
          </a:p>
          <a:p>
            <a:r>
              <a:rPr lang="ko-KR" altLang="ko-KR" sz="1200" b="0" i="1" kern="1200">
                <a:solidFill>
                  <a:schemeClr val="tx1"/>
                </a:solidFill>
                <a:effectLst/>
                <a:latin typeface="+mn-lt"/>
                <a:ea typeface="+mn-ea"/>
                <a:cs typeface="+mn-cs"/>
              </a:rPr>
              <a:t>chatbot</a:t>
            </a:r>
            <a:r>
              <a:rPr lang="ko-KR" altLang="ko-KR" sz="1200" b="0" i="0" kern="1200">
                <a:solidFill>
                  <a:schemeClr val="tx1"/>
                </a:solidFill>
                <a:effectLst/>
                <a:latin typeface="+mn-lt"/>
                <a:ea typeface="+mn-ea"/>
                <a:cs typeface="+mn-cs"/>
              </a:rPr>
              <a:t>, </a:t>
            </a:r>
            <a:r>
              <a:rPr lang="ko-KR" altLang="ko-KR" sz="1200" b="0" i="1" kern="1200">
                <a:solidFill>
                  <a:schemeClr val="tx1"/>
                </a:solidFill>
                <a:effectLst/>
                <a:latin typeface="+mn-lt"/>
                <a:ea typeface="+mn-ea"/>
                <a:cs typeface="+mn-cs"/>
              </a:rPr>
              <a:t>assistant</a:t>
            </a:r>
            <a:r>
              <a:rPr lang="ko-KR" altLang="ko-KR" sz="1200" b="0" i="0" kern="1200">
                <a:solidFill>
                  <a:schemeClr val="tx1"/>
                </a:solidFill>
                <a:effectLst/>
                <a:latin typeface="+mn-lt"/>
                <a:ea typeface="+mn-ea"/>
                <a:cs typeface="+mn-cs"/>
              </a:rPr>
              <a:t>, </a:t>
            </a:r>
            <a:r>
              <a:rPr lang="ko-KR" altLang="ko-KR" sz="1200" b="0" i="1" kern="1200">
                <a:solidFill>
                  <a:schemeClr val="tx1"/>
                </a:solidFill>
                <a:effectLst/>
                <a:latin typeface="+mn-lt"/>
                <a:ea typeface="+mn-ea"/>
                <a:cs typeface="+mn-cs"/>
              </a:rPr>
              <a:t>agent</a:t>
            </a:r>
            <a:r>
              <a:rPr lang="ko-KR" altLang="ko-KR" sz="1200" b="0" i="0" kern="1200">
                <a:solidFill>
                  <a:schemeClr val="tx1"/>
                </a:solidFill>
                <a:effectLst/>
                <a:latin typeface="+mn-lt"/>
                <a:ea typeface="+mn-ea"/>
                <a:cs typeface="+mn-cs"/>
              </a:rPr>
              <a:t>라는 용어는 자주 겹쳐 쓰이지만, 엄격한 제품 범주라기보다 AI 경험의 서로 다른 측면을 설명합니다.</a:t>
            </a:r>
          </a:p>
          <a:p>
            <a:endParaRPr lang="en-US" altLang="ko-KR" sz="1200" b="1" i="0" kern="1200">
              <a:solidFill>
                <a:schemeClr val="tx1"/>
              </a:solidFill>
              <a:effectLst/>
              <a:latin typeface="+mn-lt"/>
              <a:ea typeface="+mn-ea"/>
              <a:cs typeface="+mn-cs"/>
            </a:endParaRPr>
          </a:p>
          <a:p>
            <a:pPr marL="171450" indent="-171450">
              <a:buFont typeface="Arial" panose="020B0604020202020204" pitchFamily="34" charset="0"/>
              <a:buChar char="•"/>
            </a:pPr>
            <a:r>
              <a:rPr lang="ko-KR" altLang="ko-KR" sz="1200" b="1" i="0" kern="1200">
                <a:solidFill>
                  <a:schemeClr val="tx1"/>
                </a:solidFill>
                <a:effectLst/>
                <a:latin typeface="+mn-lt"/>
                <a:ea typeface="+mn-ea"/>
                <a:cs typeface="+mn-cs"/>
              </a:rPr>
              <a:t>전통적인 topic 기반 챗봇</a:t>
            </a:r>
            <a:r>
              <a:rPr lang="ko-KR" altLang="ko-KR" sz="1200" b="0" i="0" kern="1200">
                <a:solidFill>
                  <a:schemeClr val="tx1"/>
                </a:solidFill>
                <a:effectLst/>
                <a:latin typeface="+mn-lt"/>
                <a:ea typeface="+mn-ea"/>
                <a:cs typeface="+mn-cs"/>
              </a:rPr>
              <a:t>은 제작자가 정의한 대화 로직을 따릅니다. </a:t>
            </a:r>
            <a:br>
              <a:rPr lang="en-US" altLang="ko-KR" sz="1200" b="0" i="0" kern="1200">
                <a:solidFill>
                  <a:schemeClr val="tx1"/>
                </a:solidFill>
                <a:effectLst/>
                <a:latin typeface="+mn-lt"/>
                <a:ea typeface="+mn-ea"/>
                <a:cs typeface="+mn-cs"/>
              </a:rPr>
            </a:br>
            <a:r>
              <a:rPr lang="ko-KR" altLang="ko-KR" sz="1200" b="0" i="0" kern="1200">
                <a:solidFill>
                  <a:schemeClr val="tx1"/>
                </a:solidFill>
                <a:effectLst/>
                <a:latin typeface="+mn-lt"/>
                <a:ea typeface="+mn-ea"/>
                <a:cs typeface="+mn-cs"/>
              </a:rPr>
              <a:t>질문을 미리 준비된 답변에 매칭하거나, 사용자를 특정 topic으로 안내하거나, 잘 알려진 일련의 단계를 따를 수 있습니다.</a:t>
            </a:r>
            <a:endParaRPr lang="en-US" altLang="ko-KR" sz="1200" b="0" i="0" kern="1200">
              <a:solidFill>
                <a:schemeClr val="tx1"/>
              </a:solidFill>
              <a:effectLst/>
              <a:latin typeface="+mn-lt"/>
              <a:ea typeface="+mn-ea"/>
              <a:cs typeface="+mn-cs"/>
            </a:endParaRPr>
          </a:p>
          <a:p>
            <a:pPr marL="171450" indent="-171450">
              <a:buFont typeface="Arial" panose="020B0604020202020204" pitchFamily="34" charset="0"/>
              <a:buChar char="•"/>
            </a:pPr>
            <a:endParaRPr lang="ko-KR" altLang="ko-KR" sz="1200" b="0" i="0" kern="1200">
              <a:solidFill>
                <a:schemeClr val="tx1"/>
              </a:solidFill>
              <a:effectLst/>
              <a:latin typeface="+mn-lt"/>
              <a:ea typeface="+mn-ea"/>
              <a:cs typeface="+mn-cs"/>
            </a:endParaRPr>
          </a:p>
          <a:p>
            <a:pPr marL="171450" indent="-171450">
              <a:buFont typeface="Arial" panose="020B0604020202020204" pitchFamily="34" charset="0"/>
              <a:buChar char="•"/>
            </a:pPr>
            <a:r>
              <a:rPr lang="ko-KR" altLang="ko-KR" sz="1200" b="1" i="0" kern="1200">
                <a:solidFill>
                  <a:schemeClr val="tx1"/>
                </a:solidFill>
                <a:effectLst/>
                <a:latin typeface="+mn-lt"/>
                <a:ea typeface="+mn-ea"/>
                <a:cs typeface="+mn-cs"/>
              </a:rPr>
              <a:t>추론 우선 에이전트</a:t>
            </a:r>
            <a:r>
              <a:rPr lang="ko-KR" altLang="ko-KR" sz="1200" b="0" i="0" kern="1200">
                <a:solidFill>
                  <a:schemeClr val="tx1"/>
                </a:solidFill>
                <a:effectLst/>
                <a:latin typeface="+mn-lt"/>
                <a:ea typeface="+mn-ea"/>
                <a:cs typeface="+mn-cs"/>
              </a:rPr>
              <a:t>는 목표, 역량, 경계를 부여받습니다. </a:t>
            </a:r>
            <a:br>
              <a:rPr lang="en-US" altLang="ko-KR" sz="1200" b="0" i="0" kern="1200">
                <a:solidFill>
                  <a:schemeClr val="tx1"/>
                </a:solidFill>
                <a:effectLst/>
                <a:latin typeface="+mn-lt"/>
                <a:ea typeface="+mn-ea"/>
                <a:cs typeface="+mn-cs"/>
              </a:rPr>
            </a:br>
            <a:r>
              <a:rPr lang="ko-KR" altLang="ko-KR" sz="1200" b="0" i="0" kern="1200">
                <a:solidFill>
                  <a:schemeClr val="tx1"/>
                </a:solidFill>
                <a:effectLst/>
                <a:latin typeface="+mn-lt"/>
                <a:ea typeface="+mn-ea"/>
                <a:cs typeface="+mn-cs"/>
              </a:rPr>
              <a:t>런타임에는 무엇이 필요한지 추론하고, 관련 지식과 도구를 선택하며, 결과에 따라 접근 방식을 조정할 수 있습니다.</a:t>
            </a:r>
          </a:p>
          <a:p>
            <a:pPr marL="0" indent="0">
              <a:buFont typeface="Arial" panose="020B0604020202020204" pitchFamily="34" charset="0"/>
              <a:buNone/>
            </a:pPr>
            <a:endParaRPr lang="en-US"/>
          </a:p>
          <a:p>
            <a:pPr marL="0" indent="0">
              <a:buFont typeface="Arial" panose="020B0604020202020204" pitchFamily="34" charset="0"/>
              <a:buNone/>
            </a:pPr>
            <a:endParaRPr lang="en-US"/>
          </a:p>
          <a:p>
            <a:pPr marL="0" indent="0">
              <a:buFont typeface="Arial" panose="020B0604020202020204" pitchFamily="34" charset="0"/>
              <a:buNone/>
            </a:pPr>
            <a:r>
              <a:rPr lang="en-US" b="1"/>
              <a:t>에이전트</a:t>
            </a:r>
            <a:r>
              <a:rPr lang="en-US"/>
              <a:t>는 </a:t>
            </a:r>
            <a:r>
              <a:rPr lang="en-US" dirty="0"/>
              <a:t>모델로 구동되며, 추론과 행동 방식에 영향을 주는 </a:t>
            </a:r>
            <a:r>
              <a:rPr lang="en-US" b="1" dirty="0"/>
              <a:t>목표·지침·지식·도구·경계를 부여받은 AI 시스템</a:t>
            </a:r>
            <a:r>
              <a:rPr lang="en-US" dirty="0"/>
              <a:t>입니다.
주의할 점 — 에이전트가 항상 더 좋은 것은 아닙니다. 결과가 매번 똑같아야 하는 일에는 여전히 구조화된 접근이 낫습니다.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ko-KR" sz="1200" b="0" i="0" kern="1200">
                <a:solidFill>
                  <a:schemeClr val="tx1"/>
                </a:solidFill>
                <a:effectLst/>
                <a:latin typeface="+mn-lt"/>
                <a:ea typeface="+mn-ea"/>
                <a:cs typeface="+mn-cs"/>
              </a:rPr>
              <a:t>현대의 에이전트는 LLM을 중심으로 구축됩니다. </a:t>
            </a:r>
            <a:endParaRPr lang="en-US" altLang="ko-KR" sz="1200" b="0" i="0" kern="1200">
              <a:solidFill>
                <a:schemeClr val="tx1"/>
              </a:solidFill>
              <a:effectLst/>
              <a:latin typeface="+mn-lt"/>
              <a:ea typeface="+mn-ea"/>
              <a:cs typeface="+mn-cs"/>
            </a:endParaRPr>
          </a:p>
          <a:p>
            <a:r>
              <a:rPr lang="ko-KR" altLang="ko-KR" sz="1200" b="0" i="0" kern="1200">
                <a:solidFill>
                  <a:schemeClr val="tx1"/>
                </a:solidFill>
                <a:effectLst/>
                <a:latin typeface="+mn-lt"/>
                <a:ea typeface="+mn-ea"/>
                <a:cs typeface="+mn-cs"/>
              </a:rPr>
              <a:t>LLM은 방대한 양의 텍스트를 학습하고 한 번에 하나의 </a:t>
            </a:r>
            <a:r>
              <a:rPr lang="ko-KR" altLang="ko-KR" sz="1200" b="1" i="0" kern="1200">
                <a:solidFill>
                  <a:schemeClr val="tx1"/>
                </a:solidFill>
                <a:effectLst/>
                <a:latin typeface="+mn-lt"/>
                <a:ea typeface="+mn-ea"/>
                <a:cs typeface="+mn-cs"/>
              </a:rPr>
              <a:t>토큰</a:t>
            </a:r>
            <a:r>
              <a:rPr lang="ko-KR" altLang="ko-KR" sz="1200" b="0" i="0" kern="1200">
                <a:solidFill>
                  <a:schemeClr val="tx1"/>
                </a:solidFill>
                <a:effectLst/>
                <a:latin typeface="+mn-lt"/>
                <a:ea typeface="+mn-ea"/>
                <a:cs typeface="+mn-cs"/>
              </a:rPr>
              <a:t>을 예측하는 신경망입니다. 나중에 계속 활용하게 될 몇 가지 핵심 개념은 다음과 같습니다.</a:t>
            </a:r>
            <a:endParaRPr lang="en-US" altLang="ko-KR" sz="1200" b="0" i="0" kern="1200">
              <a:solidFill>
                <a:schemeClr val="tx1"/>
              </a:solidFill>
              <a:effectLst/>
              <a:latin typeface="+mn-lt"/>
              <a:ea typeface="+mn-ea"/>
              <a:cs typeface="+mn-cs"/>
            </a:endParaRPr>
          </a:p>
          <a:p>
            <a:endParaRPr lang="ko-KR" altLang="ko-KR" sz="1200" b="0" i="0" kern="1200">
              <a:solidFill>
                <a:schemeClr val="tx1"/>
              </a:solidFill>
              <a:effectLst/>
              <a:latin typeface="+mn-lt"/>
              <a:ea typeface="+mn-ea"/>
              <a:cs typeface="+mn-cs"/>
            </a:endParaRPr>
          </a:p>
          <a:p>
            <a:pPr marL="171450" lvl="0" indent="-171450">
              <a:buFont typeface="Arial" panose="020B0604020202020204" pitchFamily="34" charset="0"/>
              <a:buChar char="•"/>
            </a:pPr>
            <a:r>
              <a:rPr lang="ko-KR" altLang="ko-KR" sz="1200" b="1" i="0" kern="1200">
                <a:solidFill>
                  <a:schemeClr val="tx1"/>
                </a:solidFill>
                <a:effectLst/>
                <a:latin typeface="+mn-lt"/>
                <a:ea typeface="+mn-ea"/>
                <a:cs typeface="+mn-cs"/>
              </a:rPr>
              <a:t>Tokens &amp; context window</a:t>
            </a:r>
            <a:r>
              <a:rPr lang="ko-KR" altLang="ko-KR" sz="1200" b="0" i="0" kern="1200">
                <a:solidFill>
                  <a:schemeClr val="tx1"/>
                </a:solidFill>
                <a:effectLst/>
                <a:latin typeface="+mn-lt"/>
                <a:ea typeface="+mn-ea"/>
                <a:cs typeface="+mn-cs"/>
              </a:rPr>
              <a:t> — 모델은 토큰(단어 조각) 단위로 읽고 씁니다. </a:t>
            </a:r>
            <a:br>
              <a:rPr lang="en-US" altLang="ko-KR" sz="1200" b="0" i="0" kern="1200">
                <a:solidFill>
                  <a:schemeClr val="tx1"/>
                </a:solidFill>
                <a:effectLst/>
                <a:latin typeface="+mn-lt"/>
                <a:ea typeface="+mn-ea"/>
                <a:cs typeface="+mn-cs"/>
              </a:rPr>
            </a:br>
            <a:r>
              <a:rPr lang="ko-KR" altLang="ko-KR" sz="1200" b="1" i="0" kern="1200">
                <a:solidFill>
                  <a:schemeClr val="tx1"/>
                </a:solidFill>
                <a:effectLst/>
                <a:latin typeface="+mn-lt"/>
                <a:ea typeface="+mn-ea"/>
                <a:cs typeface="+mn-cs"/>
              </a:rPr>
              <a:t>context window</a:t>
            </a:r>
            <a:r>
              <a:rPr lang="ko-KR" altLang="ko-KR" sz="1200" b="0" i="0" kern="1200">
                <a:solidFill>
                  <a:schemeClr val="tx1"/>
                </a:solidFill>
                <a:effectLst/>
                <a:latin typeface="+mn-lt"/>
                <a:ea typeface="+mn-ea"/>
                <a:cs typeface="+mn-cs"/>
              </a:rPr>
              <a:t>는 모델이 한 번에 "머릿속에 유지"할 수 있는 양입니다. </a:t>
            </a:r>
            <a:br>
              <a:rPr lang="en-US" altLang="ko-KR" sz="1200" b="0" i="0" kern="1200">
                <a:solidFill>
                  <a:schemeClr val="tx1"/>
                </a:solidFill>
                <a:effectLst/>
                <a:latin typeface="+mn-lt"/>
                <a:ea typeface="+mn-ea"/>
                <a:cs typeface="+mn-cs"/>
              </a:rPr>
            </a:br>
            <a:r>
              <a:rPr lang="ko-KR" altLang="ko-KR" sz="1200" b="0" i="0" kern="1200">
                <a:solidFill>
                  <a:schemeClr val="tx1"/>
                </a:solidFill>
                <a:effectLst/>
                <a:latin typeface="+mn-lt"/>
                <a:ea typeface="+mn-ea"/>
                <a:cs typeface="+mn-cs"/>
              </a:rPr>
              <a:t>이 창은 보통 꽤 크지만 무한하지는 않습니다. 긴 대화나 큰 문서는 context window가 너무 커지면 요약되거나 일부가 제외될 수 있습니다.</a:t>
            </a:r>
            <a:endParaRPr lang="en-US" altLang="ko-KR" sz="1200" b="0" i="0" kern="1200">
              <a:solidFill>
                <a:schemeClr val="tx1"/>
              </a:solidFill>
              <a:effectLst/>
              <a:latin typeface="+mn-lt"/>
              <a:ea typeface="+mn-ea"/>
              <a:cs typeface="+mn-cs"/>
            </a:endParaRPr>
          </a:p>
          <a:p>
            <a:pPr marL="171450" lvl="0" indent="-171450">
              <a:buFont typeface="Arial" panose="020B0604020202020204" pitchFamily="34" charset="0"/>
              <a:buChar char="•"/>
            </a:pPr>
            <a:endParaRPr lang="en-US" altLang="ko-KR" sz="1200" b="0" i="0" kern="1200">
              <a:solidFill>
                <a:schemeClr val="tx1"/>
              </a:solidFill>
              <a:effectLst/>
              <a:latin typeface="+mn-lt"/>
              <a:ea typeface="+mn-ea"/>
              <a:cs typeface="+mn-cs"/>
            </a:endParaRPr>
          </a:p>
          <a:p>
            <a:pPr marL="171450" lvl="0" indent="-171450">
              <a:buFont typeface="Arial" panose="020B0604020202020204" pitchFamily="34" charset="0"/>
              <a:buChar char="•"/>
            </a:pPr>
            <a:r>
              <a:rPr lang="ko-KR" altLang="ko-KR" sz="1200" b="1" i="0" kern="1200">
                <a:solidFill>
                  <a:schemeClr val="tx1"/>
                </a:solidFill>
                <a:effectLst/>
                <a:latin typeface="+mn-lt"/>
                <a:ea typeface="+mn-ea"/>
                <a:cs typeface="+mn-cs"/>
              </a:rPr>
              <a:t>Instructions</a:t>
            </a:r>
            <a:r>
              <a:rPr lang="ko-KR" altLang="ko-KR" sz="1200" b="0" i="0" kern="1200">
                <a:solidFill>
                  <a:schemeClr val="tx1"/>
                </a:solidFill>
                <a:effectLst/>
                <a:latin typeface="+mn-lt"/>
                <a:ea typeface="+mn-ea"/>
                <a:cs typeface="+mn-cs"/>
              </a:rPr>
              <a:t> — 에이전트에게 단순히 질문만 던지는 것이 아닙니다. </a:t>
            </a:r>
            <a:br>
              <a:rPr lang="en-US" altLang="ko-KR" sz="1200" b="0" i="0" kern="1200">
                <a:solidFill>
                  <a:schemeClr val="tx1"/>
                </a:solidFill>
                <a:effectLst/>
                <a:latin typeface="+mn-lt"/>
                <a:ea typeface="+mn-ea"/>
                <a:cs typeface="+mn-cs"/>
              </a:rPr>
            </a:br>
            <a:r>
              <a:rPr lang="ko-KR" altLang="ko-KR" sz="1200" b="0" i="0" kern="1200">
                <a:solidFill>
                  <a:schemeClr val="tx1"/>
                </a:solidFill>
                <a:effectLst/>
                <a:latin typeface="+mn-lt"/>
                <a:ea typeface="+mn-ea"/>
                <a:cs typeface="+mn-cs"/>
              </a:rPr>
              <a:t>에이전트의 페르소나, 규칙, 행동 방식을 담은 상시 </a:t>
            </a:r>
            <a:r>
              <a:rPr lang="ko-KR" altLang="ko-KR" sz="1200" b="1" i="0" kern="1200">
                <a:solidFill>
                  <a:schemeClr val="tx1"/>
                </a:solidFill>
                <a:effectLst/>
                <a:latin typeface="+mn-lt"/>
                <a:ea typeface="+mn-ea"/>
                <a:cs typeface="+mn-cs"/>
              </a:rPr>
              <a:t>instructions</a:t>
            </a:r>
            <a:r>
              <a:rPr lang="ko-KR" altLang="ko-KR" sz="1200" b="0" i="0" kern="1200">
                <a:solidFill>
                  <a:schemeClr val="tx1"/>
                </a:solidFill>
                <a:effectLst/>
                <a:latin typeface="+mn-lt"/>
                <a:ea typeface="+mn-ea"/>
                <a:cs typeface="+mn-cs"/>
              </a:rPr>
              <a:t>를 제공합니다. 이것이 에이전트 품질을 좌우하는 가장 큰 레버입니다.</a:t>
            </a:r>
            <a:endParaRPr lang="en-US" altLang="ko-KR" sz="1200" b="0" i="0" kern="1200">
              <a:solidFill>
                <a:schemeClr val="tx1"/>
              </a:solidFill>
              <a:effectLst/>
              <a:latin typeface="+mn-lt"/>
              <a:ea typeface="+mn-ea"/>
              <a:cs typeface="+mn-cs"/>
            </a:endParaRPr>
          </a:p>
          <a:p>
            <a:pPr marL="171450" lvl="0" indent="-171450">
              <a:buFont typeface="Arial" panose="020B0604020202020204" pitchFamily="34" charset="0"/>
              <a:buChar char="•"/>
            </a:pPr>
            <a:endParaRPr lang="en-US" altLang="ko-KR" sz="1200" b="0" i="0" kern="1200">
              <a:solidFill>
                <a:schemeClr val="tx1"/>
              </a:solidFill>
              <a:effectLst/>
              <a:latin typeface="+mn-lt"/>
              <a:ea typeface="+mn-ea"/>
              <a:cs typeface="+mn-cs"/>
            </a:endParaRPr>
          </a:p>
          <a:p>
            <a:pPr marL="171450" lvl="0" indent="-171450">
              <a:buFont typeface="Arial" panose="020B0604020202020204" pitchFamily="34" charset="0"/>
              <a:buChar char="•"/>
            </a:pPr>
            <a:r>
              <a:rPr lang="ko-KR" altLang="ko-KR" sz="1200" b="1" i="0" kern="1200">
                <a:solidFill>
                  <a:schemeClr val="tx1"/>
                </a:solidFill>
                <a:effectLst/>
                <a:latin typeface="+mn-lt"/>
                <a:ea typeface="+mn-ea"/>
                <a:cs typeface="+mn-cs"/>
              </a:rPr>
              <a:t>모든 모델이 같은 것은 아닙니다</a:t>
            </a:r>
            <a:r>
              <a:rPr lang="ko-KR" altLang="ko-KR" sz="1200" b="0" i="0" kern="1200">
                <a:solidFill>
                  <a:schemeClr val="tx1"/>
                </a:solidFill>
                <a:effectLst/>
                <a:latin typeface="+mn-lt"/>
                <a:ea typeface="+mn-ea"/>
                <a:cs typeface="+mn-cs"/>
              </a:rPr>
              <a:t> — 어떤 모델은 채팅에 빠르고 저렴합니다. </a:t>
            </a:r>
            <a:br>
              <a:rPr lang="en-US" altLang="ko-KR" sz="1200" b="0" i="0" kern="1200">
                <a:solidFill>
                  <a:schemeClr val="tx1"/>
                </a:solidFill>
                <a:effectLst/>
                <a:latin typeface="+mn-lt"/>
                <a:ea typeface="+mn-ea"/>
                <a:cs typeface="+mn-cs"/>
              </a:rPr>
            </a:br>
            <a:r>
              <a:rPr lang="ko-KR" altLang="ko-KR" sz="1200" b="1" i="0" kern="1200">
                <a:solidFill>
                  <a:schemeClr val="tx1"/>
                </a:solidFill>
                <a:effectLst/>
                <a:latin typeface="+mn-lt"/>
                <a:ea typeface="+mn-ea"/>
                <a:cs typeface="+mn-cs"/>
              </a:rPr>
              <a:t>추론 모델</a:t>
            </a:r>
            <a:r>
              <a:rPr lang="ko-KR" altLang="ko-KR" sz="1200" b="0" i="0" kern="1200">
                <a:solidFill>
                  <a:schemeClr val="tx1"/>
                </a:solidFill>
                <a:effectLst/>
                <a:latin typeface="+mn-lt"/>
                <a:ea typeface="+mn-ea"/>
                <a:cs typeface="+mn-cs"/>
              </a:rPr>
              <a:t>은 계획, 분석, 신중한 도구 사용이 중요한 복잡한 다단계 작업에 더 최적화되어 있습니다. 작업에 맞는 모델을 고르는 것이 중요합니다.</a:t>
            </a:r>
            <a:endParaRPr lang="en-US" altLang="ko-KR" sz="1200" b="0" i="0" kern="1200">
              <a:solidFill>
                <a:schemeClr val="tx1"/>
              </a:solidFill>
              <a:effectLst/>
              <a:latin typeface="+mn-lt"/>
              <a:ea typeface="+mn-ea"/>
              <a:cs typeface="+mn-cs"/>
            </a:endParaRPr>
          </a:p>
          <a:p>
            <a:pPr marL="171450" lvl="0" indent="-171450">
              <a:buFont typeface="Arial" panose="020B0604020202020204" pitchFamily="34" charset="0"/>
              <a:buChar char="•"/>
            </a:pPr>
            <a:endParaRPr lang="ko-KR" altLang="ko-KR" sz="1200" b="0" i="0" kern="1200">
              <a:solidFill>
                <a:schemeClr val="tx1"/>
              </a:solidFill>
              <a:effectLst/>
              <a:latin typeface="+mn-lt"/>
              <a:ea typeface="+mn-ea"/>
              <a:cs typeface="+mn-cs"/>
            </a:endParaRPr>
          </a:p>
          <a:p>
            <a:r>
              <a:rPr lang="ko-KR" altLang="ko-KR" sz="1200" b="1" i="0" kern="1200">
                <a:solidFill>
                  <a:schemeClr val="tx1"/>
                </a:solidFill>
                <a:effectLst/>
                <a:latin typeface="+mn-lt"/>
                <a:ea typeface="+mn-ea"/>
                <a:cs typeface="+mn-cs"/>
              </a:rPr>
              <a:t>✓팁</a:t>
            </a:r>
          </a:p>
          <a:p>
            <a:r>
              <a:rPr lang="ko-KR" altLang="ko-KR" sz="1200" b="0" i="0" kern="1200">
                <a:solidFill>
                  <a:schemeClr val="tx1"/>
                </a:solidFill>
                <a:effectLst/>
                <a:latin typeface="+mn-lt"/>
                <a:ea typeface="+mn-ea"/>
                <a:cs typeface="+mn-cs"/>
              </a:rPr>
              <a:t>자동 완성 비유 LLM은 "매우 똑똑한 자동 완성"과 비슷합니다. </a:t>
            </a:r>
            <a:br>
              <a:rPr lang="en-US" altLang="ko-KR" sz="1200" b="0" i="0" kern="1200">
                <a:solidFill>
                  <a:schemeClr val="tx1"/>
                </a:solidFill>
                <a:effectLst/>
                <a:latin typeface="+mn-lt"/>
                <a:ea typeface="+mn-ea"/>
                <a:cs typeface="+mn-cs"/>
              </a:rPr>
            </a:br>
            <a:r>
              <a:rPr lang="ko-KR" altLang="ko-KR" sz="1200" b="0" i="0" kern="1200">
                <a:solidFill>
                  <a:schemeClr val="tx1"/>
                </a:solidFill>
                <a:effectLst/>
                <a:latin typeface="+mn-lt"/>
                <a:ea typeface="+mn-ea"/>
                <a:cs typeface="+mn-cs"/>
              </a:rPr>
              <a:t>인간처럼 </a:t>
            </a:r>
            <a:r>
              <a:rPr lang="ko-KR" altLang="ko-KR" sz="1200" b="0" i="1" kern="1200">
                <a:solidFill>
                  <a:schemeClr val="tx1"/>
                </a:solidFill>
                <a:effectLst/>
                <a:latin typeface="+mn-lt"/>
                <a:ea typeface="+mn-ea"/>
                <a:cs typeface="+mn-cs"/>
              </a:rPr>
              <a:t>이해</a:t>
            </a:r>
            <a:r>
              <a:rPr lang="ko-KR" altLang="ko-KR" sz="1200" b="0" i="0" kern="1200">
                <a:solidFill>
                  <a:schemeClr val="tx1"/>
                </a:solidFill>
                <a:effectLst/>
                <a:latin typeface="+mn-lt"/>
                <a:ea typeface="+mn-ea"/>
                <a:cs typeface="+mn-cs"/>
              </a:rPr>
              <a:t>하는 것이 아니라 다음에 올 최적의 토큰을 예측합니다. </a:t>
            </a:r>
            <a:endParaRPr lang="en-US" altLang="ko-KR" sz="1200" b="0" i="0" kern="1200">
              <a:solidFill>
                <a:schemeClr val="tx1"/>
              </a:solidFill>
              <a:effectLst/>
              <a:latin typeface="+mn-lt"/>
              <a:ea typeface="+mn-ea"/>
              <a:cs typeface="+mn-cs"/>
            </a:endParaRPr>
          </a:p>
          <a:p>
            <a:r>
              <a:rPr lang="ko-KR" altLang="ko-KR" sz="1200" b="0" i="0" kern="1200">
                <a:solidFill>
                  <a:schemeClr val="tx1"/>
                </a:solidFill>
                <a:effectLst/>
                <a:latin typeface="+mn-lt"/>
                <a:ea typeface="+mn-ea"/>
                <a:cs typeface="+mn-cs"/>
              </a:rPr>
              <a:t>그래서 </a:t>
            </a:r>
            <a:r>
              <a:rPr lang="ko-KR" altLang="ko-KR" sz="1200" b="1" i="0" kern="1200">
                <a:solidFill>
                  <a:schemeClr val="tx1"/>
                </a:solidFill>
                <a:effectLst/>
                <a:latin typeface="+mn-lt"/>
                <a:ea typeface="+mn-ea"/>
                <a:cs typeface="+mn-cs"/>
              </a:rPr>
              <a:t>영리한 표현보다 명확한 지침과 좋은 그라운딩이 더 중요합니다.</a:t>
            </a:r>
            <a:r>
              <a:rPr lang="ko-KR" altLang="ko-KR" sz="1200" b="0" i="0" kern="1200">
                <a:solidFill>
                  <a:schemeClr val="tx1"/>
                </a:solidFill>
                <a:effectLst/>
                <a:latin typeface="+mn-lt"/>
                <a:ea typeface="+mn-ea"/>
                <a:cs typeface="+mn-cs"/>
              </a:rPr>
              <a:t> </a:t>
            </a:r>
            <a:endParaRPr lang="en-US" altLang="ko-KR" sz="1200" b="0" i="0" kern="1200">
              <a:solidFill>
                <a:schemeClr val="tx1"/>
              </a:solidFill>
              <a:effectLst/>
              <a:latin typeface="+mn-lt"/>
              <a:ea typeface="+mn-ea"/>
              <a:cs typeface="+mn-cs"/>
            </a:endParaRPr>
          </a:p>
          <a:p>
            <a:r>
              <a:rPr lang="ko-KR" altLang="ko-KR" sz="1200" b="0" i="0" kern="1200">
                <a:solidFill>
                  <a:schemeClr val="tx1"/>
                </a:solidFill>
                <a:effectLst/>
                <a:latin typeface="+mn-lt"/>
                <a:ea typeface="+mn-ea"/>
                <a:cs typeface="+mn-cs"/>
              </a:rPr>
              <a:t>동료에게 브리핑하는 것이 아니라 예측 엔진을 조종하는 것이기 때문입니다.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RAG는 검색 증강 생성입니다. 네 단계로 설명하세요.
1 질문 — 사용자가 질문합니다.
2 검색 — SharePoint, OneDrive, Dataverse, 웹사이트, 데이터베이스 등 연결된 원본에서 관련 정보를 찾습니다.
3 증강 — 찾은 정보를 모델의 컨텍스트에 추가합니다.
4 생성 — 검색된 근거로 답하고, 가능하면 인용과 원본을 함께 제시합니다.
왜 중요한가 — 추측하는 에이전트와 출처를 제시하는 에이전트의 차이가 정확히 이 지점에서 갈립니다. 조직에서 신뢰를 얻는 에이전트는 거의 예외 없이 grounding이 잘 된 에이전트입니다.
아래 구분을 꼭 남기세요. Copilot Studio에서 지식 계층은 설계상 읽기 전용입니다. 지식은 답변을 뒷받침하고, 도구는 행동을 수행합니다. 이 구분을 초반에 잡아 두면 작업 05와 06이 훨씬 수월해집니다.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ko-KR" sz="1200" b="0" i="0" kern="1200">
                <a:solidFill>
                  <a:schemeClr val="tx1"/>
                </a:solidFill>
                <a:effectLst/>
                <a:latin typeface="+mn-lt"/>
                <a:ea typeface="+mn-ea"/>
                <a:cs typeface="+mn-cs"/>
              </a:rPr>
              <a:t>harness는 </a:t>
            </a:r>
            <a:r>
              <a:rPr lang="ko-KR" altLang="ko-KR" sz="1200" b="1" i="0" kern="1200">
                <a:solidFill>
                  <a:schemeClr val="tx1"/>
                </a:solidFill>
                <a:effectLst/>
                <a:latin typeface="+mn-lt"/>
                <a:ea typeface="+mn-ea"/>
                <a:cs typeface="+mn-cs"/>
              </a:rPr>
              <a:t>모델을 둘러싼 런타임 환경</a:t>
            </a:r>
            <a:r>
              <a:rPr lang="ko-KR" altLang="ko-KR" sz="1200" b="0" i="0" kern="1200">
                <a:solidFill>
                  <a:schemeClr val="tx1"/>
                </a:solidFill>
                <a:effectLst/>
                <a:latin typeface="+mn-lt"/>
                <a:ea typeface="+mn-ea"/>
                <a:cs typeface="+mn-cs"/>
              </a:rPr>
              <a:t>입니다. 어떤 기능을 사용할 수 있는지, 어떤 컨텍스트가 모델에 전달되는지, 응답이 어떻게 해석되는지, 작업이 어떻게 실행되는지를 결정합니다. </a:t>
            </a:r>
            <a:r>
              <a:rPr lang="ko-KR" altLang="ko-KR" sz="1200" b="1" i="0" kern="1200">
                <a:solidFill>
                  <a:schemeClr val="tx1"/>
                </a:solidFill>
                <a:effectLst/>
                <a:latin typeface="+mn-lt"/>
                <a:ea typeface="+mn-ea"/>
                <a:cs typeface="+mn-cs"/>
              </a:rPr>
              <a:t>Orchestration</a:t>
            </a:r>
            <a:r>
              <a:rPr lang="ko-KR" altLang="ko-KR" sz="1200" b="0" i="0" kern="1200">
                <a:solidFill>
                  <a:schemeClr val="tx1"/>
                </a:solidFill>
                <a:effectLst/>
                <a:latin typeface="+mn-lt"/>
                <a:ea typeface="+mn-ea"/>
                <a:cs typeface="+mn-cs"/>
              </a:rPr>
              <a:t>은 harness가 수행하는 역할 중 하나로, 에이전트가 다음에 무엇을 해야 하는지를 지시합니다.</a:t>
            </a:r>
            <a:endParaRPr lang="en-US" altLang="ko-KR" sz="1200" b="0" i="0" kern="1200">
              <a:solidFill>
                <a:schemeClr val="tx1"/>
              </a:solidFill>
              <a:effectLst/>
              <a:latin typeface="+mn-lt"/>
              <a:ea typeface="+mn-ea"/>
              <a:cs typeface="+mn-cs"/>
            </a:endParaRPr>
          </a:p>
          <a:p>
            <a:endParaRPr lang="ko-KR" altLang="ko-KR" sz="1200" b="0" i="0" kern="1200">
              <a:solidFill>
                <a:schemeClr val="tx1"/>
              </a:solidFill>
              <a:effectLst/>
              <a:latin typeface="+mn-lt"/>
              <a:ea typeface="+mn-ea"/>
              <a:cs typeface="+mn-cs"/>
            </a:endParaRPr>
          </a:p>
          <a:p>
            <a:r>
              <a:rPr lang="ko-KR" altLang="ko-KR" sz="1200" b="0" i="0" kern="1200">
                <a:solidFill>
                  <a:schemeClr val="tx1"/>
                </a:solidFill>
                <a:effectLst/>
                <a:latin typeface="+mn-lt"/>
                <a:ea typeface="+mn-ea"/>
                <a:cs typeface="+mn-cs"/>
              </a:rPr>
              <a:t>간단히 말하면, </a:t>
            </a:r>
            <a:r>
              <a:rPr lang="ko-KR" altLang="ko-KR" sz="1200" b="1" i="0" kern="1200">
                <a:solidFill>
                  <a:schemeClr val="tx1"/>
                </a:solidFill>
                <a:effectLst/>
                <a:latin typeface="+mn-lt"/>
                <a:ea typeface="+mn-ea"/>
                <a:cs typeface="+mn-cs"/>
              </a:rPr>
              <a:t>모델은 추론하고 생성</a:t>
            </a:r>
            <a:r>
              <a:rPr lang="ko-KR" altLang="ko-KR" sz="1200" b="0" i="0" kern="1200">
                <a:solidFill>
                  <a:schemeClr val="tx1"/>
                </a:solidFill>
                <a:effectLst/>
                <a:latin typeface="+mn-lt"/>
                <a:ea typeface="+mn-ea"/>
                <a:cs typeface="+mn-cs"/>
              </a:rPr>
              <a:t>하고, </a:t>
            </a:r>
            <a:r>
              <a:rPr lang="ko-KR" altLang="ko-KR" sz="1200" b="1" i="0" kern="1200">
                <a:solidFill>
                  <a:schemeClr val="tx1"/>
                </a:solidFill>
                <a:effectLst/>
                <a:latin typeface="+mn-lt"/>
                <a:ea typeface="+mn-ea"/>
                <a:cs typeface="+mn-cs"/>
              </a:rPr>
              <a:t>harness는 운영 환경을 제공</a:t>
            </a:r>
            <a:r>
              <a:rPr lang="ko-KR" altLang="ko-KR" sz="1200" b="0" i="0" kern="1200">
                <a:solidFill>
                  <a:schemeClr val="tx1"/>
                </a:solidFill>
                <a:effectLst/>
                <a:latin typeface="+mn-lt"/>
                <a:ea typeface="+mn-ea"/>
                <a:cs typeface="+mn-cs"/>
              </a:rPr>
              <a:t>하며, </a:t>
            </a:r>
            <a:r>
              <a:rPr lang="ko-KR" altLang="ko-KR" sz="1200" b="1" i="0" kern="1200">
                <a:solidFill>
                  <a:schemeClr val="tx1"/>
                </a:solidFill>
                <a:effectLst/>
                <a:latin typeface="+mn-lt"/>
                <a:ea typeface="+mn-ea"/>
                <a:cs typeface="+mn-cs"/>
              </a:rPr>
              <a:t>orchestration은 그 안에서 일을 진행하도록 지시</a:t>
            </a:r>
            <a:r>
              <a:rPr lang="ko-KR" altLang="ko-KR" sz="1200" b="0" i="0" kern="1200">
                <a:solidFill>
                  <a:schemeClr val="tx1"/>
                </a:solidFill>
                <a:effectLst/>
                <a:latin typeface="+mn-lt"/>
                <a:ea typeface="+mn-ea"/>
                <a:cs typeface="+mn-cs"/>
              </a:rPr>
              <a:t>합니다.</a:t>
            </a:r>
            <a:endParaRPr lang="en-US" altLang="ko-KR" sz="1200" b="0" i="0" kern="1200">
              <a:solidFill>
                <a:schemeClr val="tx1"/>
              </a:solidFill>
              <a:effectLst/>
              <a:latin typeface="+mn-lt"/>
              <a:ea typeface="+mn-ea"/>
              <a:cs typeface="+mn-cs"/>
            </a:endParaRPr>
          </a:p>
          <a:p>
            <a:endParaRPr lang="ko-KR" altLang="ko-KR" sz="1200" b="0" i="0" kern="1200">
              <a:solidFill>
                <a:schemeClr val="tx1"/>
              </a:solidFill>
              <a:effectLst/>
              <a:latin typeface="+mn-lt"/>
              <a:ea typeface="+mn-ea"/>
              <a:cs typeface="+mn-cs"/>
            </a:endParaRPr>
          </a:p>
          <a:p>
            <a:r>
              <a:rPr lang="ko-KR" altLang="ko-KR" sz="1200" b="0" i="0" kern="1200">
                <a:solidFill>
                  <a:schemeClr val="tx1"/>
                </a:solidFill>
                <a:effectLst/>
                <a:latin typeface="+mn-lt"/>
                <a:ea typeface="+mn-ea"/>
                <a:cs typeface="+mn-cs"/>
              </a:rPr>
              <a:t>Copilot Studio는 </a:t>
            </a:r>
            <a:r>
              <a:rPr lang="ko-KR" altLang="ko-KR" sz="1200" b="1" i="0" kern="1200">
                <a:solidFill>
                  <a:schemeClr val="tx1"/>
                </a:solidFill>
                <a:effectLst/>
                <a:latin typeface="+mn-lt"/>
                <a:ea typeface="+mn-ea"/>
                <a:cs typeface="+mn-cs"/>
              </a:rPr>
              <a:t>GitHub Copilot</a:t>
            </a:r>
            <a:r>
              <a:rPr lang="ko-KR" altLang="ko-KR" sz="1200" b="0" i="0" kern="1200">
                <a:solidFill>
                  <a:schemeClr val="tx1"/>
                </a:solidFill>
                <a:effectLst/>
                <a:latin typeface="+mn-lt"/>
                <a:ea typeface="+mn-ea"/>
                <a:cs typeface="+mn-cs"/>
              </a:rPr>
              <a:t>, </a:t>
            </a:r>
            <a:r>
              <a:rPr lang="ko-KR" altLang="ko-KR" sz="1200" b="1" i="0" kern="1200">
                <a:solidFill>
                  <a:schemeClr val="tx1"/>
                </a:solidFill>
                <a:effectLst/>
                <a:latin typeface="+mn-lt"/>
                <a:ea typeface="+mn-ea"/>
                <a:cs typeface="+mn-cs"/>
              </a:rPr>
              <a:t>standard</a:t>
            </a:r>
            <a:r>
              <a:rPr lang="ko-KR" altLang="ko-KR" sz="1200" b="0" i="0" kern="1200">
                <a:solidFill>
                  <a:schemeClr val="tx1"/>
                </a:solidFill>
                <a:effectLst/>
                <a:latin typeface="+mn-lt"/>
                <a:ea typeface="+mn-ea"/>
                <a:cs typeface="+mn-cs"/>
              </a:rPr>
              <a:t>, </a:t>
            </a:r>
            <a:r>
              <a:rPr lang="ko-KR" altLang="ko-KR" sz="1200" b="1" i="0" kern="1200">
                <a:solidFill>
                  <a:schemeClr val="tx1"/>
                </a:solidFill>
                <a:effectLst/>
                <a:latin typeface="+mn-lt"/>
                <a:ea typeface="+mn-ea"/>
                <a:cs typeface="+mn-cs"/>
              </a:rPr>
              <a:t>Copilot chat</a:t>
            </a:r>
            <a:r>
              <a:rPr lang="ko-KR" altLang="ko-KR" sz="1200" b="0" i="0" kern="1200">
                <a:solidFill>
                  <a:schemeClr val="tx1"/>
                </a:solidFill>
                <a:effectLst/>
                <a:latin typeface="+mn-lt"/>
                <a:ea typeface="+mn-ea"/>
                <a:cs typeface="+mn-cs"/>
              </a:rPr>
              <a:t> harness를 제공합니다. 이 과정에서는 복잡하고 다단계인 작업에 맞춰 설계된 GitHub Copilot harness를 사용하며, 강화된 목표 중심 오케스트레이션을 활용합니다.</a:t>
            </a:r>
            <a:endParaRPr lang="en-US" altLang="ko-KR" sz="1200" b="0" i="0" kern="1200">
              <a:solidFill>
                <a:schemeClr val="tx1"/>
              </a:solidFill>
              <a:effectLst/>
              <a:latin typeface="+mn-lt"/>
              <a:ea typeface="+mn-ea"/>
              <a:cs typeface="+mn-cs"/>
            </a:endParaRPr>
          </a:p>
          <a:p>
            <a:endParaRPr lang="en-US" altLang="ko-KR" sz="1200" b="0" i="0" kern="1200">
              <a:solidFill>
                <a:schemeClr val="tx1"/>
              </a:solidFill>
              <a:effectLst/>
              <a:latin typeface="+mn-lt"/>
              <a:ea typeface="+mn-ea"/>
              <a:cs typeface="+mn-cs"/>
            </a:endParaRPr>
          </a:p>
          <a:p>
            <a:endParaRPr lang="en-US" altLang="ko-KR" sz="1200" b="0" i="0" kern="1200">
              <a:solidFill>
                <a:schemeClr val="tx1"/>
              </a:solidFill>
              <a:effectLst/>
              <a:latin typeface="+mn-lt"/>
              <a:ea typeface="+mn-ea"/>
              <a:cs typeface="+mn-cs"/>
            </a:endParaRPr>
          </a:p>
          <a:p>
            <a:r>
              <a:rPr lang="ko-KR" altLang="ko-KR" sz="1200" b="1" i="0" kern="1200">
                <a:solidFill>
                  <a:schemeClr val="tx1"/>
                </a:solidFill>
                <a:effectLst/>
                <a:latin typeface="+mn-lt"/>
                <a:ea typeface="+mn-ea"/>
                <a:cs typeface="+mn-cs"/>
              </a:rPr>
              <a:t>Orchestration</a:t>
            </a:r>
            <a:r>
              <a:rPr lang="ko-KR" altLang="ko-KR" sz="1200" b="0" i="0" kern="1200">
                <a:solidFill>
                  <a:schemeClr val="tx1"/>
                </a:solidFill>
                <a:effectLst/>
                <a:latin typeface="+mn-lt"/>
                <a:ea typeface="+mn-ea"/>
                <a:cs typeface="+mn-cs"/>
              </a:rPr>
              <a:t>은 요청을 처리할 때 에이전트가 무엇을 할지 지시합니다. 어떤 지식을 검색할지, 어떤 topic이나 tool을 선택할지, 어떤 순서로 진행할지를 결정합니다.</a:t>
            </a:r>
            <a:endParaRPr lang="en-US" altLang="ko-KR" sz="1200" b="0" i="0" kern="1200">
              <a:solidFill>
                <a:schemeClr val="tx1"/>
              </a:solidFill>
              <a:effectLst/>
              <a:latin typeface="+mn-lt"/>
              <a:ea typeface="+mn-ea"/>
              <a:cs typeface="+mn-cs"/>
            </a:endParaRPr>
          </a:p>
          <a:p>
            <a:endParaRPr lang="en-US" altLang="ko-KR" sz="1200" b="0" i="0" kern="1200">
              <a:solidFill>
                <a:schemeClr val="tx1"/>
              </a:solidFill>
              <a:effectLst/>
              <a:latin typeface="+mn-lt"/>
              <a:ea typeface="+mn-ea"/>
              <a:cs typeface="+mn-cs"/>
            </a:endParaRPr>
          </a:p>
          <a:p>
            <a:r>
              <a:rPr lang="ko-KR" altLang="ko-KR" sz="1200" b="0" i="0" kern="1200">
                <a:solidFill>
                  <a:schemeClr val="tx1"/>
                </a:solidFill>
                <a:effectLst/>
                <a:latin typeface="+mn-lt"/>
                <a:ea typeface="+mn-ea"/>
                <a:cs typeface="+mn-cs"/>
              </a:rPr>
              <a:t>Orchestration은 제작자가 정의한 경로를 따를 수도 있고, 모델이 사용 가능한 기능 가운데서 선택하게 할 수도 있으며, 두 접근 방식을 조합할 수도 있습니다. 어떤 접근이 적합한지는 작업이 얼마나 예측 가능한지, 에이전트에 얼마나 많은 유연성이 필요한지에 따라 달라집니다.</a:t>
            </a:r>
          </a:p>
          <a:p>
            <a:r>
              <a:rPr lang="ko-KR" altLang="ko-KR" sz="1200" b="0" i="0" kern="1200">
                <a:solidFill>
                  <a:schemeClr val="tx1"/>
                </a:solidFill>
                <a:effectLst/>
                <a:latin typeface="+mn-lt"/>
                <a:ea typeface="+mn-ea"/>
                <a:cs typeface="+mn-cs"/>
              </a:rPr>
              <a:t>이 과정에서 사용하는 </a:t>
            </a:r>
            <a:r>
              <a:rPr lang="ko-KR" altLang="ko-KR" sz="1200" b="1" i="0" kern="1200">
                <a:solidFill>
                  <a:schemeClr val="tx1"/>
                </a:solidFill>
                <a:effectLst/>
                <a:latin typeface="+mn-lt"/>
                <a:ea typeface="+mn-ea"/>
                <a:cs typeface="+mn-cs"/>
              </a:rPr>
              <a:t>GitHub Copilot harness</a:t>
            </a:r>
            <a:r>
              <a:rPr lang="ko-KR" altLang="ko-KR" sz="1200" b="0" i="0" kern="1200">
                <a:solidFill>
                  <a:schemeClr val="tx1"/>
                </a:solidFill>
                <a:effectLst/>
                <a:latin typeface="+mn-lt"/>
                <a:ea typeface="+mn-ea"/>
                <a:cs typeface="+mn-cs"/>
              </a:rPr>
              <a:t>는 복잡한 작업을 여러 단계로 나누고, 행동하고, 결과를 검토한 뒤, 접근 방식을 조정할 수 있습니다.</a:t>
            </a:r>
          </a:p>
          <a:p>
            <a:endParaRPr lang="ko-KR" altLang="ko-KR" sz="1200" b="0" i="0" kern="120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목표 중심 오케스트레이션이 실제로 어떻게 도는지 보여 주는 슬라이드입니다.
계획 — 목표를 여러 단계로 나눕니다. 이때 기준이 되는 것이 instructions입니다.
실행 — 선택한 도구로 행동합니다.
관찰 — 결과를 검토합니다. 지식을 다시 조회하기도 합니다.
조정 — 목표에 비추어 접근 방식을 다시 세웁니다.</a:t>
            </a:r>
            <a:r>
              <a:rPr lang="en-US"/>
              <a:t>
</a:t>
            </a:r>
            <a:r>
              <a:rPr lang="ko-KR" altLang="ko-KR" sz="1200" b="1" i="0" kern="1200">
                <a:solidFill>
                  <a:schemeClr val="tx1"/>
                </a:solidFill>
                <a:effectLst/>
                <a:latin typeface="+mn-lt"/>
                <a:ea typeface="+mn-ea"/>
                <a:cs typeface="+mn-cs"/>
              </a:rPr>
              <a:t>당신은 목표, 지침, 역량, 경계를 제공합니다. </a:t>
            </a:r>
            <a:endParaRPr lang="en-US" altLang="ko-KR" sz="1200" b="1" i="0" kern="1200">
              <a:solidFill>
                <a:schemeClr val="tx1"/>
              </a:solidFill>
              <a:effectLst/>
              <a:latin typeface="+mn-lt"/>
              <a:ea typeface="+mn-ea"/>
              <a:cs typeface="+mn-cs"/>
            </a:endParaRPr>
          </a:p>
          <a:p>
            <a:r>
              <a:rPr lang="ko-KR" altLang="ko-KR" sz="1200" b="0" i="0" kern="1200">
                <a:solidFill>
                  <a:schemeClr val="tx1"/>
                </a:solidFill>
                <a:effectLst/>
                <a:latin typeface="+mn-lt"/>
                <a:ea typeface="+mn-ea"/>
                <a:cs typeface="+mn-cs"/>
              </a:rPr>
              <a:t>harness는 그 요소들을 어떻게 결합해 목표를 추구할지 결정합니다.</a:t>
            </a:r>
            <a:endParaRPr lang="en-US" altLang="ko-KR"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a:p>
            <a:r>
              <a:rPr lang="ko-KR" altLang="ko-KR" sz="1200" b="0" i="0" kern="1200">
                <a:solidFill>
                  <a:schemeClr val="tx1"/>
                </a:solidFill>
                <a:effectLst/>
                <a:latin typeface="+mn-lt"/>
                <a:ea typeface="+mn-ea"/>
                <a:cs typeface="+mn-cs"/>
              </a:rPr>
              <a:t>여러분의 역할이 달라졌습니다 이제는 </a:t>
            </a:r>
            <a:r>
              <a:rPr lang="ko-KR" altLang="ko-KR" sz="1200" b="1" i="0" kern="1200">
                <a:solidFill>
                  <a:schemeClr val="tx1"/>
                </a:solidFill>
                <a:effectLst/>
                <a:latin typeface="+mn-lt"/>
                <a:ea typeface="+mn-ea"/>
                <a:cs typeface="+mn-cs"/>
              </a:rPr>
              <a:t>스크립트를 쓰는 일</a:t>
            </a:r>
            <a:r>
              <a:rPr lang="ko-KR" altLang="ko-KR" sz="1200" b="0" i="0" kern="1200">
                <a:solidFill>
                  <a:schemeClr val="tx1"/>
                </a:solidFill>
                <a:effectLst/>
                <a:latin typeface="+mn-lt"/>
                <a:ea typeface="+mn-ea"/>
                <a:cs typeface="+mn-cs"/>
              </a:rPr>
              <a:t>에서 </a:t>
            </a:r>
            <a:r>
              <a:rPr lang="ko-KR" altLang="ko-KR" sz="1200" b="1" i="0" kern="1200">
                <a:solidFill>
                  <a:schemeClr val="tx1"/>
                </a:solidFill>
                <a:effectLst/>
                <a:latin typeface="+mn-lt"/>
                <a:ea typeface="+mn-ea"/>
                <a:cs typeface="+mn-cs"/>
              </a:rPr>
              <a:t>운영 환경을 정의하는 일</a:t>
            </a:r>
            <a:r>
              <a:rPr lang="ko-KR" altLang="ko-KR" sz="1200" b="0" i="0" kern="1200">
                <a:solidFill>
                  <a:schemeClr val="tx1"/>
                </a:solidFill>
                <a:effectLst/>
                <a:latin typeface="+mn-lt"/>
                <a:ea typeface="+mn-ea"/>
                <a:cs typeface="+mn-cs"/>
              </a:rPr>
              <a:t>로 바뀌었습니다. 에이전트 품질은 대화 분기를 얼마나 많이 그렸는지가 아니라 </a:t>
            </a:r>
            <a:r>
              <a:rPr lang="ko-KR" altLang="ko-KR" sz="1200" b="0" i="1" kern="1200">
                <a:solidFill>
                  <a:schemeClr val="tx1"/>
                </a:solidFill>
                <a:effectLst/>
                <a:latin typeface="+mn-lt"/>
                <a:ea typeface="+mn-ea"/>
                <a:cs typeface="+mn-cs"/>
              </a:rPr>
              <a:t>지침, 도구 이름, 데이터 경계</a:t>
            </a:r>
            <a:r>
              <a:rPr lang="ko-KR" altLang="ko-KR" sz="1200" b="0" i="0" kern="1200">
                <a:solidFill>
                  <a:schemeClr val="tx1"/>
                </a:solidFill>
                <a:effectLst/>
                <a:latin typeface="+mn-lt"/>
                <a:ea typeface="+mn-ea"/>
                <a:cs typeface="+mn-cs"/>
              </a:rPr>
              <a:t>를 얼마나 잘 설계했는지에 달려 있습니다. 모호한 도구 설명은 더 이상 단순한 나쁜 문서가 아니라, planner에 전달되는 나쁜 지침입니다.</a:t>
            </a:r>
            <a:r>
              <a:rPr lang="en-US"/>
              <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C32422-4145-49A7-2579-F4B4C3F3F61C}"/>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D5930171-CFFF-B613-3230-C65E8621FB35}"/>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EFC62E9F-DA97-0744-08D0-5C50404E59C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ko-KR" altLang="ko-KR" sz="1200" b="0" i="0" kern="1200">
                <a:solidFill>
                  <a:schemeClr val="tx1"/>
                </a:solidFill>
                <a:effectLst/>
                <a:latin typeface="+mn-lt"/>
                <a:ea typeface="+mn-ea"/>
                <a:cs typeface="+mn-cs"/>
              </a:rPr>
              <a:t>당신은 목표, 지침, 역량, 경계를 제공합니다. harness는 그 요소들을 어떻게 결합해 목표를 추구할지 결정합니다.</a:t>
            </a:r>
          </a:p>
          <a:p>
            <a:endParaRPr lang="ko-KR" altLang="en-US"/>
          </a:p>
        </p:txBody>
      </p:sp>
      <p:sp>
        <p:nvSpPr>
          <p:cNvPr id="4" name="슬라이드 번호 개체 틀 3">
            <a:extLst>
              <a:ext uri="{FF2B5EF4-FFF2-40B4-BE49-F238E27FC236}">
                <a16:creationId xmlns:a16="http://schemas.microsoft.com/office/drawing/2014/main" id="{428893F8-C3AC-B0D9-2487-2816303206EF}"/>
              </a:ext>
            </a:extLst>
          </p:cNvPr>
          <p:cNvSpPr>
            <a:spLocks noGrp="1"/>
          </p:cNvSpPr>
          <p:nvPr>
            <p:ph type="sldNum" sz="quarter" idx="5"/>
          </p:nvPr>
        </p:nvSpPr>
        <p:spPr/>
        <p:txBody>
          <a:bodyPr/>
          <a:lstStyle/>
          <a:p>
            <a:fld id="{CE5E9CC1-C706-0F49-92D6-E571CC5EEA8F}" type="slidenum">
              <a:rPr lang="en-US" smtClean="0"/>
              <a:t>11</a:t>
            </a:fld>
            <a:endParaRPr lang="en-US"/>
          </a:p>
        </p:txBody>
      </p:sp>
    </p:spTree>
    <p:extLst>
      <p:ext uri="{BB962C8B-B14F-4D97-AF65-F5344CB8AC3E}">
        <p14:creationId xmlns:p14="http://schemas.microsoft.com/office/powerpoint/2010/main" val="15447761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추론과 실행을 </a:t>
            </a:r>
            <a:r>
              <a:rPr lang="en-US"/>
              <a:t>나누는 기준입니다.
</a:t>
            </a:r>
            <a:r>
              <a:rPr lang="en-US" dirty="0"/>
              <a:t>
</a:t>
            </a:r>
            <a:r>
              <a:rPr lang="en-US" b="1" dirty="0"/>
              <a:t>에이전트</a:t>
            </a:r>
            <a:r>
              <a:rPr lang="en-US" dirty="0"/>
              <a:t>가 가장 잘하는 일은 의도를 해석하고, 모호한 상황을 추론하며, 다음에 무엇이 일어나야 하는지 결정하는 것입니다</a:t>
            </a:r>
            <a:r>
              <a:rPr lang="en-US"/>
              <a:t>. </a:t>
            </a:r>
          </a:p>
          <a:p>
            <a:r>
              <a:rPr lang="en-US" b="1"/>
              <a:t>워크플로</a:t>
            </a:r>
            <a:r>
              <a:rPr lang="en-US"/>
              <a:t>가 </a:t>
            </a:r>
            <a:r>
              <a:rPr lang="en-US" dirty="0"/>
              <a:t>가장 잘하는 일은 정의된 단계를 일관되고 예측 가능하게 실행하는 것입니다.
예시로 대비하세요. 직원이 디바이스 요청에 필요한 정보를 충분히 제공했는지 판단하는 것은 에이전트의 일이고, 디바이스 레코드를 조회해 승인 이메일을 발송하는 것은 워크플로의 일입니다. 실제 솔루션은 대부분 이 둘의 조합입니다.</a:t>
            </a:r>
            <a:r>
              <a:rPr lang="en-US"/>
              <a:t>
</a:t>
            </a:r>
          </a:p>
          <a:p>
            <a:r>
              <a:rPr lang="en-US"/>
              <a:t>Tip:
</a:t>
            </a:r>
            <a:r>
              <a:rPr lang="ko-KR" altLang="ko-KR" sz="1200" b="0" i="0" kern="1200">
                <a:solidFill>
                  <a:schemeClr val="tx1"/>
                </a:solidFill>
                <a:effectLst/>
                <a:latin typeface="+mn-lt"/>
                <a:ea typeface="+mn-ea"/>
                <a:cs typeface="+mn-cs"/>
              </a:rPr>
              <a:t>역량보다 먼저 경계를 설계하세요 에이전트형 AI의 실패는 틀린 문장 하나에만 있지 않습니다. 실제 시스템에 대해 자신 있게 틀린 </a:t>
            </a:r>
            <a:r>
              <a:rPr lang="ko-KR" altLang="ko-KR" sz="1200" b="0" i="1" kern="1200">
                <a:solidFill>
                  <a:schemeClr val="tx1"/>
                </a:solidFill>
                <a:effectLst/>
                <a:latin typeface="+mn-lt"/>
                <a:ea typeface="+mn-ea"/>
                <a:cs typeface="+mn-cs"/>
              </a:rPr>
              <a:t>행동</a:t>
            </a:r>
            <a:r>
              <a:rPr lang="ko-KR" altLang="ko-KR" sz="1200" b="0" i="0" kern="1200">
                <a:solidFill>
                  <a:schemeClr val="tx1"/>
                </a:solidFill>
                <a:effectLst/>
                <a:latin typeface="+mn-lt"/>
                <a:ea typeface="+mn-ea"/>
                <a:cs typeface="+mn-cs"/>
              </a:rPr>
              <a:t>을 하는 것이 더 큰 문제입니다. 에이전트와 workflow를 비즈니스 시스템에 연결하기 </a:t>
            </a:r>
            <a:r>
              <a:rPr lang="ko-KR" altLang="ko-KR" sz="1200" b="1" i="0" kern="1200">
                <a:solidFill>
                  <a:schemeClr val="tx1"/>
                </a:solidFill>
                <a:effectLst/>
                <a:latin typeface="+mn-lt"/>
                <a:ea typeface="+mn-ea"/>
                <a:cs typeface="+mn-cs"/>
              </a:rPr>
              <a:t>전에</a:t>
            </a:r>
            <a:r>
              <a:rPr lang="ko-KR" altLang="ko-KR" sz="1200" b="0" i="0" kern="1200">
                <a:solidFill>
                  <a:schemeClr val="tx1"/>
                </a:solidFill>
                <a:effectLst/>
                <a:latin typeface="+mn-lt"/>
                <a:ea typeface="+mn-ea"/>
                <a:cs typeface="+mn-cs"/>
              </a:rPr>
              <a:t> 무엇을 하도록 허용할지 먼저 결정하세요.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ko-KR" sz="1200" b="0" i="0" kern="1200">
                <a:solidFill>
                  <a:schemeClr val="tx1"/>
                </a:solidFill>
                <a:effectLst/>
                <a:latin typeface="+mn-lt"/>
                <a:ea typeface="+mn-ea"/>
                <a:cs typeface="+mn-cs"/>
              </a:rPr>
              <a:t>에이전트는 </a:t>
            </a:r>
            <a:r>
              <a:rPr lang="ko-KR" altLang="ko-KR" sz="1200" b="1" i="0" kern="1200">
                <a:solidFill>
                  <a:schemeClr val="tx1"/>
                </a:solidFill>
                <a:effectLst/>
                <a:latin typeface="+mn-lt"/>
                <a:ea typeface="+mn-ea"/>
                <a:cs typeface="+mn-cs"/>
              </a:rPr>
              <a:t>no-code</a:t>
            </a:r>
            <a:r>
              <a:rPr lang="ko-KR" altLang="ko-KR" sz="1200" b="0" i="0" kern="1200">
                <a:solidFill>
                  <a:schemeClr val="tx1"/>
                </a:solidFill>
                <a:effectLst/>
                <a:latin typeface="+mn-lt"/>
                <a:ea typeface="+mn-ea"/>
                <a:cs typeface="+mn-cs"/>
              </a:rPr>
              <a:t>, </a:t>
            </a:r>
            <a:r>
              <a:rPr lang="ko-KR" altLang="ko-KR" sz="1200" b="1" i="0" kern="1200">
                <a:solidFill>
                  <a:schemeClr val="tx1"/>
                </a:solidFill>
                <a:effectLst/>
                <a:latin typeface="+mn-lt"/>
                <a:ea typeface="+mn-ea"/>
                <a:cs typeface="+mn-cs"/>
              </a:rPr>
              <a:t>low-code</a:t>
            </a:r>
            <a:r>
              <a:rPr lang="ko-KR" altLang="ko-KR" sz="1200" b="0" i="0" kern="1200">
                <a:solidFill>
                  <a:schemeClr val="tx1"/>
                </a:solidFill>
                <a:effectLst/>
                <a:latin typeface="+mn-lt"/>
                <a:ea typeface="+mn-ea"/>
                <a:cs typeface="+mn-cs"/>
              </a:rPr>
              <a:t>, </a:t>
            </a:r>
            <a:r>
              <a:rPr lang="ko-KR" altLang="ko-KR" sz="1200" b="1" i="0" kern="1200">
                <a:solidFill>
                  <a:schemeClr val="tx1"/>
                </a:solidFill>
                <a:effectLst/>
                <a:latin typeface="+mn-lt"/>
                <a:ea typeface="+mn-ea"/>
                <a:cs typeface="+mn-cs"/>
              </a:rPr>
              <a:t>pro-code</a:t>
            </a:r>
            <a:r>
              <a:rPr lang="ko-KR" altLang="ko-KR" sz="1200" b="0" i="0" kern="1200">
                <a:solidFill>
                  <a:schemeClr val="tx1"/>
                </a:solidFill>
                <a:effectLst/>
                <a:latin typeface="+mn-lt"/>
                <a:ea typeface="+mn-ea"/>
                <a:cs typeface="+mn-cs"/>
              </a:rPr>
              <a:t> 경험을 통해 구축할 수 있습니다. 어떤 surface가 적합한지는 누가 구축하는지, 에이전트를 어디에서 사용할지, 그리고 솔루션에 얼마나 많은 제어가 필요한지에 따라 달라집니다.</a:t>
            </a:r>
            <a:endParaRPr lang="en-US" altLang="ko-KR" sz="1200" b="0" i="0" kern="1200">
              <a:solidFill>
                <a:schemeClr val="tx1"/>
              </a:solidFill>
              <a:effectLst/>
              <a:latin typeface="+mn-lt"/>
              <a:ea typeface="+mn-ea"/>
              <a:cs typeface="+mn-cs"/>
            </a:endParaRPr>
          </a:p>
          <a:p>
            <a:endParaRPr lang="en-US" sz="1200" b="0" i="0" kern="120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작업 01을 정리합니다. 체크리스트를 하나씩 읽으며 참가자에게 확인시키세요.
에이전트 경험 비교 — topic 기반과 추론 우선 접근이 어떻게 다르고 어디서 겹치는지, assistant가 어디에 위치하는지 설명할 수 있습니다.
에이전트 기초 설명 — 모델, instructions, RAG가 추론과 grounding된 응답을 어떻게 지원하는지 설명할 수 있습니다.
오케스트레이션 설명 — 지식 검색, 도구 선택, 다음 작업 단계를 어떻게 지시하는지 설명할 수 있습니다.
harness 개념 구분 — 모델, harness, orchestration의 역할을 구분할 수 있습니다.
구축 환경 인식 — no-code, low-code, pro-code 옵션을 식별할 수 있습니다.
다음은 작업 02, Copilot Studio 기초입니다. 세 가지 harness를 비교하고, 이 과정 전반에서 사용할 핵심 구성 요소를 살펴봅니다.
여기서 잠깐 쉬어 가기 좋은 지점입니다. 개념이 어색한 부분이 있는지 먼저 확인하고 넘어가세요.</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작업 02를 시작합니다. 작업 01이 사고방식이었다면, 이번 작업은 도구 상자입니다.
Microsoft Copilot Studio가 실제로 무엇인지, 세 가지 harness가 어떻게 다른지, 그리고 GitHub Copilot harness에서 쓸 수 있는 구성 요소가 무엇인지 살펴봅니다.
아직 직접 구축하지는 않습니다. 이 작업은 나중에 빌드할 때 옆에 열어 두고 참고할 지도라고 안내하세요. 제품의 각 패널이 머릿속 개념과 자연스럽게 연결되도록 만드는 것이 목적입니다.
기초 개념이 중요한 이유는, 동일한 비즈니스 요청이라도 전혀 다른 설계로 이어질 수 있기 때문입니다. 지식 기반 질문, 반복 가능한 승인, 다단계 지원 작업은 같은 harness나 같은 기능을 필요로 하지 않습니다.
실습 안내 — 현재 제품 UI에서 이 작성 화면을 선택하라는 지시를 받으면 New experience 토글을 켜야 합니다. 그리고 여기서 말하는 GitHub Copilot harness는 Copilot Studio 안의 런타임 환경이며, Visual Studio Code에서 쓰는 GitHub Copilot 코딩 assistant와는 다릅니다. 이 혼동은 반드시 짚어 주세요.</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작업을 마치면 할 수 있게 되는 여섯 가지입니다.
01 더 넓은 Microsoft AI 스택 안에서 Copilot Studio의 위치를 설명하기
02 GitHub Copilot, standard, Copilot chat harness 중에서 선택하기
03 GitHub Copilot harness에서 사용할 수 있는 구성 요소와 각각의 역할을 설명하기
04 Work IQ, Skills, Workflows가 에이전트의 역량을 어떻게 확장하는지 이해하기
05 오케스트레이터에게 맡기지 않고 workflow를 사용해야 하는 시점을 판단하기
06 channels와 governance를 하이 레벨에서 이해하기
여기서 익힌 플랫폼 어휘가 있어야, 이후 작업에서 Contoso IT Concierge 솔루션이 조직 지식, SharePoint 도구, 재사용 가능한 skills와 workflows를 쓰기 시작할 때 의도적으로 설계 결정을 내릴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Copilot Studio가 무엇인지 재정의하는 슬라이드입니다.
Copilot Studio는 에이전트를 구축하고, 테스트하고, 게시하고, 모니터링하는 장소입니다. 챗봇 디자이너라기보다, 이미 알고 있는 여러 요소의 중심에 놓인 low-code 에이전트 플랫폼으로 생각하게 하세요.
Microsoft 365 Copilot을 확장합니다 — 만든 에이전트가 Teams와 Microsoft 365 Copilot 경험 안에 바로 나타날 수 있습니다.
Power Platform의 일부입니다 — 환경, 솔루션, 커넥터, Dataverse를 그대로 활용합니다. 작업 03에서 만들 솔루션이 바로 이 이야기입니다.
Azure AI까지 연결됩니다 — 필요할 때는 직접 선택한 모델과 search/knowledge도 가져올 수 있습니다.
아래 재포지셔닝 문장이 이 작업 전체의 핵심입니다. GitHub Copilot harness에서는 대화 경로를 스크립트로 작성하지 않습니다. 에이전트를 설명하고, 지식을 연결하고, skills와 tools를 제공한 뒤, harness가 목표를 향해 추론하도록 맡깁니다. 따라서 중요한 역량은 명확한 instructions를 작성하고 적절한 기능을 선택하는 것이지, 대화 트리를 그리는 것이 아닙니다.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결정입니다. Copilot Studio는 Microsoft 스택에서 에이전트를 구축하는 유일한 장소가 아닙니다.
빌드 surface는 "우리 팀을 위한 Q&amp;A 봇이 필요하다"에서 "사용자 지정 AI 애플리케이션을 출시한다"까지 이어지는 하나의 제어 스펙트럼입니다. Microsoft 365 Copilot 사용 → Agent Builder → Copilot Studio → Microsoft Foundry, 즉 구축 없음 · 노코드 · 로우코드 · 프로코드 순서입니다.
표를 세로로 읽지 말고 행 단위로 비교하세요. 특히 세 행을 강조하면 좋습니다.
도달 범위 — Agent Builder는 Microsoft 365 Copilot 전용이고 개인이나 팀 단위입니다. Copilot Studio는 부서·조직·외부 사용자까지, Teams·웹·음성·사용자 지정 앱으로 나갑니다.
거버넌스 위치 — Microsoft 365 admin center, Power Platform admin center와 ALM, Azure의 RBAC와 Entra Agent ID로 각각 다릅니다.
가치 실현 시간 — 즉시, 수일에서 수주, 수주에서 수개월입니다. 오른쪽으로 갈수록 제어와 사용자 지정이 커지고 엔지니어링 투자도 커집니다.
가운데 열이 이 과정에서 사용할 Copilot Studio입니다.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스펙트럼의 양쪽 끝으로 넘어가는 판단 기준입니다.
Agent Builder는 Microsoft 365 Copilot 앱 내부, 즉 Copilot Chat, Teams, microsoft365.com 안에 있습니다. Copilot chat harness를 통해 Microsoft 365 Copilot Chat을 확장하는 에이전트를 쉽게 만드는 방법입니다. 별도 포털도, 코드도, 광범위한 게시도 필요 없습니다. 자연어로 설명하고 공개 웹사이트나 Work IQ 콘텐츠를 연결하면 몇 분 안에 씁니다. 거버넌스는 Microsoft 365 admin center에서 관리합니다.
언제 Copilot Studio로 올라오나 — 더 넓은 게시 범위, 다단계 workflow, 사용자 지정 커넥터, 엔드 투 엔드 비즈니스 자동화가 필요할 때입니다.
언제 Foundry로 넘어가나 — 오케스트레이션에 대한 code-first 제어, 자체 모델 및 추론 스택, Azure 데이터 경계, 또는 비즈니스 에이전트가 아닌 사용자 지정 AI 애플리케이션이 필요할 때입니다. Foundry에서도 Microsoft 365 Copilot에 게시할 수 있으므로 pro-code라고 해서 생태계를 벗어나는 것은 아닙니다. 이 밖에 Microsoft Agent Framework, Microsoft 365 Agents SDK 같은 SDK 옵션도 있습니다.
반드시 강조할 점 — 이 전환은 아키텍처 결정입니다. Agent Builder의 모든 설정이나 기능이 그대로 이전된다고 가정하면 안 됩니다.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결정입니다. 빌드 화면을 Copilot Studio로 정했다면, 이제 작업에 맞는 harness를 고릅니다.
먼저 작업 01의 구분을 다시 상기시키세요. 모델은 추론과 언어 생성을 담당하고, harness는 모델을 둘러싼 런타임 환경이며, orchestration은 harness 내부의 의사 결정 접근 방식입니다. 따라서 harness는 orchestration보다 넓은 개념이고, tools·memory·skills·file handling·monitoring·secure execution 같은 기능까지 포함합니다.
표의 행을 따라 비교하세요.
적합한 경우 — 복잡한 다단계 추론 / 구조화된 대화와 예측 가능한 제어 / Microsoft 365 Copilot Chat을 엔터프라이즈 지식으로 grounding.
지휘 방식 — 강화된 목표 중심 오케스트레이션 / topics 위에서 classic 또는 generative 구성 / Copilot Chat 경험 사용.
핵심 기능 — Skills·memory·connected agents·tools·workflows·file creation / Topics·knowledge·tools·prompts·branches / Copilot Chat 안의 엔터프라이즈 지식.
과금 — 사용량 기반 Copilot Credits / 표준 Copilot Studio 라이선스 / 소비 기반 또는 자격 있는 M365 Copilot 라이선스에 포함.
게시 대상은 앞의 둘이 내부 팀 또는 외부 고객, 마지막은 내부 팀입니다.
이 과정에서는 첫 번째 열만 직접 구축합니다.</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앞의 표를 실제 판단으로 바꾸는 슬라이드입니다. 질문부터 시작하세요. "이 에이전트는 무엇을 해야 하는가?"
동적이고 복잡한 다단계 업무를 추론해야 한다면 GitHub Copilot harness. 지식, skills, tools, connected agents 위에서 목표 중심 오케스트레이션이 돕니다. 예시는 문제를 진단하고 실시간 데이터를 모아 해결을 조율하는 일입니다.
작성된 topics와 통제된 경로가 필요하다면 Standard harness. 제작자가 정의한 기능 위에서 classic 또는 generative 오케스트레이션을 씁니다. 예시는 직원을 통제된 문제 해결 경로로 안내하는 일입니다.
Microsoft 365 Copilot Chat을 조직 지식으로 넓히려는 것이라면 Copilot chat harness. 예시는 SharePoint 콘텐츠로 직원 질문에 답하는 일입니다.
같은 IT 지원 시나리오도 요구 사항에 따라 세 가지 모두로 구현될 수 있다는 점을 강조하세요. 어느 하나가 보편적으로 더 좋아서가 아니라, 일의 성격에 따라 고르는 것입니다.
이 과정에서 완성할 Contoso IT Concierge는 첫 번째 방식을 사용합니다. 직원의 요청을 해석하고, 적절한 skill과 tool을 선택하고, 누락된 정보를 수집하고, 요청이 준비되면 workflow를 호출합니다. 시나리오 자체는 의도적으로 단순하게 설계되어 있습니다.</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GitHub Copilot harness가 왜 다른지 설명합니다.
이 harness는 미리 경로를 항상 정의할 수 없는 복잡한 다단계 업무, 즉 Long-Horizon Work를 위해 설계되었습니다. 작업을 계획하고, 행동하고, 결과를 검토한 뒤, 목표에 도달할 때까지 접근 방식을 조정하는 에이전트 루프를 실행합니다.
반드시 짚을 점 — 차이는 생성형 오케스트레이션을 쓴다는 데 있지 않습니다. Standard harness도 생성형 오케스트레이션을 쓸 수 있습니다. 차이는 강화된 목표 중심 오케스트레이션과 함께, 더 길고 복잡한 작업을 위해 설계된 런타임 및 역량 집합을 결합했다는 데 있습니다.
그래서 에이전트는 동적인 문제와 모호한 의사 결정 지점을 추론하고, 여러 단계와 데이터 원본에 걸쳐 여러 도구를 조율하고, 파일과 비즈니스 아티팩트를 분석하고, 단일 응답이 아니라 풍부한 다중 파트 결과물을 만들고, 다른 플랫폼의 도구와 에이전트에 연결할 수 있습니다.
Microsoft의 비즈니스 프로세스 평가에서는 이 harness를 사용할 때 멀티툴 활용, 파일 분석, 코드 분석, 지식 품질에서 성능과 품질 향상이 확인되었습니다.</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탭에서 구성하는 다섯 가지 핵심 구성 요소입니다. 이후 작업 04부터 08까지가 사실상 이 다섯 가지를 하나씩 채우는 과정입니다.
1 Instructions — 에이전트의 상시 브리프입니다. 정체성, 성격, 어조, 범위, 행동 규칙을 정의합니다. 작성된 대화 트리가 대신해 줄 것이 없으므로 가장 중요한 조향 장치이며, orchestrator가 세우는 모든 계획에 영향을 줍니다. 제안문처럼 쓰지 말고 계약서처럼 작성하라고 강조하세요.
2 Knowledge and Memory — 연결된 지식 원본은 SharePoint, OneDrive, Dataverse, 웹사이트, 데이터베이스 등이며, 에이전트는 여기서 정보를 검색해 답변을 grounding하고 종종 인용도 함께 제공합니다. Memory는 작업과 세션 간에 유용한 정보를 유지하는 지속형 context입니다. 둘 다 context를 주지만 역할이 다릅니다. Knowledge는 검색하게 해 주고, memory는 시간이 지나도 관련 context를 유지하게 해 줍니다.
3 Tools and Skills — Tools는 API 호출, workflow 실행, 외부 MCP 서버 연결 같은 행동을 수행합니다. orchestrator는 어떤 역량을 쓸지 결정할 때 tool 이름과 설명에 크게 의존합니다. Skills는 특정 유형의 작업에 대한 집중된 instructions와 기능을 패키징해, 매번 처음부터 추론하지 않고 일관된 구조화된 동작을 호출하게 해 줍니다.
4 Model — 추론을 담당할 모델을 고릅니다. 채팅에는 빠르고 경제적인 모델, 다단계 작업에는 추론 모델이 적합합니다.
5 Connected Agents — 모든 것을 하나의 비대한 에이전트에 몰아넣는 대신, 코디네이터가 하위 작업을 전문 에이전트에게 넘기고 결과를 다시 조합하는 팀을 구성하는 방식입니다.
Workflows는 Build 탭의 핵심 구성 요소가 아니라 함께 동작하는 자동화 아티팩트입니다. 승인, 결제, 레코드 업데이트처럼 일관되게 실행되어야 하는 결정적 프로세스에 사용하며, 작업 07에서 직접 만듭니다.
여기서 나올 법한 질문 — "Topics, Triggers, branching은 어디로 갔나요?" standard harness는 작성된 topics와 branching을 지원합니다. GitHub Copilot harness는 지식, skills, tools, connected agents 위에서 자연어 instructions와 목표 중심 오케스트레이션을 사용합니다. 어느 한쪽이 항상 더 좋은 것은 아닙니다.</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역량을 넓히는 두 가지 개념입니다.
MCP — Model Context Protocol은 에이전트를 외부 도구와 데이터에 연결하기 위한 개방형 표준입니다. Copilot Studio에서는 MCP 서버를 tool로 추가해, 기본 제공 커넥터를 넘어서는 역량을 에이전트가 쓸 수 있게 합니다.
Work IQ — Copilot과 에이전트를 실시간 조직 컨텍스트에 그라운딩하기 위한 Microsoft의 인텔리전스 레이어입니다. 파일, 이메일, 회의, 채팅, 일정, 비즈니스 시스템의 신호를 Data, Memory, Inference 세 레이어를 통해 연결합니다. Copilot Studio에서는 Work IQ를 MCP tool로 추가합니다.
권한 — 에이전트는 구성된 권한, 정책, 거버넌스 제어를 존중하면서 관련 업무 컨텍스트에 액세스합니다. 사용자가 원래 볼 수 없는 정보가 에이전트를 통해 새어 나가지 않는다는 뜻입니다. 이 질문은 거의 항상 나오니 미리 짚어 주세요.
주의 — Work IQ는 preview 기능이며 GitHub Copilot harness로 구동됩니다. 사용량 기반 Copilot Credits 과금이 적용되고, 관리자가 Microsoft 365 admin center에서 쓰기 작업을 명시적으로 활성화하지 않는 한 읽기 전용입니다.</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구축이 어떤 모습인지 미리 보여 줍니다.
자연어 우선의 단일 surface — 원하는 동작을 설명하면 Copilot Studio가 구성을 생성합니다. 유지해야 할 topic 인벤토리가 없습니다.
목표 중심 오케스트레이션 — 목표를 여러 단계로 나누고, 적절한 역량을 호출하고, 요청이 바뀌거나 단계가 실패하면 조정합니다. 분기가 아니라 instructions와 capabilities로 조율합니다.
탭 기반 작업 공간 — Build는 정체성·지식·도구·skills·model, Preview는 대화형 테스트, Evaluate는 품질 측정을 위한 테스트 세트 실행, Monitor는 배포 후 작업·액세스된 파일·활동 검토입니다.
orchestrator를 조율하는 세 가지 조절 장치는 영향력이 큰 순서입니다. 첫째 instructions를 더 명확히 하고, 둘째 planner가 올바른 것을 고르도록 tool과 skill의 이름과 설명을 바로잡고, 셋째 관련 없거나 위험한 역량을 제거해 혼란을 줄입니다. 포괄적이지만 중복된 도구함보다, 작고 잘 설명된 도구함이 매번 더 낫습니다.
오른쪽 판단 기준도 함께 읽어 주세요. 모호한 일에는 추론을, 반복 가능한 일에는 workflow를 사용합니다. 화이트보드에 그린 단계가 매번 똑같다면 workflow로 만들고, 경로가 사용자의 말이나 데이터에 따라 달라진다면 오케스트레이터가 계획하게 두세요. 결정적인 workflow 안에 모호한 한 단계를 agent node로 섞는 방식이 종종 가장 좋은 답입니다.</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운영 관점입니다. 에이전트를 만드는 것은 절반이고, 사람들이 실제로 일하는 곳에 게시하는 것이 나머지 절반입니다.
채널 — Microsoft 365 Copilot과 Microsoft Teams가 이 과정의 핵심 채널입니다. Web은 사이트나 사용자 지정 앱에 임베드할 수 있습니다. 에이전트를 최소 한 번 게시한 다음 채널들을 연결하며, 자세한 절차는 작업 08에서 다룹니다. 설계 관점도 놓치지 마세요. 공개 웹사이트용 에이전트는 내부 Teams용과 다른 가드레일이 필요합니다.
거버넌스와 ALM은 지금 완전히 숙지할 필요는 없지만 큰 그림은 알아야 합니다. "내 환경에서는 되는데요"가 에이전트 프로젝트의 발목을 잡는 지점이기 때문입니다.
Solutions &amp; environments — 에이전트와 의존성을 솔루션으로 패키징하면 dev에서 test, production으로 깔끔하게 이동합니다. 바로 다음 작업 03의 주제입니다.
Identity &amp; permissions — 에이전트는 Microsoft 365 identity를 존중하며, 사용자는 자신에게 허용된 정보만 봅니다. Work IQ는 플랫폼 차원에서 사용자별로 이를 강제합니다.
Central oversight — 조직의 에이전트 자산이 커질수록 Microsoft Agent 365가 인벤토리, 권한, 동작, 비용을 위한 control plane 역할을 합니다.
Licensing — harness마다 라이선스와 과금 모델이 다릅니다. GitHub Copilot harness는 사용량 기반이며, 세 가지 비교는 작업 09에서 다룹니다.</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작업 02를 정리합니다. 이제 Copilot Studio HQ를 한 바퀴 둘러본 상태입니다.
Copilot Studio의 위치 설명 — Microsoft 365 Copilot, Power Platform, Azure AI와 어떻게 연결되는지 설명할 수 있습니다.
harness 선택 — GitHub Copilot, standard, Copilot chat harness를 각자의 사용 시나리오에 맞게 매칭할 수 있습니다.
구성 요소 식별 — instructions, knowledge, memory, tools, skills, models, connected agents를 인식할 수 있습니다.
orchestrator 조율 — 명확한 instructions, 잘 지어진 capability 이름, 그리고 Preview·Evaluate·Monitor를 사용할 수 있습니다.
결정적 동작과 생성적 동작 구분 — 반복 가능한 프로세스에는 workflows를, 모호한 요청에는 orchestration을 사용할 수 있습니다.
다음은 작업 03, 에이전트를 위한 솔루션 만들기입니다. 여기서부터 실제로 손을 움직입니다. 에이전트와 관련 구성 요소를 담을 솔루션을 만드는 것이 첫 실습입니다.
이제 필요한 도구를 모두 갖췄다고 정리하고 마무리하세요.</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작업 03을 시작합니다. 여기서부터는 개념 학습에서 실제 구축으로 넘어갑니다.
이번 작업에서는 다음 단계에서 Copilot Studio로 만들 Contoso IT Concierge 에이전트를 담을 Power Platform 솔루션을 만듭니다. 솔루션은 디지털 서류가방과 같아서, 에이전트가 개발에서 테스트를 거쳐 프로덕션으로 이동할 때 모든 것을 함께 담아 줍니다.
처음부터 사용자 지정 솔루션에서 시작하면, 이 과정 전반에서 만드는 지식·도구·스킬·워크플로가 기본 솔루션 곳곳에 흩어지는 것을 막을 수 있습니다.
실습 전 안내: 현재 Copilot Studio UI에서는 홈 페이지 오른쪽 위의 New experience 토글을 켜야 GitHub Copilot harness 작성 화면이 선택되고, 교재의 스크린샷과 동일한 화면을 볼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작업에서 학습할 내용 다섯 가지입니다.
1. 솔루션이 에이전트와 관련 구성 요소를 어떻게 구성하는지
2. 사용자 지정 솔루션이 환경 간 배포를 왜 지원하는지
3. 솔루션 게시자가 사용자 지정 구성 요소를 어떻게 식별하는지
4. 솔루션이 개발에서 테스트와 프로덕션으로 어떻게 이동하는지
5. Contoso IT Concierge 에이전트를 위한 게시자와 사용자 지정 솔루션을 만드는 방법
앞의 네 가지는 개념이고, 다섯 번째가 이번 랩입니다. 개념을 먼저 짚고 실습으로 넘어가겠습니다.</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 Power Platform에서 솔루션은 에이전트, 테이블, 흐름, 사용자 지정 로직과 같은 관련 구성 요소를 담는 패키지입니다.
솔루션은 application lifecycle management(ALM)를 지원합니다. ALM은 솔루션이 개발, 테스트, 배포, 이후 업데이트 단계를 거쳐 이동하는 과정을 관리하는 방식입니다.
Copilot Studio는 모든 에이전트를 Power Platform 솔루션에 저장합니다. 기본적으로 새 에이전트는 Default Solution에 배치됩니다. 이번 작업에서는 Contoso IT Concierge와 관련 구성 요소를 함께 유지하기 위해 사용자 지정 솔루션을 만듭니다.
비유를 강조하세요. 서류가방을 들고 이동하면 안에 든 서류가 함께 따라옵니다. 에이전트가 환경을 옮길 때 관련 구성 요소도 함께 이동한다는 뜻입니다.</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전통적으로 솔루션은 Power Apps maker portal에서 관리해 왔습니다. 이곳에서는 앱, Dataverse 테이블, 흐름, 기타 Power Platform 구성 요소를 빌드하고 사용자 지정할 수 있습니다.
이제는 포털을 전환하지 않고도 Copilot Studio의 Solution Explorer에서 직접 솔루션을 관리할 수 있습니다. 여기서 할 수 있는 일은 왼쪽 목록과 같습니다. 파이프라인과 Git 통합은 이 과정 범위를 넘어서지만, 솔루션이 정식 배포 자산이라는 점을 보여 줍니다.
솔루션 유형은 두 가지입니다. 비관리형은 제작자가 편집할 수 있는 개발 단계용이고, 관리형은 테스트나 프로덕션 배포용으로 실수로 변경되는 일을 막아 줍니다. 우리는 개발 환경에서 작업하므로 비관리형으로 만듭니다.</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전용 솔루션을 사용하면 에이전트를 기본 솔루션의 관련 없는 구성 요소와 분리해 둘 수 있고, 팀이 환경 간에 에이전트를 이동할 때 통제된 패키지를 제공할 수 있습니다.
체계적인 개발 — 관련 에이전트 구성 요소를 함께 저장해 하나의 패키지로 내보내고 가져옵니다.
안전한 배포 — 관리형 솔루션으로 내보내면 구성 요소가 실수로 편집되지 않은 채 테스트나 프로덕션에 배포됩니다.
버전 제어 — 특정 수정에는 패치, 더 넓은 범위의 변경에는 업데이트, 대규모 교체와 새 기능에는 업그레이드를 사용합니다. 변경을 통제된 방식으로 배포할 수 있습니다.
종속성 관리 — 구성 요소 간 관계를 추적해 변경의 영향을 평가합니다.
팀 협업 — 개발자와 메이커는 비관리형에서 함께 작업하고, 이후 배포용 관리형 솔루션을 전달합니다.</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솔루션 게시자는 누가 솔루션을 소유하는지 식별하고 사용자 지정 구성 요소에 접두사를 부여합니다. 이 접두사는 팀이 관련 구성 요소를 인식하고, 솔루션 및 환경 간 이름 충돌을 피하는 데 도움이 됩니다.
솔루션을 만들 때는 게시자를 반드시 선택해야 합니다. 게시자는 두 가지를 정의합니다. 첫째, 테이블·열·흐름 같은 사용자 지정 구성 요소에 추가되는 접두사. 둘째, 솔루션을 소유한 조직 또는 개인의 이름과 연락처 정보입니다.
왜 중요한가 — new_나 abc_ 같은 접두사를 쓰면 소속을 식별할 수 있고, 두 팀이 모두 Status라는 열을 만들어도 이름이 충돌하지 않습니다. 그리고 솔루션이 개발에서 프로덕션으로 이동해도 게시자 정보는 구성 요소와 계속 연결되어 있습니다.
오른쪽 예시가 랩에서 실제로 쓸 값입니다.</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솔루션이 개발에서 프로덕션으로 어떻게 이동하는지 따라가 봅니다.
1. 개발 환경에서 솔루션 만들기 — 제작자가 편집할 수 있는 비관리형 솔루션으로 시작합니다.
2. 구성 요소 추가 — 에이전트, 앱, 흐름, 테이블 및 기타 관련 요소를 추가합니다.
3. 관리형 솔루션으로 내보내기 — 테스트를 마친 구성 요소를 배포용으로 패키징합니다.
4. 테스트 환경으로 가져오기 — 실제 프로덕션 사용자와 분리된 곳에서 솔루션을 검증합니다.
5. 프로덕션 환경으로 가져오기 — 검증된 솔루션을 실제 사용 환경에 배포합니다.
6. 패치, 업데이트 또는 업그레이드 적용 — 개선하고 테스트한 뒤 다음 버전을 배포합니다.
아래 예시는 직원의 장치 문제, 네트워크 문제 해결, 프린터 설정을 도와주는 IT 헬프데스크 에이전트를 가정한 것입니다. 우리가 이 과정에서 만들 에이전트와 같은 성격입니다.</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랩에서는 전용 Copilot Studio 환경에서 솔루션 게시자와 사용자 지정 솔루션을 만듭니다. 이 솔루션이 Contoso IT Concierge 에이전트의 출발 패키지가 됩니다.
사전 요구 사항 — Copilot Studio 라이선스, GitHub Copilot harness 작성 화면을 위한 New experience 토글, 솔루션과 에이전트를 만들 수 있는 관리자 권한. 라이선스나 테스트 환경이 없다면 작업 00 과정 설정을 먼저 따르세요.
환경 전환을 반드시 확인시키세요. 기본 환경이 아니라 전용 개발자 환경으로 전환해야 합니다. Copilot Studio 왼쪽 탐색 메뉴의 환경 아이콘에서 자신의 실습 환경을 선택합니다.
보안 역할에 따라 Solution Explorer에서 할 수 있는 작업이 결정됩니다. 조직에서 환경을 관리한다면 Power Platform 관리자에게 액세스 권한 확인을 요청하세요.</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실습 순서입니다.
1. 왼쪽 탐색 메뉴 하단의 더보기 아이콘 → 탐색 아래 솔루션을 선택합니다.
2. 솔루션 화면에서 + 새 솔루션을 선택합니다.
3. 새 솔루션 창에서 + 새 게시자를 선택합니다.
4. 속성 탭에서 왼쪽 표의 값을 입력합니다. 선택 값 접두사는 게시자 접두사를 기준으로 자동 생성된 정수이므로 그대로 둡니다. 연락처 정보는 선택 사항입니다.
5. 저장을 선택하면 새 게시자 창이 닫히고, 새 솔루션 창에 게시자가 선택된 상태로 돌아옵니다.
6. 오른쪽 표의 값으로 솔루션 필드를 채우고, 선호하는 솔루션으로 설정 체크박스를 선택합니다.
7. 추가 옵션(설치 날짜, 구성 페이지, 설명)은 이 랩에서 비워 둡니다. 만들기를 선택합니다.
8. Contoso IT Concierge Agent 솔루션이 열립니다. 아직 에이전트를 만들지 않았으므로 구성 요소는 비어 있는 것이 정상입니다.
9. 뒤로 가기 화살표로 Solution Explorer로 돌아가, 이 솔루션이 현재 선호하는 솔루션으로 표시되는지 확인합니다.
선호하는 솔루션으로 설정을 놓치면 이후 작업에서 만드는 에이전트가 Default Solution에 저장됩니다. 여기서 꼭 확인시키세요.</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작업을 완료했습니다. Contoso IT Concierge 에이전트를 위한 솔루션 게시자와 사용자 지정 Power Platform 솔루션을 만들었습니다.
이제 다음을 할 수 있습니다. 솔루션 게시자 만들기 — 솔루션 구성 요소에 사용되는 소유권 정보를 정의합니다. Power Platform 솔루션 만들기 — 일관된 수명 주기 관리를 위해 에이전트 구성 요소를 패키징합니다. 기본 솔루션 설정 — 새 구성 요소가 기본적으로 올바른 솔루션에 만들어지도록 합니다.
다음은 작업 04, GitHub Copilot Harness로 에이전트 구축하기입니다. 방금 만든 솔루션 안에 첫 에이전트를 만들게 됩니다.</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작업 04를 시작합니다. 작업 03에서 만든 솔루션 안에, 드디어 첫 에이전트를 만듭니다.
이번 작업의 목표는 모든 것을 자동화하는 것이 아닙니다. 도구와 skill과 workflow를 붙이기 전에, 명확한 목적과 신뢰할 수 있는 그라운딩, 그리고 예측 가능한 기본 동작을 먼저 세우는 것입니다. 토대가 흔들리면 나중에 붙이는 역량이 전부 흔들립니다.
시나리오는 Contoso IT Concierge입니다. 직원이 겪는 일반적인 문제를 해결하고, 승인된 장치를 요청할 수 있도록 돕는 내부 지원 에이전트입니다.
작업 03에서 만든 솔루션을 기본 설정으로 지정해 두었기 때문에, 지금부터 만드는 구성 요소는 자동으로 그 솔루션에 들어갑니다. 그리고 앞으로 남은 모든 빌드 작업은 오늘 만드는 이 에이전트를 계속 확장해 나가는 방식입니다.</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 작업의 다섯 가지 목표입니다. 순서가 곧 실습 순서입니다.
01 GitHub Copilot harness 에이전트를 만듭니다.
02 자동 생성된 세부 정보를 검토하고 다듬습니다. 이름과 instructions가 핵심입니다.
03 지식 원본을 추가합니다. 공개 웹사이트, SharePoint 사이트, 그리고 업로드 문서까지 세 가지 유형을 모두 다룹니다.
04 기준선 테스트를 실행합니다. 기준선이라는 말이 중요합니다. 도구를 붙이기 전 상태의 동작을 기록해 두어야, 이후 변경이 개선인지 아닌지 판단할 수 있습니다.
05 만들어진 구성 요소가 작업 03의 솔루션에 포함되었는지 확인합니다.
핵심 메시지를 한 번 더 짚어 주세요. 오늘은 기능을 많이 붙이는 날이 아니라 토대를 잡는 날입니다.</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빌드 위치를 결정하는 기준입니다.
Agent Builder는 개인이나 소규모 팀을 위한 지식 기반 에이전트에 적합합니다. Copilot Studio는 부서, 조직, 그리고 외부 고객까지 도달해야 할 때 선택합니다.
다음 다섯 가지 중 하나라도 해당되면 Copilot Studio에서 만듭니다. workflow와 승인, 분기 로직이 있는 다단계 업무를 다뤄야 할 때. 커넥터, API, MCP 서버로 다른 시스템과 연결해야 할 때. 고급 AI 모델이나 자율적 역량이 필요할 때. 웹사이트, Facebook, WhatsApp 같은 외부 채널과 내부 사이트, Teams, Microsoft 365 Copilot Chat 같은 내부 채널로 함께 나가야 할 때. 그리고 엔터프라이즈 수준의 수명 주기 관리, 분석, 통제된 배포가 필요할 때입니다.
오른쪽 거버넌스 이야기도 함께 짚어 주세요. Copilot Studio를 선택한다는 것은 조직의 통제 체계 안으로 들어온다는 뜻입니다. 개발·테스트·프로덕션 환경을 분리하고, 환경 수준에서 데이터 손실 방지 정책, 역할 기반 액세스, 커넥터 거버넌스, 게시 감독을 적용합니다. 관리자는 Power Platform 관리 센터와 Microsoft Purview에서 관리·모니터링·감사합니다.</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harness의 차이를 다시 정리하고, 반드시 짚어야 할 제약을 알려 주는 슬라이드입니다.
Standard harness는 토픽, 프롬프트, 분기 로직으로 정의된 대화 경로를 중심으로 동작합니다. GitHub Copilot harness는 자연어 지침과 목표 중심 오케스트레이션을 사용하고, 구성·테스트·평가·모니터링이 하나로 묶인 탭 기반 작성 화면을 제공합니다.
가장 중요한 제약은 이것입니다. 두 harness 사이에서 에이전트를 전환할 수 없습니다. 아키텍처 자체가 다르기 때문입니다. 그래서 만들기 전에 결정해야 하고, 이 결정은 나중에 바꾸려면 다시 만들어야 한다는 뜻입니다.
아래 수명 주기 다섯 단계도 함께 보여 주세요. 만들기, 구축, 테스트, 게시, 모니터링입니다. 이번 작업은 앞의 세 단계, 즉 만들기와 구축과 테스트에 집중합니다. 게시와 모니터링은 뒤에서 다룹니다.</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기반 작성이 어떻게 동작하는지 설명합니다.
에이전트가 무엇을 하는지 자연어로 설명하면 Copilot Studio가 이름, 목적, instructions 초안을 생성합니다. 빈 화면에서 시작하지 않아도 된다는 점이 장점입니다.
그중에서도 instructions가 결정적입니다. 에이전트의 동작을 형성하는 핵심 수단이며, 역할과 어조, 범위, 응답 스타일, 지켜야 할 경계, 그리고 언제 사람에게 에스컬레이션하거나 다른 곳으로 안내할지를 담습니다.
반드시 강조할 점은, 생성된 초안이 완성본이 아니라 출발점이라는 것입니다. 작성은 반복 작업입니다. Build 탭에서 다듬고 Preview에서 테스트하는 과정을 여러 번 돌게 됩니다.
아래 팁을 꼭 읽어 주세요. 실습에서 자연어 작성 대신 Build 탭 수동 구성을 쓰는 이유는 두 가지입니다. 첫째, AI 생성 출력은 세션마다 달라지므로 교육에서 일관되고 반복 가능한 결과를 얻으려면 수동 구성이 낫습니다. 둘째, 자연어 작성은 Copilot Credits를 소비하지만 Build 탭 수동 구성은 소비하지 않습니다.</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탭은 에이전트를 정의하는 중심 공간입니다.
여기서 네 가지 질문에 답합니다. 이 에이전트는 누구인가, 무엇을 아는가, 무엇을 할 수 있는가, 그리고 어떤 제한을 따르는가.
연결하는 요소는 model, knowledge, tools, skills, connected agents, memory입니다. 오케스트레이션 런타임이 바로 이 구성을 사용해 어떻게 응답하고 어떻게 행동할지 결정합니다. 즉 Build 탭에 채워 넣은 내용이 곧 런타임 동작의 재료입니다.
이번 작업에서는 이 중 instructions와 knowledge, 그리고 model만 다룹니다. tools는 작업 05, skills는 작업 06, workflows는 작업 07에서 차례로 붙입니다. 지금은 비어 있는 칸이 많은 것이 정상이라고 안내하세요.</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랩 04 실습 안내입니다. 화면을 함께 보며 진행하세요.
사용 사례부터 정리합니다. 사용자는 직원이고, 원하는 것은 장치 설정과 네트워크 액세스, 문제 해결 같은 일반적인 IT 이슈에 대한 빠르고 정확한 지원입니다. 목적은 직원의 생산성을 유지하고 기술 문제를 더 빨리 해결하는 것입니다.
사전 요구 사항 세 가지를 먼저 확인시키세요. 첫째, 작성 화면에서 New experience 토글이 켜져 있어야 합니다. 둘째, 작업 03에서 만든 솔루션이 기본 솔루션으로 지정되어 있어야 합니다. 셋째, 작업 00에서 준비한 Contoso IT SharePoint 사이트 같은 테스트 지식 원본이 있어야 합니다.
크레딧 주의도 미리 안내하세요. 에이전트 생성 단계부터 Copilot Credits가 소비됩니다. 자연어 작성과 Preview 테스트, Evaluation은 소비하고, Build 탭과 Monitor 탭에서의 수동 구성은 소비하지 않습니다. 자세한 라이선스와 과금은 작업 09에서 다룹니다.
단계별 진행입니다.
4.1 에이전트 만들기 — Home에서 Agent (GitHub Copilot) 타일을 선택합니다. 이름은 Contoso IT Concierge로 지정하고, 준비된 instructions를 붙여 넣습니다.
4.2 지식 추가 — 세 가지 유형을 모두 연결합니다. 공개 웹사이트에서 Search all websites를 반드시 끄고, support.microsoft.com과 learn.microsoft.com/troubleshoot 두 곳만 지정합니다. 이 토글을 끄지 않으면 웹 전체를 검색해 그라운딩이 흐려집니다. 그다음 SharePoint 사이트 주소를 추가하고, 마지막으로 Contoso_Guest_WiFi_Connection_Guide.docx 문서를 업로드합니다.
4.3 설정 검토 — 오른쪽 위 점 세 개 메뉴에서 Settings로 들어가, Agent details의 Solution 필드가 Contoso IT Concierge Agent로 되어 있는지 확인합니다. 그리고 Greeting &amp; prompts에서 기본 인사말을 우리 시나리오에 맞게 교체합니다.
4.4 Preview 테스트 — 두 가지 질문을 던집니다. 첫 번째는 내 Surface의 보증 상태는 어떻게 확인할 수 있나요. 공개 웹사이트를 근거로 답하고 인용이 함께 표시되어야 합니다. 두 번째는 VPN과 게스트 Wi-Fi를 함께 묻는 복합 질문입니다. SharePoint 사이트와 업로드한 문서가 각각 별도의 인용으로 나타나야 합니다. 인용이 보이는지 꼭 함께 확인시키세요. 이것이 그라운딩이 작동하고 있다는 증거입니다.
4.5 솔루션 검토 — 솔루션으로 돌아가 에이전트 구성 요소와 업로드한 Word 파일이 모두 들어와 있는지 확인합니다. 솔루션은 ALM 패키지이므로, 여기에 담겨 있어야 다른 환경으로 이동할 수 있습니다.
마무리 질문 — 지금 이 에이전트는 아직 아무 행동도 하지 못합니다. 답변만 합니다. 무엇을 더 붙여야 할까요. 자연스럽게 작업 05의 도구 이야기로 넘어갑니다.</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작업 04를 정리합니다. 체크리스트를 하나씩 확인시키세요.
GitHub Copilot harness 에이전트를 만들었습니다.
Instructions와 knowledge를 구성해, 에이전트가 어떻게 동작할지 정의하고 신뢰할 수 있는 원본에 연결했습니다.
에이전트를 솔루션에 추가해 ALM 패키지 안에 담았습니다.
기준선 Preview 테스트를 실행해, 인용과 함께 응답하는지 확인했습니다.
지금 상태를 한 문장으로 정리해 주세요. 이 에이전트는 아직 답변만 합니다. 아무것도 실행하지 못합니다.
다음은 작업 05, 에이전트에 도구 추가하기입니다. 여기서부터 에이전트가 행동하기 시작합니다.</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작업 05를 시작합니다. 작업 04에서 만든 에이전트는 듣고, 학습하고, 질문에 답할 수 있습니다. 하지만 아직 아무것도 하지 못합니다.
이번 작업에서는 에이전트를 실제 데이터 원본에 연결해 실시간 정보를 가져오고 유용한 작업을 수행하게 만듭니다. GitHub Copilot harness에서 이 역할을 하는 것이 tools입니다.
구체적으로는 SharePoint의 항목 가져오기 도구를 추가해, Contoso IT Concierge가 SharePoint 목록에서 사용 가능한 장치를 직접 가져오도록 합니다.
왜 중요한지 짚어 주세요. 장치 정보를 instructions에 복사해 넣거나 정적인 지식에 의존하는 대신, 요청이 들어오는 그 순간의 현재 목록을 검색해 옵니다. 이것이 에이전트가 실시간 비즈니스 데이터에 연결되는 첫 단계입니다.
다만 이 도구 하나로 장치 요청 절차 전체가 정의되지는 않습니다. 요구 사항을 수집하고 결과를 해석하고 직원을 안내하는 부분은 작업 06의 skill에서 다룹니다.</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 작업의 다섯 가지 학습 내용입니다.
01 GitHub Copilot harness가 작성된 Topics 대신 instructions와 tools를 사용하는 이유.
02 tools가 무엇이며, 에이전트가 언제 사용할지를 어떻게 결정하는지.
03 SharePoint의 항목 가져오기 connector action을 도구로 추가하는 방법.
04 모델이 목적을 더 명확히 이해하도록 도구 이름을 바꾸는 방법.
05 SharePoint 사이트와 목록에 대한 도구 입력 매개 변수를 구성하는 방법.
핵심 메시지를 강조하세요. 03·04·05는 결국 하나로 이어집니다. 도구를 추가하는 것보다 중요한 것은, 오케스트레이터가 그 도구를 언제 써야 할지 알아볼 수 있게 이름과 설명을 짓고 입력을 정확히 고정하는 일입니다.</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Copilot Studio를 이전에 써 본 참가자라면 반드시 궁금해할 질문입니다. Topics는 어디로 갔나요.
Topics는 트리거 문구와 노드로 구성된 수동 대화 흐름이었습니다. 메시지 보내기, 질문하기, 조건 추가, 도구 호출 같은 노드를 제작자가 직접 연결하고 대화를 라우팅했습니다.
GitHub Copilot harness에는 Topics 탭이 없습니다. 대화를 손으로 연결하는 대신, 에이전트의 대규모 언어 모델이 대화를 오케스트레이션합니다.
우리가 제공하는 것은 두 가지뿐입니다. 첫째 instructions, 즉 동작 방식을 설명하는 일반 언어 기반 지침. 둘째 tools, knowledge, skills, 즉 에이전트가 활용할 수 있는 기능입니다.
모델은 instructions를 읽고 사용자의 의도를 이해한 뒤 어떤 도구를 언제 호출할지 결정합니다. 트리거 문구도 없고 노드 그래프도 없습니다. 더 단순하고 빠르게 구축할 수 있으며 훨씬 유연합니다. 그래서 이번 작업이 도구에 집중하는 것입니다.</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도구가 무엇인지 정의합니다.
도구는 에이전트가 단순히 대화하는 것을 넘어 API나 MCP 서버를 호출하고, 프로세스를 실행하고, 비즈니스 데이터를 읽고 쓰게 해 줍니다. 에이전트에 초능력을 부여하는 action blocks라고 생각하면 이해가 빠릅니다.
도구는 네 곳에서 옵니다. SharePoint, Outlook, Dataverse 같은 비즈니스 시스템을 위한 커넥터. Model Context Protocol을 통해 외부 데이터와 기능을 노출하는 MCP 서버. 반복 가능하고 결정적인 비즈니스 프로세스를 수행하는 workflows. 그리고 특화된 기능을 제공하는 다른 에이전트입니다.
오른쪽 호출 과정도 함께 읽어 주세요. 사용자가 요청하면 모델은 도구 설명과 요청을 매칭하고, 도구 입력을 채우고, 실행한 뒤 결과를 응답에 활용합니다.
여기서 강조할 점은 설명입니다. 설명이 모델의 도구 선택을 좌우하므로, 실습에서도 기존 설명을 검토하고 시나리오에 맞게 유지할지 수정할지 판단하게 됩니다.</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SharePoint 데이터를 읽더라도 선택지가 여러 개입니다. 무엇을 기준으로 고를지 정리하는 슬라이드입니다.
Work IQ MCP는 파일, 이메일, 회의, 채팅, 비즈니스 시스템을 포함한 Microsoft 365 전반에서 권한이 적용된 폭넓은 컨텍스트를 제공합니다. 사용자에게 허용된 업무 데이터 전반이 필요한 시나리오에 적합합니다.
SharePoint MCP는 에이전트가 더 넓은 SharePoint 작업을 수행해야 할 때의 선택지입니다.
커넥터 액션은 정의된 리소스와 작업에만 접근해야 할 때 사용합니다. 범위를 명시적으로 고정할 수 있다는 것이 장점입니다.
Contoso IT Concierge에 필요한 것은 넓은 컨텍스트가 아니라 좁은 기능입니다. 승인된 하나의 SharePoint 사이트와 목록에서 항목을 가져오면 됩니다. 그래서 SharePoint 항목 가져오기 커넥터를 사용합니다.
일반화해서 정리해 주세요. 넓은 컨텍스트가 필요하면 Work IQ MCP를, 정의된 리소스와 작업에만 접근해야 하면 특정 커넥터 액션을 쓰는 것이 원칙입니다. 필요 이상으로 넓게 열지 않는 것이 좋은 설계입니다.</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랩 05 실습 안내입니다. 화면을 함께 보며 진행하세요.
사용 사례입니다. 사용자는 직원이고, 어떤 장치를 사용할 수 있는지 알고 싶어 합니다. 목적은 사용 가능한 장치 목록을 확보하는 것입니다.
사전 요구 사항 두 가지를 확인시키세요. 작업 00 과정 설정에서 만든 EmployeeAssets SharePoint 목록, 그리고 작업 04에서 만든 Contoso IT Concierge 에이전트입니다. 화면이 스크린샷과 다르게 보이면 오른쪽 위 New experience 토글이 켜져 있는지 확인하게 하세요.
단계별 진행입니다.
01 도구 추가 — Build 보기의 Tools 섹션에서 더하기 아이콘을 선택합니다. 도구 추가 대화 상자가 열립니다.
02 유형 살펴보기 — 추천, MCP, 커넥터, Workflows 네 가지가 보입니다. 서두르지 말고 잠시 둘러보게 하세요. MCP를 선택하면 Work IQ Mail, Teams, Calendar, SharePoint, OneDrive를 비롯한 Microsoft 인증 자사·서드파티 MCP 도구 목록이 나옵니다. 커넥터를 선택하면 훨씬 더 긴 커넥터 목록이 나옵니다. 선택지가 얼마나 넓은지 체감시키는 것이 이 단계의 목적입니다.
03 커넥터 선택 — 검색 창에 항목 가져오기를 입력하고, 항목 가져오기(2개 이상) 도구를 선택한 다음 추가 버튼을 누릅니다. 이 커넥터 액션은 SharePoint 목록에서 항목을 가져옵니다.
04 이름 바꾸기 — 도구가 Tools 목록에 나타나면 선택해 Tool details를 엽니다. Details 탭에서 모델이 용도를 알 수 있도록 이름을 바꿉니다. 직원 자산 가져오기처럼 무엇을 가져오는지가 드러나는 이름이 좋습니다. 설명은 이 시나리오에서 이미 적합하므로 그대로 두어도 됩니다. 일반적으로는 설명도 함께 다듬어야 한다는 점을 함께 알려 주세요.
05 입력 구성 — Inputs 탭으로 갑니다. 사이트 주소, 목록 이름, 필터 쿼리 같은 각 입력 매개 변수는 AI가 채우게 두거나 값으로 고정할 수 있습니다. AI로 두면 에이전트가 대화와 instructions를 바탕으로 채웁니다. 이번 사용 사례에서는 사이트 주소와 목록 이름을 값으로 고정합니다. 사이트 주소는 어떻게 채워지나요 필드를 값으로 바꾸고 드롭다운에서 과정 설정에서 만든 SharePoint 사이트를 선택한 뒤 저장합니다. 목록 이름도 같은 방식으로 EmployeeAssets를 선택하고 저장합니다. 마지막으로 Done을 눌러 패널을 닫습니다.
마무리로 짚어 주세요. 지금 에이전트는 목록을 읽어 올 수 있게 되었지만, 요구 사항을 수집하고 결과를 해석해 직원을 안내하는 절차는 아직 없습니다. 그것이 작업 06의 skill입니다.</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작업 05를 정리합니다.
SharePoint 항목 가져오기 도구를 추가하고 Contoso IT Concierge를 위한 입력을 구성했습니다.
체크리스트를 확인시키세요. 첫째, GitHub Copilot harness가 작성된 topics 대신 instructions와 기능을 사용해 오케스트레이션하는 방식을 설명할 수 있습니다. 둘째, 커넥터 도구를 추가해 에이전트를 확장할 수 있습니다. 셋째, 커넥터에 필요한 사이트와 목록, 쿼리 값을 매핑할 수 있습니다.
다음은 작업 06, 에이전트에 스킬 추가하기입니다. 도구가 하나의 행동이라면, 스킬은 그 행동을 언제 어떤 순서로 쓸지 묶어 놓은 절차입니다. 요구 사항을 수집하고 결과를 해석해 직원을 안내하는 부분이 여기서 완성됩니다.</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작업 06을 시작합니다. 지금까지 만든 에이전트는 질문에 답하고 도구를 호출할 수 있습니다. 하지만 신뢰할 수 있는 헬프데스크가 되려면 특정 작업에 맞는 집중적이고 재사용 가능한 동작이 필요합니다.
GitHub Copilot harness는 이를 위해 Skills를 제공합니다. 스킬은 이름, 설명, 작업별 지침을 하나로 묶은 독립형 기능이며, 필요할 때 harness가 적절한 동작을 활성화합니다.
이번 작업에서는 두 가지 스킬을 반복적으로 다듬습니다. 하나는 문제 해결용, 다른 하나는 디바이스 안내용입니다. 이 스킬들이 에이전트가 SharePoint를 올바르게 호출하고, 쿼리 문제를 복구하고, 사용자가 선택한 옵션을 올바른 항목에 매핑하고, 추가 요구 사항을 수집하도록 안내합니다.
가장 중요한 관점을 짚어 주세요. 모든 절차를 에이전트의 전역 지침에 밀어 넣는 대신, 관련 상황에서만 활성화되는 집중된 패키지에 작업별 지침을 둡니다. 그러면 핵심 프롬프트를 과도하게 늘리지 않고도 검토하고 재사용하고 개선하기 쉬운 동작을 만들 수 있습니다.
참고로 스킬은 GitHub Copilot harness 에이전트에서만 사용할 수 있습니다. Standard harness나 Copilot chat harness에서는 쓸 수 없습니다.</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 작업의 네 가지 학습 목표입니다.
01 스킬이 GitHub Copilot harness로 구동되는 에이전트에만 제공되는 이유를 이해합니다.
02 스킬이 작성된 토픽 경로 없이도 재사용 가능한 작업별 동작을 제공하는 방식을 이해합니다.
03 AI가 생성한 스킬을 검토하고 다듬어 지침 품질을 향상합니다.
04 업데이트된 스킬 동작을 Preview에서 검증하며 도구 입력 처리와 후속 요구 사항 수집을 확인합니다.
핵심 메시지를 강조하세요. 이번 작업의 실습은 스킬을 세 번 교체하며 진행됩니다. 작은 문구 변화가 도구 호출과 응답에 어떤 영향을 주는지 직접 보게 되는 것이 이 작업의 진짜 학습 포인트입니다.</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스킬의 정의입니다.
스킬은 GitHub Copilot harness 에이전트에서 사용할 수 있는 재사용 가능한 기능입니다. 각 스킬은 네 가지를 정의합니다. 언제 사용해야 하는지, 어떤 정보를 수집해야 하는지, 어떤 도구를 호출해야 하는지, 그리고 어떻게 응답해야 하는지입니다. 이 네 가지가 곧 스킬의 뼈대입니다.
오른쪽 harness별 차이를 짚어 주세요. Standard harness는 토픽, 프롬프트, 규칙, 정의된 대화 경로로 구조화된 동작을 만듭니다. Copilot chat harness는 엔터프라이즈 지식으로 Microsoft 365 Copilot Chat을 확장하는 데 중점을 둡니다. GitHub Copilot harness는 복잡한 다단계 작업을 추론하는 과정에서 모듈식 스킬을 활성화할 수 있습니다.
스킬은 재사용과 공유도 가능합니다. 파일이나 패키지로 묶어 다른 GitHub Copilot harness 에이전트에 추가할 수 있습니다.
문제 해결 절차가 스킬의 아주 적합한 사례입니다. 다단계이고, 판단이 필요하며, 매번 동일하게 동작해야 하기 때문입니다.
과금도 함께 안내하세요. 스킬은 harness의 일부로 실행되므로 빌드, 테스트, 평가, 사용 과정에서 사용량 기반으로 Copilot Credits가 소모될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스킬은 이식 가능한 Markdown 기반 형식을 사용하며, 네 개의 섹션으로 이루어집니다.
Name은 스킬을 식별합니다. 모델이 이 스킬이 관련 있는 상황을 인식하도록 돕는 짧고 설명적인 제목이어야 합니다. 예를 들어 IT 문제 해결 절차 같은 이름입니다.
Description은 모델에 스킬이 적용되는 시점을 알려 줍니다. 무엇을 하고 언제 사용해야 하는지에 대한 간결한 요약이며, 모델은 이 설명을 보고 스킬을 호출할지 결정합니다. 예를 들어 로그인, 와이파이, 기기 문제 등 IT 이슈에 대해 진단부터 해결, 에스컬레이션까지 안내한다는 식입니다.
Optional frontmatter는 작성자, 버전, 태그, 종속성 같은 구조화된 메타데이터입니다. 조직과 거버넌스 용도이며 절차 지침에는 보통 사용하지 않습니다.
Instructions는 모델이 스킬을 선택한 후 따르는 자세한 실행 로직입니다. 절차 단계, 의사 결정 로직, 도구 사용 지침, 검증 규칙, 응답 형식, 에스컬레이션 경로, 성공 기준이 들어갑니다.
아래 호출 흐름을 함께 읽어 주세요. 이름과 설명은 호출 여부를 결정하고, 지침은 호출된 뒤의 실행 방식을 결정합니다. 역할이 완전히 다르다는 점이 핵심입니다.</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효과적인 스킬 지침을 쓰는 열 가지 원칙입니다. 하나씩 짧게 읽고, 중요한 것 몇 가지만 예시로 풀어 주세요.
01 목적부터 시작하기 — 스킬이 무엇을 하고 언제 사용해야 하는지부터 설명합니다. 그래야 모델이 단계를 실행하기 전에 맥락을 이해합니다.
02 명확한 단계별 작업 — 프로세스를 논리적이고 순서 있는 단계로 나눕니다. 직원이 문제를 해결하도록 도와줍니다 같은 문장은 나쁜 예입니다. 구체적일수록 결과가 일관됩니다.
03 의사 결정 지점 정의 — 오류 메시지가 있으면 관련 단계를 식별하고, 없으면 후속 질문을 하고, 해결되면 확인하고 종료하고, 해결되지 않으면 에스컬레이션을 권장하는 식입니다. X가 발생하면 Y, 그렇지 않으면 Z를 명시합니다.
04 필수 입력 지정 — 디바이스 유형, 운영 체제, 영향받는 애플리케이션, 오류 메시지, 재현 단계처럼 수집할 항목을 정확히 적습니다. 정보 수집 단계를 건너뛰는 일을 막아 줍니다.
05 도구 사용 정의 — 언제 어떻게 도구를 쓸지 알려 주고, 매개변수와 필드 이름, 기대 입력을 명확히 지정합니다. 이번 실습에서 오류를 잡는 핵심 원칙이 바로 이것입니다.
06 기대 출력 설명 — 결과를 어떤 형식으로 제시할지 지정합니다. 표 형식과 각 열의 의미까지 적어 주면 응답이 일관됩니다.
07 검증 규칙 — 승인된 출처의 단계만 제시하고, 문서화되지 않은 수정은 권장하지 않으며, 직원이 확인하지 않았다면 해결되었다고 가정하지 않습니다. 환각과 잘못된 권장을 막습니다.
08 범위와 경계 — 할 수 있는 일과 할 수 없는 일을 적습니다. 계정 관리, 암호 재설정, 소프트웨어 승인, 무관한 인사 질문은 하지 않는다는 식입니다.
09 에스컬레이션 경로 — 계속 진행할 수 없을 때 무엇을 할지 정합니다. 영향받는 기기, 증상, 시도한 단계, 각 단계의 결과를 담은 요약을 제공하면 지원 팀으로 매끄럽게 넘어갑니다.
10 성공 기준 — 절차가 언제 완료된 것인지 정의합니다. 명확한 성공 기준이 모델에 언제 멈춰야 하는지를 알려 줍니다.
마지막으로 아래 네 가지 질문을 강조하세요. 언제 쓰는가, 무엇을 수집하는가, 무엇을 호출하는가, 응답은 어떤 형태인가. 이 네 영역만 잘 정의되어 있어도 스킬은 훨씬 일관되게 동작합니다.</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랩 06 실습 안내입니다. 이번 실습은 스킬을 세 번 교체하며 반복적으로 다듬는 것이 핵심입니다.
사용 사례는 직원이 일반적인 문제와 디바이스 요청에 대해 빠르고 정확한 지원을 받는 것입니다. 사전 요구 사항은 작업 04에서 만든 Contoso IT Concierge 에이전트 하나뿐입니다.
6.1 디바이스 안내 스킬입니다.
먼저 v1 스킬 패키지를 내려받아 압축을 풀고, Build 탭의 Skills 옆 추가 버튼을 눌러 SKILL.md 파일을 업로드합니다. 업로드 후 오른쪽 패널에서 스킬을 열어 지침을 검토하게 하세요. 목적과 트리거, 사용자가 고른 옵션을 SharePoint 항목 ID에 맞추는 단계별 액션, 도구를 참조하는 사용 지침, 응답 형식, 검증 규칙, 예외와 에스컬레이션 경로, 성공 기준이 모두 들어 있는 것을 확인합니다. 그다음 에이전트 지침의 디바이스 요청 항목 아래 기존 글머리 기호를 지우고 이 스킬을 참조한다는 문장으로 바꾼 뒤 저장합니다.
Preview에서 새 대화를 열고 노트북이 필요하다고 요청합니다. 여기서 오류가 날 수 있습니다. 모델이 SharePoint 목록에 없는 열 이름을 추측해 필터를 만들면 요청 검증 오류가 발생합니다. 중요한 관찰 포인트를 짚어 주세요. 오류가 나더라도 모델은 추론과 동적 계획으로 다음 동작을 결정하고, 올바른 내부 열 이름을 찾아 다시 시도해 결국 목록을 표시하기도 합니다.
오류 발생 여부와 관계없이 v2로 교체합니다. Build에서 스킬을 선택하고 더보기에서 Replace를 눌러 새 SKILL.md를 올립니다. v2는 SharePoint 표시 이름을 내부 열 이름에 명시적으로 매핑하고, 필터를 올바르게 구성하는 예시까지 포함합니다. 모델이 필드 이름을 추측하지 않게 되는 것이 핵심입니다. 지침의 참조 이름도 v2로 바꾸고 저장한 뒤 다시 테스트하면 오류가 사라집니다.
내부 열 이름을 찾는 방법도 알려 주세요. SharePoint 목록에서 설정, 목록 설정으로 들어가 해당 열을 선택하면 편집 페이지 URL의 Field 매개변수 값이 내부 이름입니다. 밑줄이 인코딩되어 보인다는 점만 주의하면 됩니다.
그다음 옵션 A를 선택해 응답을 확인합니다. 에이전트가 선택 내용을 요약하지만, 아직 요청을 제출할 수는 없습니다. 여기서 v3로 한 번 더 교체합니다. v3는 옵션 선택 후 RAM이나 저장 용량 같은 추가 요구 사항을 묻도록 지시합니다. 다시 테스트해 노트북 요청, 옵션 선택, 추가 요구 사항 입력까지 이어지는 흐름과 최종 요약을 확인합니다.
6.2 문제 해결 스킬입니다. 같은 방식으로 스킬을 업로드하고 지침에서 참조한 뒤 저장합니다. Preview에서 새 이메일이 오지 않는다고 말하면 에이전트가 스킬을 호출하고 초점이 맞춰진 후속 질문을 하나만 던집니다. 어떤 앱과 기기인지 답하면 번호 매겨진 단계가 제시되고, 오프라인 상태라는 단서를 주면 해당 수정 방법을 안내하며, 해결되었다고 답하면 마무리 확인 메시지로 종료합니다. 스킬 지침에 적힌 절차대로 대화가 흐르는지를 함께 확인하는 것이 목적입니다.
마무리로 짚어 주세요. 에이전트는 아직 디바이스 요청을 제출하지 못합니다. 제출하도록 구성되어 있지 않기 때문입니다. 그것이 작업 07의 워크플로입니다.</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작업 06을 정리합니다.
GitHub Copilot harness에만 있는 기능을 사용해 재사용 가능한 스킬을 반복적으로 다듬었습니다. 그 결과 에이전트가 도구 입력을 안정적으로 매핑하고, 필터 오류를 복구하고, 사용자가 선택한 옵션을 SharePoint 항목 ID와 일치시키고, 추가 디바이스 요구 사항을 수집할 수 있게 되었습니다.
체크리스트를 확인시키세요. 재사용 가능한 스킬 만들기, 도구 사용 안내하기, 사용자 선택 검증하기, 그리고 검증 규칙과 에스컬레이션 경로와 성공 기준으로 신뢰할 수 있는 결과를 정의하기입니다.
다음은 작업 07, 워크플로로 자동화하기입니다. 지금까지 에이전트는 요청 내용을 정리해 주지만 실제로 제출하지는 못합니다. 워크플로를 추가해 그 마지막 단계를 완성합니다.</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작업 07을 시작합니다. 지금까지 만든 에이전트는 대화하고 정보를 제공할 수 있지만, 실제로 동작을 수행하지는 못합니다. 그 마지막 조각이 workflow입니다.
이번 작업에서는 에이전트가 도구로 호출할 수 있는 디바이스 요청 workflow를 만듭니다. 트리거 입력을 구성하고, SharePoint에서 디바이스 세부 정보를 가져오고, 관리자에게 이메일을 보내고, 선택된 디바이스 모델을 에이전트에 반환합니다. 그런 다음 이 workflow를 Contoso IT Concierge 에이전트에 연결하고, 디바이스 요청 절차 스킬을 업데이트한 뒤 처음부터 끝까지 전체 경험을 테스트합니다.
가장 중요한 관점을 짚어 주세요. 이번 작업은 판단과 실행을 분리합니다. 에이전트와 스킬은 요청을 해석하고 누락된 정보를 수집하고 진행 준비가 되었는지 판단합니다. 그다음 workflow가 반복 가능한 단계를 정해진 순서대로 수행합니다. 이렇게 나누면 대화형 추론은 유연하게 유지하면서도 비즈니스 트랜잭션은 예측 가능하고 테스트하기 쉬운 상태가 됩니다.
에이전트와 workflow 사이의 계약도 정의합니다. 트리거 입력은 요청을 자동화로 전달하고, 동적 콘텐츠는 작업 간에 값을 전달하며, 출력 응답은 대화로 유용한 결과를 되돌려줍니다. 이름과 데이터 형식을 명확히 지정해야 harness가 workflow를 올바르게 호출합니다.
이 작업을 마치면 추론, SharePoint 데이터, 절차형 안내, 결정론적 자동화가 하나의 경험으로 연결됩니다. 참고로 이 랩은 GitHub Copilot harness 기반이며, New experience 토글이 켜져 있어야 합니다.</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 작업의 다섯 가지 학습 내용입니다.
01 GitHub Copilot harness의 Workflows가 무엇이며 standard harness의 agent flow와 어떻게 다른지.
02 workflow trigger input과 response output을 구성하는 방법.
03 SharePoint 및 Outlook connector action을 추가하고 구성하는 방법.
04 동적 콘텐츠를 사용해 workflow 노드 간에 값을 전달하는 방법.
05 workflow를 게시하고 에이전트의 도구로 추가한 뒤 엔드투엔드로 테스트하는 방법.
핵심 메시지를 강조하세요. 이 지점에서 GitHub Copilot harness를 쓰는 이유가 가장 분명해집니다. 에이전트는 유연한 추론으로 요청을 해석하고, 스킬은 동작을 안내하며, 도구는 최신 정보를 가져오고, workflow는 트랜잭션을 예측 가능하게 실행합니다. 에이전트는 무엇을 해야 하는지 결정하고, workflow는 비즈니스 작업을 어떻게 완료할지 제어합니다.</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Workflows의 정의입니다.
standard harness에서는 agent flows로 토픽 기반의 구조화된 동작을 지원합니다. 반면 GitHub Copilot harness는 결정론적 자동화를 위해 독립형 workflows를 사용합니다. 자동화가 1급 객체로 제공되는 것입니다.
workflow는 자체 Workflows 허브에 존재하는 독립형 재사용 단계별 자동화입니다. 시각적 캔버스에서 한 번 만들고 게시하면 환경 내의 어떤 에이전트든 이를 도구로 호출할 수 있습니다.
이렇게 대비해서 설명하면 이해가 빠릅니다. Agents는 똑똑한 의사결정자입니다. 사용자를 이해하고 무엇을 할지 결정합니다. Workflows는 신뢰할 수 있는 실행자입니다. 결정론적인 단계를 매번 동일하게 수행합니다. AI 기반 에이전트와 달리 workflow는 같은 입력에 항상 같은 경로를 따르므로 신뢰 가능하고 예측 가능하며 규칙 기반입니다.
네 가지 이점을 읽어 주세요. 재사용 가능 — 한 번 만들고 여러 에이전트에 연결하므로 토픽마다 flow를 복사할 필요가 없습니다. 연결성 — SharePoint, Outlook, ServiceNow, Salesforce 등 1,400개 이상의 커넥터나 직접 만든 커스텀 커넥터에 연결합니다. 긴밀한 통합 — 에이전트가 대화 중 도구로 트리거하고 그 출력을 다시 읽어 응답에 활용합니다. 올인원 — Copilot Studio 안에서 설계, 테스트, 게시, 모니터링이 모두 가능하며 과금은 Copilot Studio 사용량 기준이라 별도의 Power Automate 라이선스가 필요 없습니다.
오른쪽 비교도 짚어 주세요. 에이전트가 대화 중 호출하는 작업이면 Workflows, 에이전트와 독립적으로 앱과 서비스 전반을 자동화하고 팀 간에 공유하거나 공동 소유하려면 Power Automate cloud flows입니다.</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모든 workflow에는 두 가지 핵심 요소가 있습니다. 트리거와 작업 노드입니다.
트리거는 workflow를 시작하는 이벤트입니다. 새 디자이너는 여러 유형을 제공합니다. Manual은 버튼을 클릭해 필요할 때 직접 실행합니다. Recurrence는 일정이 실행될 때 시작합니다. Connector는 외부 서비스가 이벤트를 발생시킬 때입니다. When a HTTP request is received는 HTTP 요청이 도착할 때입니다. 그리고 When an agent calls the workflow는 에이전트가 도구로 호출할 때이며, 이번 랩에서 사용할 옵션입니다.
노드는 트리거 이후 workflow가 실행하는 단계이며 캔버스 왼쪽 팔레트에서 추가합니다. Agent는 작업을 에이전트에 넘깁니다. Classify는 AI로 입력을 분류합니다. M365 Copilot은 Microsoft 365 Copilot을 호출합니다. Human review는 승인이나 검토 단계를 추가합니다. Connector는 1,400개 이상의 커넥터 중 하나의 액션을 실행합니다. Function은 식으로 데이터를 변환하고, Variable은 값을 저장해 재사용합니다. If/Else는 조건 분기, Loop는 컬렉션 반복, Note는 workflow 문서화입니다.
디자이너도 함께 소개하세요. 시각적 캔버스에서 확대와 축소, 화면 맞춤, 가로세로 레이아웃 전환, 노드 정리가 가능합니다. Health Center가 오류를 지속적으로 검사하며 게시나 테스트 전에 오류를 해결해야 합니다. 저장할 때마다 버전이 생성되고 버전 기록에서 이전 버전으로 복원할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동적 콘텐츠와 표현식, 그리고 모범 사례입니다.
많은 매개변수는 세 가지 방법으로 채울 수 있습니다. 고정 값으로 직접 설정하거나, 동적 콘텐츠를 삽입하거나, 표현식과 함수를 사용합니다. 동적 콘텐츠는 트리거나 이전 액션의 출력이며 번개 아이콘 또는 슬래시를 입력해 삽입합니다. 표현식과 함수는 fx 아이콘으로 삽입합니다.
동적 콘텐츠를 꼭 설명해 주세요. workflow의 동적 콘텐츠는 이전 트리거와 액션에서 전달된 데이터입니다. 이를 사용하면 코드를 작성하지 않고도 이메일 제목, 이름, ID 같은 값을 이후 단계에서 재사용할 수 있습니다. 이번 랩의 이메일 본문이 정확히 이 방식으로 채워집니다.
표현식은 데이터와 함께 동작하는 작은 공식으로 Excel 함수와 비슷하지만 셀이 아니라 workflow 데이터를 참조합니다. concat은 텍스트를 결합하고, if는 조건에 따라 값을 고르고, empty는 값이 비어 있는지 확인하고, coalesce는 비어 있지 않은 첫 번째 값을 반환하고, length는 문자 수나 항목 수를 셉니다. 전체 목록은 함수 참조 가이드에 있습니다.
모범 사례 여섯 가지도 함께 읽어 주세요. 첫째 간단하게 시작하고 점진적으로 확장하세요. 먼저 기본 액션이 작동하게 한 뒤 단계를 추가합니다. 둘째 노드 이름을 바꾸세요. SharePoint의 Get item을 디바이스 가져오기로 바꾸면 캔버스만 봐도 의미를 알 수 있습니다. 셋째 게시 전에 Health Center로 오류를 수정하세요. 해결되지 않은 오류가 있으면 게시할 수 없습니다. 넷째 충분히 테스트하세요. 저장하고 게시했다고 올바르게 동작한다는 뜻은 아닙니다. 다섯째 버전 기록을 활용하세요. 자주 저장해 두면 쉽게 되돌릴 수 있습니다. 여섯째 값을 하드코딩하지 말고 동적 콘텐츠와 표현식으로 만드세요.</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랩 07 실습 안내입니다. 이번 랩은 네 단계로 진행되며 분량이 가장 많으니 화면을 함께 보며 천천히 진행하세요.
사용 사례는 직원의 관리자가 이메일로 디바이스 요청을 받아 검토하는 것입니다. 사전 요구 사항은 작업 00에서 만든 EmployeeAssets SharePoint 목록과 작업 04의 Contoso IT Concierge 에이전트입니다.
7.1 새 workflow 만들기입니다. 왼쪽 탐색에서 Workflows를 선택하고 New workflow를 누르면 디자이너가 열립니다. 왼쪽에는 workflow 이름과 상태, 노드 패널, 캔버스 컨트롤이 있고, 가운데는 Build·Activity·Monitor 전환과 캔버스, 오른쪽에는 실행 취소, 버전 기록, 저장, 테스트, 게시 컨트롤과 선택한 노드의 구성 패널이 있습니다.
workflow 이름을 Send device request email로 바꾸고, Start 트리거 노드의 유형을 Manual에서 When an agent calls the workflow로 변경합니다. 그러면 Respond to the agent 노드가 나타납니다. 이 노드는 agent workflow의 return statement 역할을 하며, 출력을 호출한 에이전트에 다시 보내 대화를 이어 가게 합니다.
트리거에 text 입력 세 개를 추가합니다. sharepointItemId는 사용자가 선택하고 확인한 디바이스에 매핑된 SharePoint 항목 ID를, additionalComment는 사용자가 제공한 코멘트를, requestorName은 조회한 인증된 사용자의 이름을 저장합니다. 각각 details 필드에 설명을 넣게 하세요. 이 입력들은 액션 노드에서 동적 콘텐츠로 쓰이고 뒤에서 SKILL.md에서도 참조됩니다.
노드 사이의 더하기 아이콘을 눌러 단계를 추가합니다. 항목 가져오기를 검색해 SharePoint의 Get item 액션을 선택하고 이름을 디바이스 가져오기로 바꿉니다. Site Address는 Contoso IT 사이트, List Name은 EmployeeAssets를 선택하고, Id 매개변수에는 번개 아이콘이나 슬래시로 트리거의 sharepointItemId 동적 콘텐츠를 넣습니다. Show all에서 Limit Columns by View를 All Items로 지정합니다.
다음 노드로 메일 보내기를 검색해 Office 365 Outlook의 Send an email을 추가하고 이름을 Send an email to manager로 바꿉니다. Connection에서 새 연결을 만들고, To에는 자신의 이메일 주소를 넣습니다. 운영 환경이라면 요청자의 관리자나 Entra ID 프로필을 조회하지만 이 랩에서는 본인 주소를 씁니다. Subject는 요청 유형 새 디바이스로 하고, Body에는 안내 문구와 함께 제조사, 모델, SharePoint 항목 링크, 추가 코멘트 항목을 넣습니다.
그다음 각 항목 뒤에 동적 콘텐츠를 붙입니다. 요청자 이름에는 트리거의 requestorName, 제조사에는 Get item의 Manufacturer Value, 모델에는 Model, 링크에는 Link to item, 추가 코멘트에는 트리거의 additionalComment를 넣습니다. 마지막 문장은 기울임꼴로 바꿉니다.
링크를 클릭 가능하게 만들려면 Body를 HTML 편집기로 전환합니다. 편집기의 줄임표에서 HTML 아이콘을 선택하고, Link to item 동적 콘텐츠를 잘라내 anchor 태그 안으로 옮긴 뒤 여는 태그와 닫는 태그를 붙입니다. 이 단계는 건너뛰어도 되며 그 경우 링크는 일반 텍스트로 표시됩니다. 마지막으로 Sensitivity에서 General All Employees unrestricted 레이블을 선택합니다. 민감도 레이블은 조직의 정보 보호 정책에 따라 이메일을 분류하고 보호합니다.
Respond to the agent 노드를 선택해 출력 이름을 ModelValue로 바꾸고 details에 Get item의 Model 속성을 넣습니다. 이 값이 에이전트로 반환되어 사용자에게 보여 주는 요약 응답에 쓰입니다. 저장한 뒤 Publish를 눌러 상태가 Published가 되는 것을 확인합니다.
7.2 workflow를 에이전트에 추가하기입니다. Agents에서 Contoso IT Concierge를 열고 Build 보기의 Tools에서 더하기를 누른 뒤 Workflows pill을 선택해 Send device request email을 추가합니다.
7.3 스킬과 지침 업데이트입니다. device-guidance-v1-0-3 스킬을 선택하고 줄임표에서 Replace를 눌러 v1.0.4의 SKILL.md를 업로드합니다. 업데이트된 스킬은 추가 요구 사항을 수집한 뒤 진행 여부를 확인하고, 인증된 사용자의 표시 이름을 조회하고, SharePoint 항목 ID와 추가 요구 사항과 이름을 workflow에 전달하고, workflow가 반환한 모델을 참조해 완료를 확인한 뒤 세션을 종료하도록 안내합니다. 추가 요구 사항이 없으면 No additional requirements provided를 전달한다는 규칙도 짚어 주세요. 그다음 에이전트 지침의 디바이스 요청 항목을 v1-0-4 참조로 바꾸고 저장합니다.
7.4 여러 시나리오 테스트입니다. 세 가지 경로를 검증합니다. 첫째 디바이스를 선택하고 추가 요구 사항도 제공하는 경우 — 새 노트북이 필요하다고 말하고, A를 선택하고, RAM 16GB를 입력하고, 요약이 나오면 진행을 승인합니다. 에이전트가 workflow를 호출하고 선택한 모델을 포함한 확인 메시지를 보낸 뒤 세션을 종료합니다. 받은 이메일에서 제목, 민감도 레이블, 본문의 동적 콘텐츠 값이 구성한 대로 나오는지, 링크를 누르면 SharePoint 항목이 열리는지 확인합니다.
둘째 추가 요구 사항이 없는 경우 — B를 선택하고 없음이라고 답하면 이메일의 추가 코멘트에 No additional requirements provided가 표시됩니다. 셋째 취소하는 경우 — B를 선택한 뒤 요청을 취소하라고 하면 에이전트가 스킬 지침대로 요청을 취소하고 세션을 종료합니다.
마무리로 강조하세요. 이상적인 경로만이 아니라 다양한 경로를 테스트해야 에이전트가 실제 상황을 견딥니다.</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작업 07을 정리합니다.
SharePoint에서 디바이스 세부 정보를 가져오고, 동적 콘텐츠가 포함된 이메일을 보내고, 선택한 디바이스 모델을 에이전트에 반환하는 디바이스 요청 workflow를 만들고 게시했습니다.
체크리스트를 확인시키세요. workflow 생성과 게시, workflow 결과를 에이전트에 반환하기, workflow를 도구로 추가해 결정론적 자동화를 오케스트레이터에서 쓸 수 있게 하기, 그리고 추가 요구 사항이 있는 요청과 없는 요청과 취소 요청까지 여러 경로를 테스트하기입니다.
여기까지가 아키텍처의 완성입니다. 에이전트가 해석하고, 스킬이 안내하고, 도구가 데이터를 가져오고, workflow가 트랜잭션을 실행합니다.
다음은 작업 08, 에이전트 게시하기입니다. 만든 에이전트를 실제 사용자에게 전달하는 단계입니다.</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작업 08을 시작합니다. Contoso IT Concierge에는 이제 지식, 도구, 스킬, 워크플로가 모두 갖춰져 있습니다. 하지만 채널에 게시하기 전까지는 직원들이 사용할 수 없습니다.
이번 작업에서는 Copilot Studio 작성 환경에 있던 에이전트를 직원들이 이미 업무에 사용하는 앱으로 옮깁니다. 에이전트를 Teams와 Microsoft 365에 게시하고, 사용자가 추가 전에 보게 될 목록 정보를 구성한 다음, Microsoft 365 Copilot에서 사용할 수 있도록 설정합니다. 마지막으로 게시된 에이전트를 양쪽 모두에 설치하고 테스트해 미리 보기 바깥에서도 예상대로 작동하는지 확인합니다.
게시는 단순히 에이전트를 보이게 만드는 일이 아니라는 점을 강조해 주세요. 이름, 설명, 아이콘, 개발자 정보는 직원들이 이 에이전트가 무엇을 하는지, 자신의 작업에 적합한지 이해하는 데 도움이 됩니다. 채널 구성은 사용자가 어디에서 에이전트를 발견하고 사용할지 결정하며, 조직 정책은 가용성과 승인에 영향을 줍니다.
최종 테스트도 그에 못지않게 중요합니다. 인증, 지식 액세스, 도구, 워크플로는 작성 미리 보기에서 호출할 때와 실제 채널에서 호출할 때 다르게 동작할 수 있습니다. 각 대상 환경에서 직원 경험을 검증하면 이후 업데이트를 위한 릴리스 기준선이 생깁니다. 수정하고, 새 버전을 게시하고, 채널을 다시 검증하면 됩니다.</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 작업의 네 가지 학습 목표입니다.
01 게시 채널을 통해 Copilot Studio 밖에서 에이전트를 사용할 수 있게 되는 방식.
02 에이전트의 목록 정보와 Teams 설정을 구성하는 방법.
03 에이전트를 Teams와 Microsoft 365 Copilot에 게시하는 방법.
04 게시된 에이전트를 두 채널 모두에서 설치하고 테스트하는 방법.
핵심 메시지를 강조하세요. Copilot Studio에서 미리 보기가 성공했다고 해서 인증, 지식, 도구, 워크플로가 모든 채널에서 동일하게 동작한다고 보장할 수는 없습니다. 그래서 게시 후 테스트가 이 작업의 절반을 차지합니다.</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게시와 채널의 정의입니다.
게시를 하면 사용자가 활성화된 채널을 통해 액세스할 수 있는 에이전트 버전이 생성됩니다. 각 채널은 에이전트를 웹 사이트, 사용자 지정 웹 앱, Teams, Microsoft 365 Copilot 같은 대상 환경에 연결합니다.
게시와 공유의 차이를 분명히 짚어 주세요. 서로 관련되어 있지만 같은 것은 아닙니다. 게시를 하면 최신 버전을 채널에 제공할 수 있게 됩니다. 하지만 누가 에이전트를 발견하고, 설치하고, 사용할 수 있는지는 조직의 공유 정책과 관리자 정책에 따라 결정됩니다.
업데이트도 강조하세요. 나중에 에이전트를 수정하면 사용자가 최신 버전을 받도록 반드시 다시 게시해야 합니다.
오른쪽 패널을 함께 읽어 주세요. Teams나 Microsoft 365 Copilot에 게시하더라도 바뀌는 것은 직원이 에이전트에 액세스하는 위치뿐입니다. 에이전트의 harness 자체는 바뀌지 않습니다. Contoso IT Concierge는 각 채널에서 계속 GitHub Copilot harness를 기반으로 동작합니다.
마지막으로 다시 한번 강조하세요. 게시 후에는 반드시 에이전트를 테스트해야 합니다.</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게시할 때 구성하는 목록 정보입니다. 표를 하나씩 읽어 주세요.
Short description은 목록에 표시되는 한 줄 요약이며 80자 이내입니다. 이 랩에서는 IT 문제를 해결하고, 장치를 찾고, 승인을 위한 요청을 제출한다는 문장으로 바꿉니다.
Long description은 상세 소개이며 3400자까지 쓸 수 있습니다. 기본값은 Copilot Studio 안내 문구이므로 반드시 바꿔야 합니다. 이 랩에서는 직원들이 일반적인 기술 문제를 해결하고 업무용 장치를 요청하도록 돕는다는 설명, 장치 요청 시 SharePoint의 현재 옵션을 확인한다는 설명, 그리고 승인된 IT 헬프 데스크 시나리오로 제한되며 비밀번호나 일회용 암호는 요청하지 않는다는 제한 사항을 함께 씁니다.
Teams settings는 Teams에서 에이전트가 어떻게 동작할지 정합니다. 사용자가 팀에 이 에이전트를 추가할 수 있게 하고, 그룹 및 모임 채팅에서도 사용할 수 있게 선택합니다.
Developer name은 More를 펼쳐야 보이며, 여기에 Contoso IT를 입력합니다. 나중에 Teams 목록의 Details에서 Created by에 이 값이 표시되는지 확인하게 됩니다. 같은 영역에 웹 사이트, 이용 약관, 개인정보처리방침 링크도 있습니다.
아래 게시 흐름을 함께 짚어 주세요. 순서가 중요합니다. 채널을 선택하고 Microsoft 365 Copilot 사용을 설정한 뒤 저장하고 게시합니다. 그다음 Edit details에서 목록 정보를 수정하고 Save를 누른 뒤, 변경된 목록을 반영하려면 Save and publish로 한 번 더 게시해야 합니다. 저장만 하고 다시 게시하지 않으면 사용자에게 반영되지 않습니다.</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랩 08 실습 안내입니다. 사전 요구 사항은 작업 07까지 완성한 Contoso IT Concierge 에이전트 하나입니다.
8.1 에이전트 게시하기입니다. Publish 버튼 옆의 화살표를 선택하면 사용 가능한 게시 옵션이 보입니다. Demo Website, Web app, Teams + Microsoft 365 등이 있습니다. 이 에이전트는 내부 지원과 문제 해결을 제공하므로 Teams와 Microsoft 365에 배포합니다. Teams + Microsoft 365를 선택한 다음 Make agent available in Microsoft 365 Copilot을 선택하고 Save and publish를 누릅니다. Agent Store는 사람들이 에이전트를 찾고 설치하고 사용하는 중심 허브라는 점도 함께 설명해 주세요.
초록색 Channel enabled 메시지가 나타나면 Edit details를 선택해 목록 정보를 구성합니다. Short description을 IT 문제를 해결하고 장치를 찾고 승인을 위한 요청을 제출한다는 문장으로 바꾸고, Long description도 에이전트의 실제 역할과 지식 원본, 제한 사항을 설명하는 내용으로 바꿉니다. Teams settings에서는 사용자가 팀에 추가할 수 있게 하고 그룹 및 모임 채팅에서도 사용하도록 선택합니다. More를 펼쳐 Developer name에 Contoso IT를 입력하고 Save를 누릅니다. 그다음 뒤로 가기 화살표로 채널 페이지로 돌아가 Save and publish를 선택해 업데이트된 목록을 게시합니다. 이 마지막 게시를 빠뜨리면 변경이 반영되지 않습니다.
8.2 Teams에서 테스트하기입니다. 게시가 완료되면 See agent in Teams를 선택합니다. 에이전트 목록에 표시되는 짧은 설명과 긴 설명을 검토하고, Details까지 스크롤해 Created by에 Contoso IT가 표시되는지 확인합니다. 버전과 가격 정보도 함께 보입니다. Add를 선택해 추가하고 성공하면 Open을 누릅니다. 그다음 SharePoint에서 파일을 열려고 하면 액세스가 거부된다는 문제 해결 요청을 입력합니다. 에이전트가 집중된 후속 질문을 하나 던지고 계정 확인, 액세스 요청, 다운로드 후 열기, 민감도 레이블 확인, 브라우저 재시작 같은 안전한 단계를 번호 매겨 제시하는지 확인합니다. 작업 04에서 구성한 동작이 채널에서도 그대로 작동하는지 보는 것이 목적입니다.
8.3 Microsoft 365 Copilot에서 테스트하기입니다. Copilot Studio의 채널 페이지로 돌아가 See agent in Microsoft 365를 선택합니다. 먼저 방금 한 Teams 테스트가 에이전트의 활동 기록에 채널 Teams로 나타나는지 확인합니다. 그다음 노트북이 계속 멈추고 충돌한다는 요청을 입력합니다. Sources를 선택하면 응답에서 참조한 웹 페이지가 나열되는 인용 패널이 열립니다. 에이전트가 승인된 지식 원본에 근거해 디스크 공간 확인, 업데이트 설치, 오류 코드 확인 같은 지침을 제공하고, 모델과 증상과 재현 조건을 되묻는지 확인합니다. 내부 FAQ를 근거로 해결되지 않으면 담당 팀에 문의하거나 티켓을 제출하라고 안내하는 것도 함께 확인하세요.
마무리로 강조하세요. 두 채널에서 모두 검증해야 이후 업데이트를 위한 릴리스 기준선이 생깁니다.</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작업 08을 정리합니다.
Contoso IT Concierge를 작성 환경에서 직원들이 실제로 일하는 앱으로 옮겼습니다.
체크리스트를 확인시키세요. 채널 구성 — Teams와 Microsoft 365 Copilot에서 에이전트를 사용할 수 있게 만들기. 에이전트 목록 생성 — 명확한 설명과 Teams 설정, 개발자 정보 추가하기. 업데이트 게시 — 최신 에이전트 구성을 활성화된 채널에 릴리스하기. 직원 경험 검증 — 두 채널에서 게시된 에이전트를 설치하고 테스트하기.
다음은 작업 09, 라이선스 이해하기입니다. GitHub Copilot harness 사용량이 어떻게 과금되고 관리되는지 살펴봅니다.</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작업 09를 시작합니다. 여러분은 Contoso IT Concierge를 빌드하고 게시했습니다. 이제 빌드 단계에서 잠시 물러나, 이 에이전트를 운영하는 것이 조직에 어떤 의미를 가질지 생각해 볼 차례입니다.
이 작업은 또 다른 배포 단계도 아니고, 세부적인 가격 계산 연습도 아닙니다. 대신 이미 여러분이 내린 선택, 즉 harness, 모델, 컨텍스트, 도구, 워크플로가 라이선스와 사용량 측면에서 어떤 의미를 갖는지 연결해 주는 개념적 후속 단계입니다.
이 과정의 에이전트와 워크플로는 GitHub Copilot harness를 사용합니다. 즉 LLM 기반 생성 환경과 런타임 실행 모두에서 Copilot Credits가 소비됩니다. 게시를 하면 사용량이 제작자의 테스트 수준에서 실제 직원 상호작용 수준으로 확장될 수 있으므로, 플랫폼 소유자는 무엇이 사용량을 유발하는지, 그리고 이를 어떻게 모니터링할지 이해해야 합니다.
이 작업을 마치면 harness 선택이 왜 과금에 영향을 주는지 설명하고, 어떤 활동과 설계 선택이 사용량을 유발하는지 파악하며, 플랫폼 관리자와 자금 조달 및 모니터링에 대해 논의할 수 있게 됩니다. 프로덕션 예산을 계산하거나 요율을 암기하지는 않습니다.
중요한 안내도 함께 전달하세요. 라이선스, 요율, 구매 옵션, 포함 권한은 변경될 수 있습니다. 실제 라이선스 결정을 내릴 때는 최신 Microsoft Copilot Credits 가이드와 해당 Microsoft Product Terms를 기준으로 삼아야 하며, 이 교육은 개념 설명이지 담당 팀이나 파트너의 조언을 대체하지 않습니다.</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 작업의 네 가지 학습 목표입니다.
01 harness 선택에 따라 Copilot Studio 과금 모델이 달라지는 이유.
02 GitHub Copilot harness에서 어떤 사용이 Copilot Credits를 소비하는지.
03 모델, 런타임, 컨텍스트, 도구, 작업 복잡도가 사용량에 어떤 영향을 주는지.
04 조직이 Copilot Credit 사용량을 어떻게 자금 조달하고, 거버넌스하고, 모니터링하는지.
핵심 메시지를 강조하세요. Copilot Studio에는 하나의 보편적인 과금 방식만 있는 것이 아닙니다. 어떤 harness 위에서 실행하느냐가 과금 방식을 결정합니다.</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Copilot Studio의 모든 에이전트 또는 워크플로는 하나의 harness에서 실행되며, 그 harness가 과금 모델을 결정합니다. 표를 하나씩 읽어 주세요.
GitHub Copilot harness는 엔드투엔드 비즈니스 프로세스와 agentic 경험에 가장 적합하며, LLM 기반 생성과 런타임 실행 중 모두 Copilot Credits를 소비합니다.
Standard harness는 사전 정의된 토픽과 플로를 사용하는 규칙 기반 에이전트에 적합합니다. Copilot Credits를 사용하지만, 인증된 business-to-employee 시나리오에서 Microsoft 365 Copilot 라이선스를 가진 사용자에게는 게시된 요율이 적용되지 않습니다.
Copilot chat harness는 조직 지식으로 Microsoft 365 Copilot Chat을 확장하는 경우에 적합하며, 과금 조건은 standard harness와 동일합니다.
아래 밴드를 반드시 강조하세요. 자격이 있는 Microsoft 365 Copilot 사용자에 대한 인증된 business-to-employee 과금 예외는 standard harness와 Copilot chat harness 요율에만 적용됩니다. 이 예외는 GitHub Copilot harness 사용량에는 적용되지 않으며, 우리가 이 과정에서 만든 에이전트가 바로 GitHub Copilot harness를 사용합니다.</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GitHub Copilot harness 에이전트와 워크플로의 경우, 런타임 사용량은 작업의 복잡도가 높아질수록 증가합니다. 가이드는 네 가지 비용 유발 요소를 식별합니다.
모델 — 각 작업에 선택된 AI 모델로, 품질과 속도, 비용이 서로 다릅니다.
런타임 — 장시간 실행 작업을 포함해 에이전트를 실행하는 관리형 클라우드 오케스트레이션입니다.
컨텍스트 — 이메일, 파일, 회의, 과거 상호작용 등의 원본에서 가져오는 조직 컨텍스트입니다.
도구 — 데이터 검색, 메일 전송, 회의 일정 예약, 문서 업데이트 등 시스템이 실제로 수행하는 작업입니다.
이 요소들은 서로 상호작용하므로 사용량을 추정할 때는 대표 시나리오를 사용해야 합니다. 실제 사용량은 작업 복잡도에 따라 달라집니다.
오른쪽 패널을 함께 읽어 주세요. 과금은 게시 이후에만 시작되는 것이 아닙니다. 자연어로 작성하는 동안에는 생성 세션의 대화 턴 수를 기준으로 사용량이 계산되며, 반복적인 세션이 많을수록 더 많은 크레딧을 사용합니다. Preview와 Evaluation은 에이전트 런타임 사용량과 동일한 수준의 사용량이 발생합니다. 반대로 Build 및 Monitor 탭에서 수행하는 수동 구성은 Copilot Credits를 소비하지 않습니다.
팁을 덧붙이세요. 프로덕션에서 예상되는 모델, 컨텍스트, 도구, 작업 복잡도를 반영하는 대표 시나리오로 사용량을 추정하세요. Preview와 Evaluation이 런타임 사용량과 동등하므로 좋은 근거가 됩니다.</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사용량 자금을 마련하는 두 가지 주요 방법입니다.
Pay as you go는 선결제 약정 없이, 과금 월이 끝난 뒤 소비한 Copilot Credits에 대해 비용을 지불하는 방식입니다. Copilot Credit Pre-Purchase Plan은 연간 크레딧 풀을 미리 구매하고 사용이 발생할 때마다 그 잔액에서 차감하는 방식입니다. Copilot Credits는 테넌트 수준에서 풀링되므로, 조직은 예상 수요와 구매 선호도, 연속성 요구 사항에 따라 방식을 선택할 수 있습니다.
모니터링은 Microsoft 365 admin center에서 중앙 거버넌스됩니다. 관리자는 조직 전체 사용량과 지출을 모니터링하고, 지출 정책을 구성하고, 사용량 임계값을 정의하고, 조직 전반의 크레딧 할당을 관리할 수 있습니다. Copilot Studio 전용 용량 관리는 Power Platform admin center를 사용합니다. 에이전트와 환경별 소비량을 검토하고, 선불 크레딧을 환경에 할당하고, 초과 사용 동작을 구성하고, 에이전트 제한을 설정합니다.
주의 사항을 강조하세요. 요율, 할인, 플랜 이름, 포털 절차는 바뀝니다. 아키텍처 결정에 하드코딩하지 말고 최신 Copilot Credits 가이드와 Copilot Studio 라이선스 문서를 확인하세요.</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Contoso IT Concierge는 목표 지향 오케스트레이션을 지식, 스킬, 커넥터 도구, 워크플로와 결합하므로 GitHub Copilot harness를 사용합니다. 따라서 지금까지 설명한 크레딧 소비 방식이 그대로 적용됩니다.
파일럿이나 프로덕션 롤아웃을 고려할 때 기억할 것들입니다. 사용량을 추정할 때는 실제 비즈니스 시나리오에서 사용하는 대표 작업을 사용하세요. 사용량 그림에 authoring, Preview, Evaluation, 런타임 활동을 모두 포함하세요. 초기 추정치에만 의존하지 말고 게시 후 실제 사용량을 모니터링하세요. 사용량이나 성능이 기대와 다르면 모델, 컨텍스트, 도구 선택을 다시 검토하세요.
그리고 가장 중요한 한 가지. Microsoft 365 Copilot 사용자 라이선스는 이 GitHub Copilot harness 에이전트의 사용량 기반 과금을 대체하지 않습니다. 사용자 라이선스와 크레딧 용량은 별개입니다.
작업 09를 마치면 네 가지를 할 수 있게 됩니다. harness 라이선스 모델 비교, Copilot Credit 사용량 식별, 사용량 기반 과금 계획, 라이선스와 용량 구분입니다.</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과정 전체를 되짚어 봅니다. 아홉 개의 작업이 각각 독립된 주제가 아니라 하나의 에이전트를 완성해 가는 흐름이었다는 점을 강조해 주세요.
작업 01에서 에이전트가 무엇인지, 추론 중심 에이전트가 규칙 기반과 어떻게 다른지 이해했습니다. 작업 02에서 Copilot Studio의 구조와 작성 환경을 익혔습니다. 작업 03에서 실제로 Contoso IT Concierge를 만들었습니다.
작업 04에서 자연어 지침으로 에이전트의 동작과 대화 방식을 설계했습니다. 작업 05에서 지식 원본을 연결해 근거 있는 답변을 하게 했습니다. 작업 06에서 도구와 스킬로 실제 행동을 할 수 있게 했습니다. 작업 07에서 워크플로를 연결해 승인이 필요한 프로세스를 자동화했습니다.
작업 08에서 Teams와 Microsoft 365 Copilot에 게시하고 직원 경험을 검증했습니다. 그리고 작업 09에서 이 모든 선택이 라이선스와 사용량 측면에서 무엇을 의미하는지 연결했습니다.
각 단계가 다음 단계의 전제가 되었다는 점, 그리고 실무에서도 같은 순서로 접근하면 된다는 점을 함께 짚어 주세요.</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과정을 마치며 현장에 가져갈 다섯 가지 원칙입니다.
첫째, 지침이 곧 설계입니다. 이 과정에서 우리는 코드를 거의 쓰지 않았습니다. 에이전트의 품질을 결정한 것은 얼마나 명확하고 구체적인 자연어 지침을 썼는가였습니다.
둘째, 근거 없는 답은 없습니다. 지식 원본을 연결하고 인용 출처를 확인하는 과정이 신뢰의 기반입니다.
셋째, 행동은 도구로 합니다. 답변만 하는 에이전트와 실제로 조회하고 제출하는 에이전트의 가치 차이는 매우 큽니다.
넷째, 사람이 필요한 지점을 분명히 하세요. 승인과 예외 처리는 워크플로와 사람의 판단으로 넘기는 것이 안전합니다.
다섯째, 게시는 끝이 아니라 시작입니다. 각 채널에서 검증하고, 사용량과 동작을 모니터링하며 계속 개선해 나가야 합니다.
참가자들에게 자신의 업무에서 이 다섯 가지를 적용할 첫 번째 시나리오가 무엇일지 생각해 보게 하면 좋습니다.</a:t>
            </a:r>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과정을 마무리합니다.
여러분은 아홉 개의 작업을 거쳐 개념 이해에서 시작해 실제로 동작하고 게시된 에이전트를 완성했고, 그 운영이 조직에 어떤 의미인지까지 살펴봤습니다.
Recruit NextGen 배지 획득 페이지로 이동해 Recruit 과정을 완료하시기 바랍니다.
마지막으로 참가자들에게 실천 과제를 제안하세요. 각자 자신의 업무에서 반복적이고 규칙이 비교적 분명한 시나리오를 하나 고르고, 이 과정과 같은 순서로 접근해 보는 것입니다. 에이전트를 만들고, 지침을 쓰고, 지식을 연결하고, 도구를 붙이고, 필요하면 워크플로를 더한 뒤 작은 범위에 게시해 검증하는 것입니다.
질문을 받고 마무리하세요.</a:t>
            </a:r>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6743294"/>
      </p:ext>
    </p:extLst>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추론 경로를 형성하는 추상 네트워크 일러스트"/>
          <p:cNvPicPr>
            <a:picLocks noChangeAspect="1"/>
          </p:cNvPicPr>
          <p:nvPr/>
        </p:nvPicPr>
        <p:blipFill>
          <a:blip r:embed="rId3"/>
          <a:srcRect t="9677" b="9677"/>
          <a:stretch/>
        </p:blipFill>
        <p:spPr>
          <a:xfrm>
            <a:off x="4892040" y="0"/>
            <a:ext cx="4251960" cy="5143500"/>
          </a:xfrm>
          <a:prstGeom prst="rect">
            <a:avLst/>
          </a:prstGeom>
        </p:spPr>
      </p:pic>
      <p:sp>
        <p:nvSpPr>
          <p:cNvPr id="3" name="left accent">
            <a:extLst>
              <a:ext uri="{C183D7F6-B498-43B3-948B-1728B52AA6E4}">
                <adec:decorative xmlns:adec="http://schemas.microsoft.com/office/drawing/2017/decorative" val="1"/>
              </a:ext>
            </a:extLst>
          </p:cNvPr>
          <p:cNvSpPr/>
          <p:nvPr/>
        </p:nvSpPr>
        <p:spPr>
          <a:xfrm>
            <a:off x="0" y="0"/>
            <a:ext cx="82296" cy="5143500"/>
          </a:xfrm>
          <a:prstGeom prst="rect">
            <a:avLst/>
          </a:prstGeom>
          <a:solidFill>
            <a:srgbClr val="1D4ED8"/>
          </a:solidFill>
          <a:ln w="12700">
            <a:solidFill>
              <a:srgbClr val="1D4ED8"/>
            </a:solidFill>
            <a:prstDash val="solid"/>
          </a:ln>
        </p:spPr>
        <p:txBody>
          <a:bodyPr/>
          <a:lstStyle/>
          <a:p>
            <a:endParaRPr lang="ko-KR" altLang="en-US"/>
          </a:p>
        </p:txBody>
      </p:sp>
      <p:sp>
        <p:nvSpPr>
          <p:cNvPr id="6" name="Text 3"/>
          <p:cNvSpPr/>
          <p:nvPr/>
        </p:nvSpPr>
        <p:spPr>
          <a:xfrm>
            <a:off x="640080" y="1481328"/>
            <a:ext cx="4206240" cy="1188720"/>
          </a:xfrm>
          <a:prstGeom prst="rect">
            <a:avLst/>
          </a:prstGeom>
          <a:noFill/>
          <a:ln/>
        </p:spPr>
        <p:txBody>
          <a:bodyPr wrap="square" lIns="0" tIns="0" rIns="0" bIns="0" rtlCol="0" anchor="t"/>
          <a:lstStyle/>
          <a:p>
            <a:pPr marL="0" indent="0">
              <a:lnSpc>
                <a:spcPct val="115000"/>
              </a:lnSpc>
              <a:buNone/>
            </a:pPr>
            <a:r>
              <a:rPr lang="en-US" sz="3400" b="1" dirty="0">
                <a:solidFill>
                  <a:srgbClr val="111827"/>
                </a:solidFill>
                <a:latin typeface="Pretendard" pitchFamily="34" charset="0"/>
                <a:ea typeface="Pretendard" pitchFamily="34" charset="-122"/>
                <a:cs typeface="Pretendard" pitchFamily="34" charset="-120"/>
              </a:rPr>
              <a:t>추론 중심</a:t>
            </a:r>
            <a:endParaRPr lang="en-US" sz="3400" dirty="0"/>
          </a:p>
          <a:p>
            <a:pPr marL="0" indent="0">
              <a:lnSpc>
                <a:spcPct val="115000"/>
              </a:lnSpc>
              <a:buNone/>
            </a:pPr>
            <a:r>
              <a:rPr lang="en-US" sz="3400" b="1" dirty="0">
                <a:solidFill>
                  <a:srgbClr val="111827"/>
                </a:solidFill>
                <a:latin typeface="Pretendard" pitchFamily="34" charset="0"/>
                <a:ea typeface="Pretendard" pitchFamily="34" charset="-122"/>
                <a:cs typeface="Pretendard" pitchFamily="34" charset="-120"/>
              </a:rPr>
              <a:t>에이전트 만들기</a:t>
            </a:r>
            <a:endParaRPr lang="en-US" sz="3400" dirty="0"/>
          </a:p>
        </p:txBody>
      </p:sp>
      <p:sp>
        <p:nvSpPr>
          <p:cNvPr id="7" name="rule">
            <a:extLst>
              <a:ext uri="{C183D7F6-B498-43B3-948B-1728B52AA6E4}">
                <adec:decorative xmlns:adec="http://schemas.microsoft.com/office/drawing/2017/decorative" val="1"/>
              </a:ext>
            </a:extLst>
          </p:cNvPr>
          <p:cNvSpPr/>
          <p:nvPr/>
        </p:nvSpPr>
        <p:spPr>
          <a:xfrm>
            <a:off x="640080" y="2816352"/>
            <a:ext cx="822960" cy="36576"/>
          </a:xfrm>
          <a:prstGeom prst="rect">
            <a:avLst/>
          </a:prstGeom>
          <a:solidFill>
            <a:srgbClr val="1D4ED8"/>
          </a:solidFill>
          <a:ln w="12700">
            <a:solidFill>
              <a:srgbClr val="1D4ED8"/>
            </a:solidFill>
            <a:prstDash val="solid"/>
          </a:ln>
        </p:spPr>
        <p:txBody>
          <a:bodyPr/>
          <a:lstStyle/>
          <a:p>
            <a:endParaRPr lang="ko-KR" altLang="en-US"/>
          </a:p>
        </p:txBody>
      </p:sp>
      <p:sp>
        <p:nvSpPr>
          <p:cNvPr id="8" name="Text 5"/>
          <p:cNvSpPr/>
          <p:nvPr/>
        </p:nvSpPr>
        <p:spPr>
          <a:xfrm>
            <a:off x="640080" y="3017520"/>
            <a:ext cx="4114800" cy="731520"/>
          </a:xfrm>
          <a:prstGeom prst="rect">
            <a:avLst/>
          </a:prstGeom>
          <a:noFill/>
          <a:ln/>
        </p:spPr>
        <p:txBody>
          <a:bodyPr wrap="square" lIns="0" tIns="0" rIns="0" bIns="0" rtlCol="0" anchor="ctr"/>
          <a:lstStyle/>
          <a:p>
            <a:pPr marL="0" indent="0">
              <a:lnSpc>
                <a:spcPct val="130000"/>
              </a:lnSpc>
              <a:buNone/>
            </a:pPr>
            <a:r>
              <a:rPr lang="en-US" sz="1350" dirty="0">
                <a:solidFill>
                  <a:srgbClr val="4B5563"/>
                </a:solidFill>
                <a:latin typeface="Pretendard" pitchFamily="34" charset="0"/>
                <a:ea typeface="Pretendard" pitchFamily="34" charset="-122"/>
                <a:cs typeface="Pretendard" pitchFamily="34" charset="-120"/>
              </a:rPr>
              <a:t>Copilot Studio에서 자연어 지침과 지식,</a:t>
            </a:r>
            <a:endParaRPr lang="en-US" sz="1350" dirty="0"/>
          </a:p>
          <a:p>
            <a:pPr marL="0" indent="0">
              <a:lnSpc>
                <a:spcPct val="130000"/>
              </a:lnSpc>
              <a:buNone/>
            </a:pPr>
            <a:r>
              <a:rPr lang="en-US" sz="1350" dirty="0">
                <a:solidFill>
                  <a:srgbClr val="4B5563"/>
                </a:solidFill>
                <a:latin typeface="Pretendard" pitchFamily="34" charset="0"/>
                <a:ea typeface="Pretendard" pitchFamily="34" charset="-122"/>
                <a:cs typeface="Pretendard" pitchFamily="34" charset="-120"/>
              </a:rPr>
              <a:t>도구와 워크플로를 결합하는 아홉 단계</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추론하는 AI 에이전트를 표현한 추상 네트워크 일러스트"/>
          <p:cNvPicPr>
            <a:picLocks noChangeAspect="1"/>
          </p:cNvPicPr>
          <p:nvPr/>
        </p:nvPicPr>
        <p:blipFill>
          <a:blip r:embed="rId3"/>
          <a:srcRect l="22444" r="22444"/>
          <a:stretch/>
        </p:blipFill>
        <p:spPr>
          <a:xfrm>
            <a:off x="4892040" y="0"/>
            <a:ext cx="4251960" cy="5143500"/>
          </a:xfrm>
          <a:prstGeom prst="rect">
            <a:avLst/>
          </a:prstGeom>
        </p:spPr>
      </p:pic>
      <p:sp>
        <p:nvSpPr>
          <p:cNvPr id="3" name="left accent">
            <a:extLst>
              <a:ext uri="{C183D7F6-B498-43B3-948B-1728B52AA6E4}">
                <adec:decorative xmlns:adec="http://schemas.microsoft.com/office/drawing/2017/decorative" val="1"/>
              </a:ext>
            </a:extLst>
          </p:cNvPr>
          <p:cNvSpPr/>
          <p:nvPr/>
        </p:nvSpPr>
        <p:spPr>
          <a:xfrm>
            <a:off x="0" y="0"/>
            <a:ext cx="82296" cy="5143500"/>
          </a:xfrm>
          <a:prstGeom prst="rect">
            <a:avLst/>
          </a:prstGeom>
          <a:solidFill>
            <a:srgbClr val="1D4ED8"/>
          </a:solidFill>
          <a:ln w="12700">
            <a:solidFill>
              <a:srgbClr val="1D4ED8"/>
            </a:solidFill>
            <a:prstDash val="solid"/>
          </a:ln>
        </p:spPr>
        <p:txBody>
          <a:bodyPr/>
          <a:lstStyle/>
          <a:p>
            <a:endParaRPr lang="en-US"/>
          </a:p>
        </p:txBody>
      </p:sp>
      <p:sp>
        <p:nvSpPr>
          <p:cNvPr id="4" name="Text 1"/>
          <p:cNvSpPr/>
          <p:nvPr/>
        </p:nvSpPr>
        <p:spPr>
          <a:xfrm>
            <a:off x="640080" y="914400"/>
            <a:ext cx="4023360" cy="256032"/>
          </a:xfrm>
          <a:prstGeom prst="rect">
            <a:avLst/>
          </a:prstGeom>
          <a:noFill/>
          <a:ln/>
        </p:spPr>
        <p:txBody>
          <a:bodyPr wrap="square" lIns="0" tIns="0" rIns="0" bIns="0" rtlCol="0" anchor="ctr"/>
          <a:lstStyle/>
          <a:p>
            <a:pPr marL="0" indent="0">
              <a:buNone/>
            </a:pPr>
            <a:endParaRPr lang="en-US" sz="1050" dirty="0"/>
          </a:p>
        </p:txBody>
      </p:sp>
      <p:sp>
        <p:nvSpPr>
          <p:cNvPr id="5" name="Text 2">
            <a:extLst>
              <a:ext uri="{C183D7F6-B498-43B3-948B-1728B52AA6E4}">
                <adec:decorative xmlns:adec="http://schemas.microsoft.com/office/drawing/2017/decorative" val="1"/>
              </a:ext>
            </a:extLst>
          </p:cNvPr>
          <p:cNvSpPr/>
          <p:nvPr/>
        </p:nvSpPr>
        <p:spPr>
          <a:xfrm>
            <a:off x="640080" y="1261872"/>
            <a:ext cx="4023360" cy="457200"/>
          </a:xfrm>
          <a:prstGeom prst="rect">
            <a:avLst/>
          </a:prstGeom>
          <a:noFill/>
          <a:ln/>
        </p:spPr>
        <p:txBody>
          <a:bodyPr wrap="square" lIns="0" tIns="0" rIns="0" bIns="0" rtlCol="0" anchor="ctr"/>
          <a:lstStyle/>
          <a:p>
            <a:pPr marL="0" indent="0">
              <a:buNone/>
            </a:pPr>
            <a:r>
              <a:rPr lang="en-US" sz="1500" b="1" dirty="0">
                <a:solidFill>
                  <a:srgbClr val="6B7280"/>
                </a:solidFill>
                <a:latin typeface="Pretendard" pitchFamily="34" charset="0"/>
                <a:ea typeface="Pretendard" pitchFamily="34" charset="-122"/>
                <a:cs typeface="Pretendard" pitchFamily="34" charset="-120"/>
              </a:rPr>
              <a:t>작업 01</a:t>
            </a:r>
            <a:endParaRPr lang="en-US" sz="1500" dirty="0"/>
          </a:p>
        </p:txBody>
      </p:sp>
      <p:sp>
        <p:nvSpPr>
          <p:cNvPr id="6" name="Text 3"/>
          <p:cNvSpPr/>
          <p:nvPr/>
        </p:nvSpPr>
        <p:spPr>
          <a:xfrm>
            <a:off x="640080" y="1627632"/>
            <a:ext cx="4114800" cy="868680"/>
          </a:xfrm>
          <a:prstGeom prst="rect">
            <a:avLst/>
          </a:prstGeom>
          <a:noFill/>
          <a:ln/>
        </p:spPr>
        <p:txBody>
          <a:bodyPr wrap="square" lIns="0" tIns="0" rIns="0" bIns="0" rtlCol="0" anchor="ctr"/>
          <a:lstStyle/>
          <a:p>
            <a:pPr marL="0" indent="0">
              <a:buNone/>
            </a:pPr>
            <a:r>
              <a:rPr lang="en-US" sz="4000" b="1" dirty="0">
                <a:solidFill>
                  <a:srgbClr val="111827"/>
                </a:solidFill>
                <a:latin typeface="Pretendard" pitchFamily="34" charset="0"/>
                <a:ea typeface="Pretendard" pitchFamily="34" charset="-122"/>
                <a:cs typeface="Pretendard" pitchFamily="34" charset="-120"/>
              </a:rPr>
              <a:t>에이전트 소개</a:t>
            </a:r>
            <a:endParaRPr lang="en-US" sz="4000" dirty="0"/>
          </a:p>
        </p:txBody>
      </p:sp>
      <p:sp>
        <p:nvSpPr>
          <p:cNvPr id="7" name="rule">
            <a:extLst>
              <a:ext uri="{C183D7F6-B498-43B3-948B-1728B52AA6E4}">
                <adec:decorative xmlns:adec="http://schemas.microsoft.com/office/drawing/2017/decorative" val="1"/>
              </a:ext>
            </a:extLst>
          </p:cNvPr>
          <p:cNvSpPr/>
          <p:nvPr/>
        </p:nvSpPr>
        <p:spPr>
          <a:xfrm>
            <a:off x="640080" y="2578608"/>
            <a:ext cx="822960" cy="36576"/>
          </a:xfrm>
          <a:prstGeom prst="rect">
            <a:avLst/>
          </a:prstGeom>
          <a:solidFill>
            <a:srgbClr val="1D4ED8"/>
          </a:solidFill>
          <a:ln w="12700">
            <a:solidFill>
              <a:srgbClr val="1D4ED8"/>
            </a:solidFill>
            <a:prstDash val="solid"/>
          </a:ln>
        </p:spPr>
        <p:txBody>
          <a:bodyPr/>
          <a:lstStyle/>
          <a:p>
            <a:endParaRPr lang="ko-KR" altLang="en-US"/>
          </a:p>
        </p:txBody>
      </p:sp>
      <p:sp>
        <p:nvSpPr>
          <p:cNvPr id="8" name="Text 5">
            <a:extLst>
              <a:ext uri="{C183D7F6-B498-43B3-948B-1728B52AA6E4}">
                <adec:decorative xmlns:adec="http://schemas.microsoft.com/office/drawing/2017/decorative" val="1"/>
              </a:ext>
            </a:extLst>
          </p:cNvPr>
          <p:cNvSpPr/>
          <p:nvPr/>
        </p:nvSpPr>
        <p:spPr>
          <a:xfrm>
            <a:off x="640080" y="2788920"/>
            <a:ext cx="4023360" cy="731520"/>
          </a:xfrm>
          <a:prstGeom prst="rect">
            <a:avLst/>
          </a:prstGeom>
          <a:noFill/>
          <a:ln/>
        </p:spPr>
        <p:txBody>
          <a:bodyPr wrap="square" lIns="0" tIns="0" rIns="0" bIns="0" rtlCol="0" anchor="ctr"/>
          <a:lstStyle/>
          <a:p>
            <a:pPr marL="0" indent="0">
              <a:lnSpc>
                <a:spcPct val="130000"/>
              </a:lnSpc>
              <a:buNone/>
            </a:pPr>
            <a:r>
              <a:rPr lang="en-US" sz="1500" dirty="0">
                <a:solidFill>
                  <a:srgbClr val="4B5563"/>
                </a:solidFill>
                <a:latin typeface="Pretendard" pitchFamily="34" charset="0"/>
                <a:ea typeface="Pretendard" pitchFamily="34" charset="-122"/>
                <a:cs typeface="Pretendard" pitchFamily="34" charset="-120"/>
              </a:rPr>
              <a:t>스크립트를 쓰는 사람에서</a:t>
            </a:r>
            <a:endParaRPr lang="en-US" sz="1500" dirty="0"/>
          </a:p>
          <a:p>
            <a:pPr marL="0" indent="0">
              <a:lnSpc>
                <a:spcPct val="130000"/>
              </a:lnSpc>
              <a:buNone/>
            </a:pPr>
            <a:r>
              <a:rPr lang="en-US" sz="1500" dirty="0">
                <a:solidFill>
                  <a:srgbClr val="4B5563"/>
                </a:solidFill>
                <a:latin typeface="Pretendard" pitchFamily="34" charset="0"/>
                <a:ea typeface="Pretendard" pitchFamily="34" charset="-122"/>
                <a:cs typeface="Pretendard" pitchFamily="34" charset="-120"/>
              </a:rPr>
              <a:t>운영 환경을 설계하는 사람으로</a:t>
            </a:r>
            <a:endParaRPr lang="en-US" sz="1500" dirty="0"/>
          </a:p>
        </p:txBody>
      </p:sp>
      <p:sp>
        <p:nvSpPr>
          <p:cNvPr id="9" name="Text 6"/>
          <p:cNvSpPr/>
          <p:nvPr/>
        </p:nvSpPr>
        <p:spPr>
          <a:xfrm>
            <a:off x="640080" y="3794760"/>
            <a:ext cx="4023360" cy="640080"/>
          </a:xfrm>
          <a:prstGeom prst="rect">
            <a:avLst/>
          </a:prstGeom>
          <a:noFill/>
          <a:ln/>
        </p:spPr>
        <p:txBody>
          <a:bodyPr wrap="square" lIns="0" tIns="0" rIns="0" bIns="0" rtlCol="0" anchor="ctr"/>
          <a:lstStyle/>
          <a:p>
            <a:pPr marL="0" indent="0">
              <a:lnSpc>
                <a:spcPct val="140000"/>
              </a:lnSpc>
              <a:buNone/>
            </a:pPr>
            <a:r>
              <a:rPr lang="en-US" sz="1000" dirty="0">
                <a:solidFill>
                  <a:srgbClr val="6B7280"/>
                </a:solidFill>
                <a:latin typeface="Pretendard" pitchFamily="34" charset="0"/>
                <a:ea typeface="Pretendard" pitchFamily="34" charset="-122"/>
                <a:cs typeface="Pretendard" pitchFamily="34" charset="-120"/>
              </a:rPr>
              <a:t>교육 대상  </a:t>
            </a:r>
            <a:r>
              <a:rPr lang="en-US" sz="1000" b="1" dirty="0">
                <a:solidFill>
                  <a:srgbClr val="111827"/>
                </a:solidFill>
                <a:latin typeface="Pretendard" pitchFamily="34" charset="0"/>
                <a:ea typeface="Pretendard" pitchFamily="34" charset="-122"/>
                <a:cs typeface="Pretendard" pitchFamily="34" charset="-120"/>
              </a:rPr>
              <a:t>에이전트를 처음 설계하는 빌더</a:t>
            </a:r>
            <a:endParaRPr lang="en-US" sz="1000" dirty="0"/>
          </a:p>
          <a:p>
            <a:pPr marL="0" indent="0">
              <a:lnSpc>
                <a:spcPct val="140000"/>
              </a:lnSpc>
              <a:buNone/>
            </a:pPr>
            <a:r>
              <a:rPr lang="en-US" sz="1000" dirty="0">
                <a:solidFill>
                  <a:srgbClr val="6B7280"/>
                </a:solidFill>
                <a:latin typeface="Pretendard" pitchFamily="34" charset="0"/>
                <a:ea typeface="Pretendard" pitchFamily="34" charset="-122"/>
                <a:cs typeface="Pretendard" pitchFamily="34" charset="-120"/>
              </a:rPr>
              <a:t>선행 조건  </a:t>
            </a:r>
            <a:r>
              <a:rPr lang="en-US" sz="1000" b="1" dirty="0">
                <a:solidFill>
                  <a:srgbClr val="111827"/>
                </a:solidFill>
                <a:latin typeface="Pretendard" pitchFamily="34" charset="0"/>
                <a:ea typeface="Pretendard" pitchFamily="34" charset="-122"/>
                <a:cs typeface="Pretendard" pitchFamily="34" charset="-120"/>
              </a:rPr>
              <a:t>없음 · Copilot Studio는 아직 열지 않습니다</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과정 안내</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작업 01부터 09까지 전체 흐름</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ko-KR" alt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과정 안내  ·  목차</a:t>
            </a:r>
            <a:endParaRPr lang="en-US" sz="950" dirty="0"/>
          </a:p>
        </p:txBody>
      </p:sp>
      <p:sp>
        <p:nvSpPr>
          <p:cNvPr id="7" name="toc card">
            <a:extLst>
              <a:ext uri="{C183D7F6-B498-43B3-948B-1728B52AA6E4}">
                <adec:decorative xmlns:adec="http://schemas.microsoft.com/office/drawing/2017/decorative" val="1"/>
              </a:ext>
            </a:extLst>
          </p:cNvPr>
          <p:cNvSpPr/>
          <p:nvPr/>
        </p:nvSpPr>
        <p:spPr>
          <a:xfrm>
            <a:off x="548640" y="1481328"/>
            <a:ext cx="2587752" cy="987552"/>
          </a:xfrm>
          <a:prstGeom prst="rect">
            <a:avLst/>
          </a:prstGeom>
          <a:solidFill>
            <a:srgbClr val="FFFFFF"/>
          </a:solidFill>
          <a:ln w="12700">
            <a:solidFill>
              <a:srgbClr val="E5E7EB"/>
            </a:solidFill>
            <a:prstDash val="solid"/>
          </a:ln>
        </p:spPr>
        <p:txBody>
          <a:bodyPr/>
          <a:lstStyle/>
          <a:p>
            <a:endParaRPr lang="ko-KR" altLang="en-US"/>
          </a:p>
        </p:txBody>
      </p:sp>
      <p:sp>
        <p:nvSpPr>
          <p:cNvPr id="8" name="toc rule">
            <a:extLst>
              <a:ext uri="{C183D7F6-B498-43B3-948B-1728B52AA6E4}">
                <adec:decorative xmlns:adec="http://schemas.microsoft.com/office/drawing/2017/decorative" val="1"/>
              </a:ext>
            </a:extLst>
          </p:cNvPr>
          <p:cNvSpPr/>
          <p:nvPr/>
        </p:nvSpPr>
        <p:spPr>
          <a:xfrm>
            <a:off x="548640" y="1481328"/>
            <a:ext cx="2587752" cy="36576"/>
          </a:xfrm>
          <a:prstGeom prst="rect">
            <a:avLst/>
          </a:prstGeom>
          <a:solidFill>
            <a:srgbClr val="3B82F6"/>
          </a:solidFill>
          <a:ln w="12700">
            <a:solidFill>
              <a:srgbClr val="3B82F6"/>
            </a:solidFill>
            <a:prstDash val="solid"/>
          </a:ln>
        </p:spPr>
        <p:txBody>
          <a:bodyPr/>
          <a:lstStyle/>
          <a:p>
            <a:endParaRPr lang="ko-KR" altLang="en-US"/>
          </a:p>
        </p:txBody>
      </p:sp>
      <p:sp>
        <p:nvSpPr>
          <p:cNvPr id="9" name="Text 7">
            <a:extLst>
              <a:ext uri="{C183D7F6-B498-43B3-948B-1728B52AA6E4}">
                <adec:decorative xmlns:adec="http://schemas.microsoft.com/office/drawing/2017/decorative" val="1"/>
              </a:ext>
            </a:extLst>
          </p:cNvPr>
          <p:cNvSpPr/>
          <p:nvPr/>
        </p:nvSpPr>
        <p:spPr>
          <a:xfrm>
            <a:off x="731520" y="1627632"/>
            <a:ext cx="2221992" cy="256032"/>
          </a:xfrm>
          <a:prstGeom prst="rect">
            <a:avLst/>
          </a:prstGeom>
          <a:noFill/>
          <a:ln/>
        </p:spPr>
        <p:txBody>
          <a:bodyPr wrap="square" lIns="0" tIns="0" rIns="0" bIns="0" rtlCol="0" anchor="ctr"/>
          <a:lstStyle/>
          <a:p>
            <a:pPr marL="0" indent="0">
              <a:buNone/>
            </a:pPr>
            <a:r>
              <a:rPr lang="en-US" sz="1150" b="1" dirty="0">
                <a:solidFill>
                  <a:srgbClr val="1D4ED8"/>
                </a:solidFill>
                <a:latin typeface="Pretendard" pitchFamily="34" charset="0"/>
                <a:ea typeface="Pretendard" pitchFamily="34" charset="-122"/>
                <a:cs typeface="Pretendard" pitchFamily="34" charset="-120"/>
              </a:rPr>
              <a:t>01   </a:t>
            </a:r>
            <a:r>
              <a:rPr lang="en-US" sz="1150" b="1" dirty="0">
                <a:solidFill>
                  <a:srgbClr val="111827"/>
                </a:solidFill>
                <a:latin typeface="Pretendard" pitchFamily="34" charset="0"/>
                <a:ea typeface="Pretendard" pitchFamily="34" charset="-122"/>
                <a:cs typeface="Pretendard" pitchFamily="34" charset="-120"/>
              </a:rPr>
              <a:t>에이전트 소개</a:t>
            </a:r>
            <a:endParaRPr lang="en-US" sz="1150" dirty="0"/>
          </a:p>
        </p:txBody>
      </p:sp>
      <p:sp>
        <p:nvSpPr>
          <p:cNvPr id="10" name="Text 8">
            <a:extLst>
              <a:ext uri="{C183D7F6-B498-43B3-948B-1728B52AA6E4}">
                <adec:decorative xmlns:adec="http://schemas.microsoft.com/office/drawing/2017/decorative" val="1"/>
              </a:ext>
            </a:extLst>
          </p:cNvPr>
          <p:cNvSpPr/>
          <p:nvPr/>
        </p:nvSpPr>
        <p:spPr>
          <a:xfrm>
            <a:off x="731520" y="1920240"/>
            <a:ext cx="2221992" cy="457200"/>
          </a:xfrm>
          <a:prstGeom prst="rect">
            <a:avLst/>
          </a:prstGeom>
          <a:noFill/>
          <a:ln/>
        </p:spPr>
        <p:txBody>
          <a:bodyPr wrap="square" lIns="0" tIns="0" rIns="0" bIns="0" rtlCol="0" anchor="t"/>
          <a:lstStyle/>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추론 중심 에이전트의</a:t>
            </a:r>
            <a:endParaRPr lang="en-US" sz="950" dirty="0"/>
          </a:p>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개념과 사고방식</a:t>
            </a:r>
            <a:endParaRPr lang="en-US" sz="950" dirty="0"/>
          </a:p>
        </p:txBody>
      </p:sp>
      <p:sp>
        <p:nvSpPr>
          <p:cNvPr id="11" name="toc card">
            <a:extLst>
              <a:ext uri="{C183D7F6-B498-43B3-948B-1728B52AA6E4}">
                <adec:decorative xmlns:adec="http://schemas.microsoft.com/office/drawing/2017/decorative" val="1"/>
              </a:ext>
            </a:extLst>
          </p:cNvPr>
          <p:cNvSpPr/>
          <p:nvPr/>
        </p:nvSpPr>
        <p:spPr>
          <a:xfrm>
            <a:off x="3200400" y="1481328"/>
            <a:ext cx="2587752" cy="987552"/>
          </a:xfrm>
          <a:prstGeom prst="rect">
            <a:avLst/>
          </a:prstGeom>
          <a:solidFill>
            <a:srgbClr val="FFFFFF"/>
          </a:solidFill>
          <a:ln w="12700">
            <a:solidFill>
              <a:srgbClr val="E5E7EB"/>
            </a:solidFill>
            <a:prstDash val="solid"/>
          </a:ln>
        </p:spPr>
        <p:txBody>
          <a:bodyPr/>
          <a:lstStyle/>
          <a:p>
            <a:endParaRPr lang="en-US"/>
          </a:p>
        </p:txBody>
      </p:sp>
      <p:sp>
        <p:nvSpPr>
          <p:cNvPr id="12" name="toc rule">
            <a:extLst>
              <a:ext uri="{C183D7F6-B498-43B3-948B-1728B52AA6E4}">
                <adec:decorative xmlns:adec="http://schemas.microsoft.com/office/drawing/2017/decorative" val="1"/>
              </a:ext>
            </a:extLst>
          </p:cNvPr>
          <p:cNvSpPr/>
          <p:nvPr/>
        </p:nvSpPr>
        <p:spPr>
          <a:xfrm>
            <a:off x="3200400" y="1481328"/>
            <a:ext cx="2587752" cy="36576"/>
          </a:xfrm>
          <a:prstGeom prst="rect">
            <a:avLst/>
          </a:prstGeom>
          <a:solidFill>
            <a:srgbClr val="3B82F6"/>
          </a:solidFill>
          <a:ln w="12700">
            <a:solidFill>
              <a:srgbClr val="3B82F6"/>
            </a:solidFill>
            <a:prstDash val="solid"/>
          </a:ln>
        </p:spPr>
        <p:txBody>
          <a:bodyPr/>
          <a:lstStyle/>
          <a:p>
            <a:endParaRPr lang="en-US"/>
          </a:p>
        </p:txBody>
      </p:sp>
      <p:sp>
        <p:nvSpPr>
          <p:cNvPr id="13" name="Text 11"/>
          <p:cNvSpPr/>
          <p:nvPr/>
        </p:nvSpPr>
        <p:spPr>
          <a:xfrm>
            <a:off x="3383280" y="1627632"/>
            <a:ext cx="2221992" cy="256032"/>
          </a:xfrm>
          <a:prstGeom prst="rect">
            <a:avLst/>
          </a:prstGeom>
          <a:noFill/>
          <a:ln/>
        </p:spPr>
        <p:txBody>
          <a:bodyPr wrap="square" lIns="0" tIns="0" rIns="0" bIns="0" rtlCol="0" anchor="ctr"/>
          <a:lstStyle/>
          <a:p>
            <a:pPr marL="0" indent="0">
              <a:buNone/>
            </a:pPr>
            <a:r>
              <a:rPr lang="en-US" sz="1150" b="1" dirty="0">
                <a:solidFill>
                  <a:srgbClr val="1D4ED8"/>
                </a:solidFill>
                <a:latin typeface="Pretendard" pitchFamily="34" charset="0"/>
                <a:ea typeface="Pretendard" pitchFamily="34" charset="-122"/>
                <a:cs typeface="Pretendard" pitchFamily="34" charset="-120"/>
              </a:rPr>
              <a:t>02   </a:t>
            </a:r>
            <a:r>
              <a:rPr lang="en-US" sz="1150" b="1" dirty="0">
                <a:solidFill>
                  <a:srgbClr val="111827"/>
                </a:solidFill>
                <a:latin typeface="Pretendard" pitchFamily="34" charset="0"/>
                <a:ea typeface="Pretendard" pitchFamily="34" charset="-122"/>
                <a:cs typeface="Pretendard" pitchFamily="34" charset="-120"/>
              </a:rPr>
              <a:t>Copilot Studio 기초</a:t>
            </a:r>
            <a:endParaRPr lang="en-US" sz="1150" dirty="0"/>
          </a:p>
        </p:txBody>
      </p:sp>
      <p:sp>
        <p:nvSpPr>
          <p:cNvPr id="14" name="Text 12"/>
          <p:cNvSpPr/>
          <p:nvPr/>
        </p:nvSpPr>
        <p:spPr>
          <a:xfrm>
            <a:off x="3383280" y="1920240"/>
            <a:ext cx="2221992" cy="457200"/>
          </a:xfrm>
          <a:prstGeom prst="rect">
            <a:avLst/>
          </a:prstGeom>
          <a:noFill/>
          <a:ln/>
        </p:spPr>
        <p:txBody>
          <a:bodyPr wrap="square" lIns="0" tIns="0" rIns="0" bIns="0" rtlCol="0" anchor="t"/>
          <a:lstStyle/>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작성 환경과 구성 요소를</a:t>
            </a:r>
            <a:endParaRPr lang="en-US" sz="950" dirty="0"/>
          </a:p>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둘러봅니다</a:t>
            </a:r>
            <a:endParaRPr lang="en-US" sz="950" dirty="0"/>
          </a:p>
        </p:txBody>
      </p:sp>
      <p:sp>
        <p:nvSpPr>
          <p:cNvPr id="15" name="toc card">
            <a:extLst>
              <a:ext uri="{C183D7F6-B498-43B3-948B-1728B52AA6E4}">
                <adec:decorative xmlns:adec="http://schemas.microsoft.com/office/drawing/2017/decorative" val="1"/>
              </a:ext>
            </a:extLst>
          </p:cNvPr>
          <p:cNvSpPr/>
          <p:nvPr/>
        </p:nvSpPr>
        <p:spPr>
          <a:xfrm>
            <a:off x="5852160" y="1481328"/>
            <a:ext cx="2587752" cy="987552"/>
          </a:xfrm>
          <a:prstGeom prst="rect">
            <a:avLst/>
          </a:prstGeom>
          <a:solidFill>
            <a:srgbClr val="FFFFFF"/>
          </a:solidFill>
          <a:ln w="12700">
            <a:solidFill>
              <a:srgbClr val="E5E7EB"/>
            </a:solidFill>
            <a:prstDash val="solid"/>
          </a:ln>
        </p:spPr>
        <p:txBody>
          <a:bodyPr/>
          <a:lstStyle/>
          <a:p>
            <a:endParaRPr lang="ko-KR" altLang="en-US"/>
          </a:p>
        </p:txBody>
      </p:sp>
      <p:sp>
        <p:nvSpPr>
          <p:cNvPr id="16" name="toc rule">
            <a:extLst>
              <a:ext uri="{C183D7F6-B498-43B3-948B-1728B52AA6E4}">
                <adec:decorative xmlns:adec="http://schemas.microsoft.com/office/drawing/2017/decorative" val="1"/>
              </a:ext>
            </a:extLst>
          </p:cNvPr>
          <p:cNvSpPr/>
          <p:nvPr/>
        </p:nvSpPr>
        <p:spPr>
          <a:xfrm>
            <a:off x="5852160" y="1481328"/>
            <a:ext cx="2587752" cy="36576"/>
          </a:xfrm>
          <a:prstGeom prst="rect">
            <a:avLst/>
          </a:prstGeom>
          <a:solidFill>
            <a:srgbClr val="3B82F6"/>
          </a:solidFill>
          <a:ln w="12700">
            <a:solidFill>
              <a:srgbClr val="3B82F6"/>
            </a:solidFill>
            <a:prstDash val="solid"/>
          </a:ln>
        </p:spPr>
        <p:txBody>
          <a:bodyPr/>
          <a:lstStyle/>
          <a:p>
            <a:endParaRPr lang="ko-KR" altLang="en-US"/>
          </a:p>
        </p:txBody>
      </p:sp>
      <p:sp>
        <p:nvSpPr>
          <p:cNvPr id="17" name="Text 15"/>
          <p:cNvSpPr/>
          <p:nvPr/>
        </p:nvSpPr>
        <p:spPr>
          <a:xfrm>
            <a:off x="6035040" y="1627632"/>
            <a:ext cx="2221992" cy="256032"/>
          </a:xfrm>
          <a:prstGeom prst="rect">
            <a:avLst/>
          </a:prstGeom>
          <a:noFill/>
          <a:ln/>
        </p:spPr>
        <p:txBody>
          <a:bodyPr wrap="square" lIns="0" tIns="0" rIns="0" bIns="0" rtlCol="0" anchor="ctr"/>
          <a:lstStyle/>
          <a:p>
            <a:pPr marL="0" indent="0">
              <a:buNone/>
            </a:pPr>
            <a:r>
              <a:rPr lang="en-US" sz="1150" b="1" dirty="0">
                <a:solidFill>
                  <a:srgbClr val="1D4ED8"/>
                </a:solidFill>
                <a:latin typeface="Pretendard" pitchFamily="34" charset="0"/>
                <a:ea typeface="Pretendard" pitchFamily="34" charset="-122"/>
                <a:cs typeface="Pretendard" pitchFamily="34" charset="-120"/>
              </a:rPr>
              <a:t>03   </a:t>
            </a:r>
            <a:r>
              <a:rPr lang="en-US" sz="1150" b="1" dirty="0">
                <a:solidFill>
                  <a:srgbClr val="111827"/>
                </a:solidFill>
                <a:latin typeface="Pretendard" pitchFamily="34" charset="0"/>
                <a:ea typeface="Pretendard" pitchFamily="34" charset="-122"/>
                <a:cs typeface="Pretendard" pitchFamily="34" charset="-120"/>
              </a:rPr>
              <a:t>에이전트 만들기</a:t>
            </a:r>
            <a:endParaRPr lang="en-US" sz="1150" dirty="0"/>
          </a:p>
        </p:txBody>
      </p:sp>
      <p:sp>
        <p:nvSpPr>
          <p:cNvPr id="18" name="Text 16"/>
          <p:cNvSpPr/>
          <p:nvPr/>
        </p:nvSpPr>
        <p:spPr>
          <a:xfrm>
            <a:off x="6035040" y="1920240"/>
            <a:ext cx="2221992" cy="457200"/>
          </a:xfrm>
          <a:prstGeom prst="rect">
            <a:avLst/>
          </a:prstGeom>
          <a:noFill/>
          <a:ln/>
        </p:spPr>
        <p:txBody>
          <a:bodyPr wrap="square" lIns="0" tIns="0" rIns="0" bIns="0" rtlCol="0" anchor="t"/>
          <a:lstStyle/>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첫 에이전트를 만들고</a:t>
            </a:r>
            <a:endParaRPr lang="en-US" sz="950" dirty="0"/>
          </a:p>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기본을 설정합니다</a:t>
            </a:r>
            <a:endParaRPr lang="en-US" sz="950" dirty="0"/>
          </a:p>
        </p:txBody>
      </p:sp>
      <p:sp>
        <p:nvSpPr>
          <p:cNvPr id="19" name="toc card">
            <a:extLst>
              <a:ext uri="{C183D7F6-B498-43B3-948B-1728B52AA6E4}">
                <adec:decorative xmlns:adec="http://schemas.microsoft.com/office/drawing/2017/decorative" val="1"/>
              </a:ext>
            </a:extLst>
          </p:cNvPr>
          <p:cNvSpPr/>
          <p:nvPr/>
        </p:nvSpPr>
        <p:spPr>
          <a:xfrm>
            <a:off x="548640" y="2578608"/>
            <a:ext cx="2587752" cy="987552"/>
          </a:xfrm>
          <a:prstGeom prst="rect">
            <a:avLst/>
          </a:prstGeom>
          <a:solidFill>
            <a:srgbClr val="FFFFFF"/>
          </a:solidFill>
          <a:ln w="12700">
            <a:solidFill>
              <a:srgbClr val="E5E7EB"/>
            </a:solidFill>
            <a:prstDash val="solid"/>
          </a:ln>
        </p:spPr>
        <p:txBody>
          <a:bodyPr/>
          <a:lstStyle/>
          <a:p>
            <a:endParaRPr lang="ko-KR" altLang="en-US"/>
          </a:p>
        </p:txBody>
      </p:sp>
      <p:sp>
        <p:nvSpPr>
          <p:cNvPr id="20" name="toc rule">
            <a:extLst>
              <a:ext uri="{C183D7F6-B498-43B3-948B-1728B52AA6E4}">
                <adec:decorative xmlns:adec="http://schemas.microsoft.com/office/drawing/2017/decorative" val="1"/>
              </a:ext>
            </a:extLst>
          </p:cNvPr>
          <p:cNvSpPr/>
          <p:nvPr/>
        </p:nvSpPr>
        <p:spPr>
          <a:xfrm>
            <a:off x="548640" y="2578608"/>
            <a:ext cx="2587752" cy="36576"/>
          </a:xfrm>
          <a:prstGeom prst="rect">
            <a:avLst/>
          </a:prstGeom>
          <a:solidFill>
            <a:srgbClr val="3B82F6"/>
          </a:solidFill>
          <a:ln w="12700">
            <a:solidFill>
              <a:srgbClr val="3B82F6"/>
            </a:solidFill>
            <a:prstDash val="solid"/>
          </a:ln>
        </p:spPr>
        <p:txBody>
          <a:bodyPr/>
          <a:lstStyle/>
          <a:p>
            <a:endParaRPr lang="ko-KR" altLang="en-US"/>
          </a:p>
        </p:txBody>
      </p:sp>
      <p:sp>
        <p:nvSpPr>
          <p:cNvPr id="21" name="Text 19"/>
          <p:cNvSpPr/>
          <p:nvPr/>
        </p:nvSpPr>
        <p:spPr>
          <a:xfrm>
            <a:off x="731520" y="2724912"/>
            <a:ext cx="2221992" cy="256032"/>
          </a:xfrm>
          <a:prstGeom prst="rect">
            <a:avLst/>
          </a:prstGeom>
          <a:noFill/>
          <a:ln/>
        </p:spPr>
        <p:txBody>
          <a:bodyPr wrap="square" lIns="0" tIns="0" rIns="0" bIns="0" rtlCol="0" anchor="ctr"/>
          <a:lstStyle/>
          <a:p>
            <a:pPr marL="0" indent="0">
              <a:buNone/>
            </a:pPr>
            <a:r>
              <a:rPr lang="en-US" sz="1150" b="1" dirty="0">
                <a:solidFill>
                  <a:srgbClr val="1D4ED8"/>
                </a:solidFill>
                <a:latin typeface="Pretendard" pitchFamily="34" charset="0"/>
                <a:ea typeface="Pretendard" pitchFamily="34" charset="-122"/>
                <a:cs typeface="Pretendard" pitchFamily="34" charset="-120"/>
              </a:rPr>
              <a:t>04   </a:t>
            </a:r>
            <a:r>
              <a:rPr lang="en-US" sz="1150" b="1" dirty="0">
                <a:solidFill>
                  <a:srgbClr val="111827"/>
                </a:solidFill>
                <a:latin typeface="Pretendard" pitchFamily="34" charset="0"/>
                <a:ea typeface="Pretendard" pitchFamily="34" charset="-122"/>
                <a:cs typeface="Pretendard" pitchFamily="34" charset="-120"/>
              </a:rPr>
              <a:t>지침과 동작 설계</a:t>
            </a:r>
            <a:endParaRPr lang="en-US" sz="1150" dirty="0"/>
          </a:p>
        </p:txBody>
      </p:sp>
      <p:sp>
        <p:nvSpPr>
          <p:cNvPr id="22" name="Text 20"/>
          <p:cNvSpPr/>
          <p:nvPr/>
        </p:nvSpPr>
        <p:spPr>
          <a:xfrm>
            <a:off x="731520" y="3017520"/>
            <a:ext cx="2221992" cy="457200"/>
          </a:xfrm>
          <a:prstGeom prst="rect">
            <a:avLst/>
          </a:prstGeom>
          <a:noFill/>
          <a:ln/>
        </p:spPr>
        <p:txBody>
          <a:bodyPr wrap="square" lIns="0" tIns="0" rIns="0" bIns="0" rtlCol="0" anchor="t"/>
          <a:lstStyle/>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자연어 지침으로 대화와</a:t>
            </a:r>
            <a:endParaRPr lang="en-US" sz="950" dirty="0"/>
          </a:p>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행동을 설계합니다</a:t>
            </a:r>
            <a:endParaRPr lang="en-US" sz="950" dirty="0"/>
          </a:p>
        </p:txBody>
      </p:sp>
      <p:sp>
        <p:nvSpPr>
          <p:cNvPr id="23" name="toc card">
            <a:extLst>
              <a:ext uri="{C183D7F6-B498-43B3-948B-1728B52AA6E4}">
                <adec:decorative xmlns:adec="http://schemas.microsoft.com/office/drawing/2017/decorative" val="1"/>
              </a:ext>
            </a:extLst>
          </p:cNvPr>
          <p:cNvSpPr/>
          <p:nvPr/>
        </p:nvSpPr>
        <p:spPr>
          <a:xfrm>
            <a:off x="3200400" y="2578608"/>
            <a:ext cx="2587752" cy="987552"/>
          </a:xfrm>
          <a:prstGeom prst="rect">
            <a:avLst/>
          </a:prstGeom>
          <a:solidFill>
            <a:srgbClr val="FFFFFF"/>
          </a:solidFill>
          <a:ln w="12700">
            <a:solidFill>
              <a:srgbClr val="E5E7EB"/>
            </a:solidFill>
            <a:prstDash val="solid"/>
          </a:ln>
        </p:spPr>
        <p:txBody>
          <a:bodyPr/>
          <a:lstStyle/>
          <a:p>
            <a:endParaRPr lang="ko-KR" altLang="en-US"/>
          </a:p>
        </p:txBody>
      </p:sp>
      <p:sp>
        <p:nvSpPr>
          <p:cNvPr id="24" name="toc rule">
            <a:extLst>
              <a:ext uri="{C183D7F6-B498-43B3-948B-1728B52AA6E4}">
                <adec:decorative xmlns:adec="http://schemas.microsoft.com/office/drawing/2017/decorative" val="1"/>
              </a:ext>
            </a:extLst>
          </p:cNvPr>
          <p:cNvSpPr/>
          <p:nvPr/>
        </p:nvSpPr>
        <p:spPr>
          <a:xfrm>
            <a:off x="3200400" y="2578608"/>
            <a:ext cx="2587752" cy="36576"/>
          </a:xfrm>
          <a:prstGeom prst="rect">
            <a:avLst/>
          </a:prstGeom>
          <a:solidFill>
            <a:srgbClr val="3B82F6"/>
          </a:solidFill>
          <a:ln w="12700">
            <a:solidFill>
              <a:srgbClr val="3B82F6"/>
            </a:solidFill>
            <a:prstDash val="solid"/>
          </a:ln>
        </p:spPr>
        <p:txBody>
          <a:bodyPr/>
          <a:lstStyle/>
          <a:p>
            <a:endParaRPr lang="ko-KR" altLang="en-US"/>
          </a:p>
        </p:txBody>
      </p:sp>
      <p:sp>
        <p:nvSpPr>
          <p:cNvPr id="25" name="Text 23"/>
          <p:cNvSpPr/>
          <p:nvPr/>
        </p:nvSpPr>
        <p:spPr>
          <a:xfrm>
            <a:off x="3383280" y="2724912"/>
            <a:ext cx="2221992" cy="256032"/>
          </a:xfrm>
          <a:prstGeom prst="rect">
            <a:avLst/>
          </a:prstGeom>
          <a:noFill/>
          <a:ln/>
        </p:spPr>
        <p:txBody>
          <a:bodyPr wrap="square" lIns="0" tIns="0" rIns="0" bIns="0" rtlCol="0" anchor="ctr"/>
          <a:lstStyle/>
          <a:p>
            <a:pPr marL="0" indent="0">
              <a:buNone/>
            </a:pPr>
            <a:r>
              <a:rPr lang="en-US" sz="1150" b="1" dirty="0">
                <a:solidFill>
                  <a:srgbClr val="1D4ED8"/>
                </a:solidFill>
                <a:latin typeface="Pretendard" pitchFamily="34" charset="0"/>
                <a:ea typeface="Pretendard" pitchFamily="34" charset="-122"/>
                <a:cs typeface="Pretendard" pitchFamily="34" charset="-120"/>
              </a:rPr>
              <a:t>05   </a:t>
            </a:r>
            <a:r>
              <a:rPr lang="en-US" sz="1150" b="1" dirty="0">
                <a:solidFill>
                  <a:srgbClr val="111827"/>
                </a:solidFill>
                <a:latin typeface="Pretendard" pitchFamily="34" charset="0"/>
                <a:ea typeface="Pretendard" pitchFamily="34" charset="-122"/>
                <a:cs typeface="Pretendard" pitchFamily="34" charset="-120"/>
              </a:rPr>
              <a:t>지식 연결</a:t>
            </a:r>
            <a:endParaRPr lang="en-US" sz="1150" dirty="0"/>
          </a:p>
        </p:txBody>
      </p:sp>
      <p:sp>
        <p:nvSpPr>
          <p:cNvPr id="26" name="Text 24"/>
          <p:cNvSpPr/>
          <p:nvPr/>
        </p:nvSpPr>
        <p:spPr>
          <a:xfrm>
            <a:off x="3383280" y="3017520"/>
            <a:ext cx="2221992" cy="457200"/>
          </a:xfrm>
          <a:prstGeom prst="rect">
            <a:avLst/>
          </a:prstGeom>
          <a:noFill/>
          <a:ln/>
        </p:spPr>
        <p:txBody>
          <a:bodyPr wrap="square" lIns="0" tIns="0" rIns="0" bIns="0" rtlCol="0" anchor="t"/>
          <a:lstStyle/>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지식 원본을 붙여 근거</a:t>
            </a:r>
            <a:endParaRPr lang="en-US" sz="950" dirty="0"/>
          </a:p>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있는 답을 만듭니다</a:t>
            </a:r>
            <a:endParaRPr lang="en-US" sz="950" dirty="0"/>
          </a:p>
        </p:txBody>
      </p:sp>
      <p:sp>
        <p:nvSpPr>
          <p:cNvPr id="27" name="toc card">
            <a:extLst>
              <a:ext uri="{C183D7F6-B498-43B3-948B-1728B52AA6E4}">
                <adec:decorative xmlns:adec="http://schemas.microsoft.com/office/drawing/2017/decorative" val="1"/>
              </a:ext>
            </a:extLst>
          </p:cNvPr>
          <p:cNvSpPr/>
          <p:nvPr/>
        </p:nvSpPr>
        <p:spPr>
          <a:xfrm>
            <a:off x="5852160" y="2578608"/>
            <a:ext cx="2587752" cy="987552"/>
          </a:xfrm>
          <a:prstGeom prst="rect">
            <a:avLst/>
          </a:prstGeom>
          <a:solidFill>
            <a:srgbClr val="FFFFFF"/>
          </a:solidFill>
          <a:ln w="12700">
            <a:solidFill>
              <a:srgbClr val="E5E7EB"/>
            </a:solidFill>
            <a:prstDash val="solid"/>
          </a:ln>
        </p:spPr>
        <p:txBody>
          <a:bodyPr/>
          <a:lstStyle/>
          <a:p>
            <a:endParaRPr lang="ko-KR" altLang="en-US"/>
          </a:p>
        </p:txBody>
      </p:sp>
      <p:sp>
        <p:nvSpPr>
          <p:cNvPr id="28" name="toc rule">
            <a:extLst>
              <a:ext uri="{C183D7F6-B498-43B3-948B-1728B52AA6E4}">
                <adec:decorative xmlns:adec="http://schemas.microsoft.com/office/drawing/2017/decorative" val="1"/>
              </a:ext>
            </a:extLst>
          </p:cNvPr>
          <p:cNvSpPr/>
          <p:nvPr/>
        </p:nvSpPr>
        <p:spPr>
          <a:xfrm>
            <a:off x="5852160" y="2578608"/>
            <a:ext cx="2587752" cy="36576"/>
          </a:xfrm>
          <a:prstGeom prst="rect">
            <a:avLst/>
          </a:prstGeom>
          <a:solidFill>
            <a:srgbClr val="3B82F6"/>
          </a:solidFill>
          <a:ln w="12700">
            <a:solidFill>
              <a:srgbClr val="3B82F6"/>
            </a:solidFill>
            <a:prstDash val="solid"/>
          </a:ln>
        </p:spPr>
        <p:txBody>
          <a:bodyPr/>
          <a:lstStyle/>
          <a:p>
            <a:endParaRPr lang="ko-KR" altLang="en-US"/>
          </a:p>
        </p:txBody>
      </p:sp>
      <p:sp>
        <p:nvSpPr>
          <p:cNvPr id="29" name="Text 27"/>
          <p:cNvSpPr/>
          <p:nvPr/>
        </p:nvSpPr>
        <p:spPr>
          <a:xfrm>
            <a:off x="6035040" y="2724912"/>
            <a:ext cx="2221992" cy="256032"/>
          </a:xfrm>
          <a:prstGeom prst="rect">
            <a:avLst/>
          </a:prstGeom>
          <a:noFill/>
          <a:ln/>
        </p:spPr>
        <p:txBody>
          <a:bodyPr wrap="square" lIns="0" tIns="0" rIns="0" bIns="0" rtlCol="0" anchor="ctr"/>
          <a:lstStyle/>
          <a:p>
            <a:pPr marL="0" indent="0">
              <a:buNone/>
            </a:pPr>
            <a:r>
              <a:rPr lang="en-US" sz="1150" b="1" dirty="0">
                <a:solidFill>
                  <a:srgbClr val="1D4ED8"/>
                </a:solidFill>
                <a:latin typeface="Pretendard" pitchFamily="34" charset="0"/>
                <a:ea typeface="Pretendard" pitchFamily="34" charset="-122"/>
                <a:cs typeface="Pretendard" pitchFamily="34" charset="-120"/>
              </a:rPr>
              <a:t>06   </a:t>
            </a:r>
            <a:r>
              <a:rPr lang="en-US" sz="1150" b="1" dirty="0">
                <a:solidFill>
                  <a:srgbClr val="111827"/>
                </a:solidFill>
                <a:latin typeface="Pretendard" pitchFamily="34" charset="0"/>
                <a:ea typeface="Pretendard" pitchFamily="34" charset="-122"/>
                <a:cs typeface="Pretendard" pitchFamily="34" charset="-120"/>
              </a:rPr>
              <a:t>도구와 스킬</a:t>
            </a:r>
            <a:endParaRPr lang="en-US" sz="1150" dirty="0"/>
          </a:p>
        </p:txBody>
      </p:sp>
      <p:sp>
        <p:nvSpPr>
          <p:cNvPr id="30" name="Text 28"/>
          <p:cNvSpPr/>
          <p:nvPr/>
        </p:nvSpPr>
        <p:spPr>
          <a:xfrm>
            <a:off x="6035040" y="3017520"/>
            <a:ext cx="2221992" cy="457200"/>
          </a:xfrm>
          <a:prstGeom prst="rect">
            <a:avLst/>
          </a:prstGeom>
          <a:noFill/>
          <a:ln/>
        </p:spPr>
        <p:txBody>
          <a:bodyPr wrap="square" lIns="0" tIns="0" rIns="0" bIns="0" rtlCol="0" anchor="t"/>
          <a:lstStyle/>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실제 작업을 수행하는</a:t>
            </a:r>
            <a:endParaRPr lang="en-US" sz="950" dirty="0"/>
          </a:p>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능력을 더합니다</a:t>
            </a:r>
            <a:endParaRPr lang="en-US" sz="950" dirty="0"/>
          </a:p>
        </p:txBody>
      </p:sp>
      <p:sp>
        <p:nvSpPr>
          <p:cNvPr id="31" name="toc card">
            <a:extLst>
              <a:ext uri="{C183D7F6-B498-43B3-948B-1728B52AA6E4}">
                <adec:decorative xmlns:adec="http://schemas.microsoft.com/office/drawing/2017/decorative" val="1"/>
              </a:ext>
            </a:extLst>
          </p:cNvPr>
          <p:cNvSpPr/>
          <p:nvPr/>
        </p:nvSpPr>
        <p:spPr>
          <a:xfrm>
            <a:off x="548640" y="3675888"/>
            <a:ext cx="2587752" cy="987552"/>
          </a:xfrm>
          <a:prstGeom prst="rect">
            <a:avLst/>
          </a:prstGeom>
          <a:solidFill>
            <a:srgbClr val="FFFFFF"/>
          </a:solidFill>
          <a:ln w="12700">
            <a:solidFill>
              <a:srgbClr val="E5E7EB"/>
            </a:solidFill>
            <a:prstDash val="solid"/>
          </a:ln>
        </p:spPr>
        <p:txBody>
          <a:bodyPr/>
          <a:lstStyle/>
          <a:p>
            <a:endParaRPr lang="ko-KR" altLang="en-US"/>
          </a:p>
        </p:txBody>
      </p:sp>
      <p:sp>
        <p:nvSpPr>
          <p:cNvPr id="32" name="toc rule">
            <a:extLst>
              <a:ext uri="{C183D7F6-B498-43B3-948B-1728B52AA6E4}">
                <adec:decorative xmlns:adec="http://schemas.microsoft.com/office/drawing/2017/decorative" val="1"/>
              </a:ext>
            </a:extLst>
          </p:cNvPr>
          <p:cNvSpPr/>
          <p:nvPr/>
        </p:nvSpPr>
        <p:spPr>
          <a:xfrm>
            <a:off x="548640" y="3675888"/>
            <a:ext cx="2587752" cy="36576"/>
          </a:xfrm>
          <a:prstGeom prst="rect">
            <a:avLst/>
          </a:prstGeom>
          <a:solidFill>
            <a:srgbClr val="3B82F6"/>
          </a:solidFill>
          <a:ln w="12700">
            <a:solidFill>
              <a:srgbClr val="3B82F6"/>
            </a:solidFill>
            <a:prstDash val="solid"/>
          </a:ln>
        </p:spPr>
        <p:txBody>
          <a:bodyPr/>
          <a:lstStyle/>
          <a:p>
            <a:endParaRPr lang="ko-KR" altLang="en-US"/>
          </a:p>
        </p:txBody>
      </p:sp>
      <p:sp>
        <p:nvSpPr>
          <p:cNvPr id="33" name="Text 31"/>
          <p:cNvSpPr/>
          <p:nvPr/>
        </p:nvSpPr>
        <p:spPr>
          <a:xfrm>
            <a:off x="731520" y="3822192"/>
            <a:ext cx="2221992" cy="256032"/>
          </a:xfrm>
          <a:prstGeom prst="rect">
            <a:avLst/>
          </a:prstGeom>
          <a:noFill/>
          <a:ln/>
        </p:spPr>
        <p:txBody>
          <a:bodyPr wrap="square" lIns="0" tIns="0" rIns="0" bIns="0" rtlCol="0" anchor="ctr"/>
          <a:lstStyle/>
          <a:p>
            <a:pPr marL="0" indent="0">
              <a:buNone/>
            </a:pPr>
            <a:r>
              <a:rPr lang="en-US" sz="1150" b="1" dirty="0">
                <a:solidFill>
                  <a:srgbClr val="1D4ED8"/>
                </a:solidFill>
                <a:latin typeface="Pretendard" pitchFamily="34" charset="0"/>
                <a:ea typeface="Pretendard" pitchFamily="34" charset="-122"/>
                <a:cs typeface="Pretendard" pitchFamily="34" charset="-120"/>
              </a:rPr>
              <a:t>07   </a:t>
            </a:r>
            <a:r>
              <a:rPr lang="en-US" sz="1150" b="1" dirty="0">
                <a:solidFill>
                  <a:srgbClr val="111827"/>
                </a:solidFill>
                <a:latin typeface="Pretendard" pitchFamily="34" charset="0"/>
                <a:ea typeface="Pretendard" pitchFamily="34" charset="-122"/>
                <a:cs typeface="Pretendard" pitchFamily="34" charset="-120"/>
              </a:rPr>
              <a:t>워크플로 연결</a:t>
            </a:r>
            <a:endParaRPr lang="en-US" sz="1150" dirty="0"/>
          </a:p>
        </p:txBody>
      </p:sp>
      <p:sp>
        <p:nvSpPr>
          <p:cNvPr id="34" name="Text 32"/>
          <p:cNvSpPr/>
          <p:nvPr/>
        </p:nvSpPr>
        <p:spPr>
          <a:xfrm>
            <a:off x="731520" y="4114800"/>
            <a:ext cx="2221992" cy="457200"/>
          </a:xfrm>
          <a:prstGeom prst="rect">
            <a:avLst/>
          </a:prstGeom>
          <a:noFill/>
          <a:ln/>
        </p:spPr>
        <p:txBody>
          <a:bodyPr wrap="square" lIns="0" tIns="0" rIns="0" bIns="0" rtlCol="0" anchor="t"/>
          <a:lstStyle/>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승인이 필요한 절차를</a:t>
            </a:r>
            <a:endParaRPr lang="en-US" sz="950" dirty="0"/>
          </a:p>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자동화합니다</a:t>
            </a:r>
            <a:endParaRPr lang="en-US" sz="950" dirty="0"/>
          </a:p>
        </p:txBody>
      </p:sp>
      <p:sp>
        <p:nvSpPr>
          <p:cNvPr id="35" name="toc card">
            <a:extLst>
              <a:ext uri="{C183D7F6-B498-43B3-948B-1728B52AA6E4}">
                <adec:decorative xmlns:adec="http://schemas.microsoft.com/office/drawing/2017/decorative" val="1"/>
              </a:ext>
            </a:extLst>
          </p:cNvPr>
          <p:cNvSpPr/>
          <p:nvPr/>
        </p:nvSpPr>
        <p:spPr>
          <a:xfrm>
            <a:off x="3200400" y="3675888"/>
            <a:ext cx="2587752" cy="987552"/>
          </a:xfrm>
          <a:prstGeom prst="rect">
            <a:avLst/>
          </a:prstGeom>
          <a:solidFill>
            <a:srgbClr val="FFFFFF"/>
          </a:solidFill>
          <a:ln w="12700">
            <a:solidFill>
              <a:srgbClr val="E5E7EB"/>
            </a:solidFill>
            <a:prstDash val="solid"/>
          </a:ln>
        </p:spPr>
        <p:txBody>
          <a:bodyPr/>
          <a:lstStyle/>
          <a:p>
            <a:endParaRPr lang="ko-KR" altLang="en-US"/>
          </a:p>
        </p:txBody>
      </p:sp>
      <p:sp>
        <p:nvSpPr>
          <p:cNvPr id="36" name="toc rule">
            <a:extLst>
              <a:ext uri="{C183D7F6-B498-43B3-948B-1728B52AA6E4}">
                <adec:decorative xmlns:adec="http://schemas.microsoft.com/office/drawing/2017/decorative" val="1"/>
              </a:ext>
            </a:extLst>
          </p:cNvPr>
          <p:cNvSpPr/>
          <p:nvPr/>
        </p:nvSpPr>
        <p:spPr>
          <a:xfrm>
            <a:off x="3200400" y="3675888"/>
            <a:ext cx="2587752" cy="36576"/>
          </a:xfrm>
          <a:prstGeom prst="rect">
            <a:avLst/>
          </a:prstGeom>
          <a:solidFill>
            <a:srgbClr val="3B82F6"/>
          </a:solidFill>
          <a:ln w="12700">
            <a:solidFill>
              <a:srgbClr val="3B82F6"/>
            </a:solidFill>
            <a:prstDash val="solid"/>
          </a:ln>
        </p:spPr>
        <p:txBody>
          <a:bodyPr/>
          <a:lstStyle/>
          <a:p>
            <a:endParaRPr lang="ko-KR" altLang="en-US"/>
          </a:p>
        </p:txBody>
      </p:sp>
      <p:sp>
        <p:nvSpPr>
          <p:cNvPr id="37" name="Text 35"/>
          <p:cNvSpPr/>
          <p:nvPr/>
        </p:nvSpPr>
        <p:spPr>
          <a:xfrm>
            <a:off x="3383280" y="3822192"/>
            <a:ext cx="2221992" cy="256032"/>
          </a:xfrm>
          <a:prstGeom prst="rect">
            <a:avLst/>
          </a:prstGeom>
          <a:noFill/>
          <a:ln/>
        </p:spPr>
        <p:txBody>
          <a:bodyPr wrap="square" lIns="0" tIns="0" rIns="0" bIns="0" rtlCol="0" anchor="ctr"/>
          <a:lstStyle/>
          <a:p>
            <a:pPr marL="0" indent="0">
              <a:buNone/>
            </a:pPr>
            <a:r>
              <a:rPr lang="en-US" sz="1150" b="1" dirty="0">
                <a:solidFill>
                  <a:srgbClr val="1D4ED8"/>
                </a:solidFill>
                <a:latin typeface="Pretendard" pitchFamily="34" charset="0"/>
                <a:ea typeface="Pretendard" pitchFamily="34" charset="-122"/>
                <a:cs typeface="Pretendard" pitchFamily="34" charset="-120"/>
              </a:rPr>
              <a:t>08   </a:t>
            </a:r>
            <a:r>
              <a:rPr lang="en-US" sz="1150" b="1" dirty="0">
                <a:solidFill>
                  <a:srgbClr val="111827"/>
                </a:solidFill>
                <a:latin typeface="Pretendard" pitchFamily="34" charset="0"/>
                <a:ea typeface="Pretendard" pitchFamily="34" charset="-122"/>
                <a:cs typeface="Pretendard" pitchFamily="34" charset="-120"/>
              </a:rPr>
              <a:t>게시하기</a:t>
            </a:r>
            <a:endParaRPr lang="en-US" sz="1150" dirty="0"/>
          </a:p>
        </p:txBody>
      </p:sp>
      <p:sp>
        <p:nvSpPr>
          <p:cNvPr id="38" name="Text 36"/>
          <p:cNvSpPr/>
          <p:nvPr/>
        </p:nvSpPr>
        <p:spPr>
          <a:xfrm>
            <a:off x="3383280" y="4114800"/>
            <a:ext cx="2221992" cy="457200"/>
          </a:xfrm>
          <a:prstGeom prst="rect">
            <a:avLst/>
          </a:prstGeom>
          <a:noFill/>
          <a:ln/>
        </p:spPr>
        <p:txBody>
          <a:bodyPr wrap="square" lIns="0" tIns="0" rIns="0" bIns="0" rtlCol="0" anchor="t"/>
          <a:lstStyle/>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Teams와 M365 Copilot에</a:t>
            </a:r>
            <a:endParaRPr lang="en-US" sz="950" dirty="0"/>
          </a:p>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배포하고 검증합니다</a:t>
            </a:r>
            <a:endParaRPr lang="en-US" sz="950" dirty="0"/>
          </a:p>
        </p:txBody>
      </p:sp>
      <p:sp>
        <p:nvSpPr>
          <p:cNvPr id="39" name="toc card">
            <a:extLst>
              <a:ext uri="{C183D7F6-B498-43B3-948B-1728B52AA6E4}">
                <adec:decorative xmlns:adec="http://schemas.microsoft.com/office/drawing/2017/decorative" val="1"/>
              </a:ext>
            </a:extLst>
          </p:cNvPr>
          <p:cNvSpPr/>
          <p:nvPr/>
        </p:nvSpPr>
        <p:spPr>
          <a:xfrm>
            <a:off x="5852160" y="3675888"/>
            <a:ext cx="2587752" cy="987552"/>
          </a:xfrm>
          <a:prstGeom prst="rect">
            <a:avLst/>
          </a:prstGeom>
          <a:solidFill>
            <a:srgbClr val="FFFFFF"/>
          </a:solidFill>
          <a:ln w="12700">
            <a:solidFill>
              <a:srgbClr val="E5E7EB"/>
            </a:solidFill>
            <a:prstDash val="solid"/>
          </a:ln>
        </p:spPr>
        <p:txBody>
          <a:bodyPr/>
          <a:lstStyle/>
          <a:p>
            <a:endParaRPr lang="ko-KR" altLang="en-US"/>
          </a:p>
        </p:txBody>
      </p:sp>
      <p:sp>
        <p:nvSpPr>
          <p:cNvPr id="40" name="toc rule">
            <a:extLst>
              <a:ext uri="{C183D7F6-B498-43B3-948B-1728B52AA6E4}">
                <adec:decorative xmlns:adec="http://schemas.microsoft.com/office/drawing/2017/decorative" val="1"/>
              </a:ext>
            </a:extLst>
          </p:cNvPr>
          <p:cNvSpPr/>
          <p:nvPr/>
        </p:nvSpPr>
        <p:spPr>
          <a:xfrm>
            <a:off x="5852160" y="3675888"/>
            <a:ext cx="2587752" cy="36576"/>
          </a:xfrm>
          <a:prstGeom prst="rect">
            <a:avLst/>
          </a:prstGeom>
          <a:solidFill>
            <a:srgbClr val="3B82F6"/>
          </a:solidFill>
          <a:ln w="12700">
            <a:solidFill>
              <a:srgbClr val="3B82F6"/>
            </a:solidFill>
            <a:prstDash val="solid"/>
          </a:ln>
        </p:spPr>
        <p:txBody>
          <a:bodyPr/>
          <a:lstStyle/>
          <a:p>
            <a:endParaRPr lang="ko-KR" altLang="en-US"/>
          </a:p>
        </p:txBody>
      </p:sp>
      <p:sp>
        <p:nvSpPr>
          <p:cNvPr id="41" name="Text 39"/>
          <p:cNvSpPr/>
          <p:nvPr/>
        </p:nvSpPr>
        <p:spPr>
          <a:xfrm>
            <a:off x="6035040" y="3822192"/>
            <a:ext cx="2221992" cy="256032"/>
          </a:xfrm>
          <a:prstGeom prst="rect">
            <a:avLst/>
          </a:prstGeom>
          <a:noFill/>
          <a:ln/>
        </p:spPr>
        <p:txBody>
          <a:bodyPr wrap="square" lIns="0" tIns="0" rIns="0" bIns="0" rtlCol="0" anchor="ctr"/>
          <a:lstStyle/>
          <a:p>
            <a:pPr marL="0" indent="0">
              <a:buNone/>
            </a:pPr>
            <a:r>
              <a:rPr lang="en-US" sz="1150" b="1" dirty="0">
                <a:solidFill>
                  <a:srgbClr val="1D4ED8"/>
                </a:solidFill>
                <a:latin typeface="Pretendard" pitchFamily="34" charset="0"/>
                <a:ea typeface="Pretendard" pitchFamily="34" charset="-122"/>
                <a:cs typeface="Pretendard" pitchFamily="34" charset="-120"/>
              </a:rPr>
              <a:t>09   </a:t>
            </a:r>
            <a:r>
              <a:rPr lang="en-US" sz="1150" b="1" dirty="0">
                <a:solidFill>
                  <a:srgbClr val="111827"/>
                </a:solidFill>
                <a:latin typeface="Pretendard" pitchFamily="34" charset="0"/>
                <a:ea typeface="Pretendard" pitchFamily="34" charset="-122"/>
                <a:cs typeface="Pretendard" pitchFamily="34" charset="-120"/>
              </a:rPr>
              <a:t>라이선스 이해</a:t>
            </a:r>
            <a:endParaRPr lang="en-US" sz="1150" dirty="0"/>
          </a:p>
        </p:txBody>
      </p:sp>
      <p:sp>
        <p:nvSpPr>
          <p:cNvPr id="42" name="Text 40"/>
          <p:cNvSpPr/>
          <p:nvPr/>
        </p:nvSpPr>
        <p:spPr>
          <a:xfrm>
            <a:off x="6035040" y="4114800"/>
            <a:ext cx="2221992" cy="457200"/>
          </a:xfrm>
          <a:prstGeom prst="rect">
            <a:avLst/>
          </a:prstGeom>
          <a:noFill/>
          <a:ln/>
        </p:spPr>
        <p:txBody>
          <a:bodyPr wrap="square" lIns="0" tIns="0" rIns="0" bIns="0" rtlCol="0" anchor="t"/>
          <a:lstStyle/>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사용량과 과금 구조를</a:t>
            </a:r>
            <a:endParaRPr lang="en-US" sz="950" dirty="0"/>
          </a:p>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이해합니다</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강사용 안내</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작업별 예상 소요 시간</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ko-KR" alt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과정 안내  ·  진행 시간표</a:t>
            </a:r>
            <a:endParaRPr lang="en-US" sz="9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44752"/>
          <a:ext cx="3977640" cy="1577340"/>
        </p:xfrm>
        <a:graphic>
          <a:graphicData uri="http://schemas.openxmlformats.org/drawingml/2006/table">
            <a:tbl>
              <a:tblPr/>
              <a:tblGrid>
                <a:gridCol w="54864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0">
                <a:tc>
                  <a:txBody>
                    <a:bodyPr/>
                    <a:lstStyle/>
                    <a:p>
                      <a:pPr marL="0" indent="0">
                        <a:buNone/>
                      </a:pPr>
                      <a:r>
                        <a:rPr lang="en-US" sz="1100" b="1" dirty="0">
                          <a:solidFill>
                            <a:srgbClr val="FFFFFF"/>
                          </a:solidFill>
                          <a:latin typeface="Pretendard" pitchFamily="34" charset="0"/>
                          <a:ea typeface="Pretendard" pitchFamily="34" charset="-122"/>
                          <a:cs typeface="Pretendard" pitchFamily="34" charset="-120"/>
                        </a:rPr>
                        <a:t>작업</a:t>
                      </a:r>
                      <a:endParaRPr lang="en-US" sz="1100" dirty="0">
                        <a:latin typeface="Pretendard" charset="0"/>
                        <a:ea typeface="Pretendard" charset="0"/>
                        <a:cs typeface="Pretendard" charset="0"/>
                      </a:endParaRPr>
                    </a:p>
                  </a:txBody>
                  <a:tcPr marL="101600" marR="101600" marT="50800" marB="508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D4ED8"/>
                    </a:solidFill>
                  </a:tcPr>
                </a:tc>
                <a:tc>
                  <a:txBody>
                    <a:bodyPr/>
                    <a:lstStyle/>
                    <a:p>
                      <a:pPr marL="0" indent="0">
                        <a:buNone/>
                      </a:pPr>
                      <a:r>
                        <a:rPr lang="en-US" sz="1100" b="1" dirty="0">
                          <a:solidFill>
                            <a:srgbClr val="FFFFFF"/>
                          </a:solidFill>
                          <a:latin typeface="Pretendard" pitchFamily="34" charset="0"/>
                          <a:ea typeface="Pretendard" pitchFamily="34" charset="-122"/>
                          <a:cs typeface="Pretendard" pitchFamily="34" charset="-120"/>
                        </a:rPr>
                        <a:t>주제</a:t>
                      </a:r>
                      <a:endParaRPr lang="en-US" sz="1100" dirty="0">
                        <a:latin typeface="Pretendard" charset="0"/>
                        <a:ea typeface="Pretendard" charset="0"/>
                        <a:cs typeface="Pretendard" charset="0"/>
                      </a:endParaRPr>
                    </a:p>
                  </a:txBody>
                  <a:tcPr marL="101600" marR="101600" marT="50800" marB="508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D4ED8"/>
                    </a:solidFill>
                  </a:tcPr>
                </a:tc>
                <a:tc>
                  <a:txBody>
                    <a:bodyPr/>
                    <a:lstStyle/>
                    <a:p>
                      <a:pPr marL="0" indent="0">
                        <a:buNone/>
                      </a:pPr>
                      <a:r>
                        <a:rPr lang="en-US" sz="1100" b="1" dirty="0">
                          <a:solidFill>
                            <a:srgbClr val="FFFFFF"/>
                          </a:solidFill>
                          <a:latin typeface="Pretendard" pitchFamily="34" charset="0"/>
                          <a:ea typeface="Pretendard" pitchFamily="34" charset="-122"/>
                          <a:cs typeface="Pretendard" pitchFamily="34" charset="-120"/>
                        </a:rPr>
                        <a:t>강의 · 실습</a:t>
                      </a:r>
                      <a:endParaRPr lang="en-US" sz="1100" dirty="0">
                        <a:latin typeface="Pretendard" charset="0"/>
                        <a:ea typeface="Pretendard" charset="0"/>
                        <a:cs typeface="Pretendard" charset="0"/>
                      </a:endParaRPr>
                    </a:p>
                  </a:txBody>
                  <a:tcPr marL="101600" marR="101600" marT="50800" marB="508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D4ED8"/>
                    </a:solidFill>
                  </a:tcPr>
                </a:tc>
                <a:extLst>
                  <a:ext uri="{0D108BD9-81ED-4DB2-BD59-A6C34878D82A}">
                    <a16:rowId xmlns:a16="http://schemas.microsoft.com/office/drawing/2014/main" val="10000"/>
                  </a:ext>
                </a:extLst>
              </a:tr>
              <a:tr h="0">
                <a:tc>
                  <a:txBody>
                    <a:bodyPr/>
                    <a:lstStyle/>
                    <a:p>
                      <a:pPr marL="0" indent="0">
                        <a:buNone/>
                      </a:pPr>
                      <a:r>
                        <a:rPr lang="en-US" sz="1050" b="1" dirty="0">
                          <a:solidFill>
                            <a:srgbClr val="111827"/>
                          </a:solidFill>
                          <a:latin typeface="Pretendard" pitchFamily="34" charset="0"/>
                          <a:ea typeface="Pretendard" pitchFamily="34" charset="-122"/>
                          <a:cs typeface="Pretendard" pitchFamily="34" charset="-120"/>
                        </a:rPr>
                        <a:t>01</a:t>
                      </a:r>
                      <a:endParaRPr lang="en-US" sz="1050" dirty="0">
                        <a:latin typeface="Pretendard" charset="0"/>
                        <a:ea typeface="Pretendard" charset="0"/>
                        <a:cs typeface="Pretendard" charset="0"/>
                      </a:endParaRPr>
                    </a:p>
                  </a:txBody>
                  <a:tcPr marL="101600" marR="101600" marT="50800" marB="508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5F9"/>
                    </a:solidFill>
                  </a:tcPr>
                </a:tc>
                <a:tc>
                  <a:txBody>
                    <a:bodyPr/>
                    <a:lstStyle/>
                    <a:p>
                      <a:pPr marL="0" indent="0">
                        <a:buNone/>
                      </a:pPr>
                      <a:r>
                        <a:rPr lang="en-US" sz="950" dirty="0">
                          <a:solidFill>
                            <a:srgbClr val="4B5563"/>
                          </a:solidFill>
                          <a:latin typeface="Pretendard" pitchFamily="34" charset="0"/>
                          <a:ea typeface="Pretendard" pitchFamily="34" charset="-122"/>
                          <a:cs typeface="Pretendard" pitchFamily="34" charset="-120"/>
                        </a:rPr>
                        <a:t>에이전트 소개</a:t>
                      </a:r>
                      <a:endParaRPr lang="en-US" sz="950" dirty="0">
                        <a:latin typeface="Pretendard" charset="0"/>
                        <a:ea typeface="Pretendard" charset="0"/>
                        <a:cs typeface="Pretendard" charset="0"/>
                      </a:endParaRPr>
                    </a:p>
                  </a:txBody>
                  <a:tcPr marL="101600" marR="101600" marT="50800" marB="508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950" dirty="0">
                          <a:solidFill>
                            <a:srgbClr val="111827"/>
                          </a:solidFill>
                          <a:latin typeface="Pretendard" pitchFamily="34" charset="0"/>
                          <a:ea typeface="Pretendard" pitchFamily="34" charset="-122"/>
                          <a:cs typeface="Pretendard" pitchFamily="34" charset="-120"/>
                        </a:rPr>
                        <a:t>25분 · 실습 없음</a:t>
                      </a:r>
                      <a:endParaRPr lang="en-US" sz="950" dirty="0">
                        <a:latin typeface="Pretendard" charset="0"/>
                        <a:ea typeface="Pretendard" charset="0"/>
                        <a:cs typeface="Pretendard" charset="0"/>
                      </a:endParaRPr>
                    </a:p>
                  </a:txBody>
                  <a:tcPr marL="101600" marR="101600" marT="50800" marB="508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050" b="1" dirty="0">
                          <a:solidFill>
                            <a:srgbClr val="111827"/>
                          </a:solidFill>
                          <a:latin typeface="Pretendard" pitchFamily="34" charset="0"/>
                          <a:ea typeface="Pretendard" pitchFamily="34" charset="-122"/>
                          <a:cs typeface="Pretendard" pitchFamily="34" charset="-120"/>
                        </a:rPr>
                        <a:t>02</a:t>
                      </a:r>
                      <a:endParaRPr lang="en-US" sz="1050" dirty="0">
                        <a:latin typeface="Pretendard" charset="0"/>
                        <a:ea typeface="Pretendard" charset="0"/>
                        <a:cs typeface="Pretendard" charset="0"/>
                      </a:endParaRPr>
                    </a:p>
                  </a:txBody>
                  <a:tcPr marL="101600" marR="101600" marT="50800" marB="508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5F9"/>
                    </a:solidFill>
                  </a:tcPr>
                </a:tc>
                <a:tc>
                  <a:txBody>
                    <a:bodyPr/>
                    <a:lstStyle/>
                    <a:p>
                      <a:pPr marL="0" indent="0">
                        <a:buNone/>
                      </a:pPr>
                      <a:r>
                        <a:rPr lang="en-US" sz="950" dirty="0">
                          <a:solidFill>
                            <a:srgbClr val="4B5563"/>
                          </a:solidFill>
                          <a:latin typeface="Pretendard" pitchFamily="34" charset="0"/>
                          <a:ea typeface="Pretendard" pitchFamily="34" charset="-122"/>
                          <a:cs typeface="Pretendard" pitchFamily="34" charset="-120"/>
                        </a:rPr>
                        <a:t>Copilot Studio 기초</a:t>
                      </a:r>
                      <a:endParaRPr lang="en-US" sz="950" dirty="0">
                        <a:latin typeface="Pretendard" charset="0"/>
                        <a:ea typeface="Pretendard" charset="0"/>
                        <a:cs typeface="Pretendard" charset="0"/>
                      </a:endParaRPr>
                    </a:p>
                  </a:txBody>
                  <a:tcPr marL="101600" marR="101600" marT="50800" marB="508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950" dirty="0">
                          <a:solidFill>
                            <a:srgbClr val="111827"/>
                          </a:solidFill>
                          <a:latin typeface="Pretendard" pitchFamily="34" charset="0"/>
                          <a:ea typeface="Pretendard" pitchFamily="34" charset="-122"/>
                          <a:cs typeface="Pretendard" pitchFamily="34" charset="-120"/>
                        </a:rPr>
                        <a:t>20분 · 실습 없음</a:t>
                      </a:r>
                      <a:endParaRPr lang="en-US" sz="950" dirty="0">
                        <a:latin typeface="Pretendard" charset="0"/>
                        <a:ea typeface="Pretendard" charset="0"/>
                        <a:cs typeface="Pretendard" charset="0"/>
                      </a:endParaRPr>
                    </a:p>
                  </a:txBody>
                  <a:tcPr marL="101600" marR="101600" marT="50800" marB="508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050" b="1" dirty="0">
                          <a:solidFill>
                            <a:srgbClr val="111827"/>
                          </a:solidFill>
                          <a:latin typeface="Pretendard" pitchFamily="34" charset="0"/>
                          <a:ea typeface="Pretendard" pitchFamily="34" charset="-122"/>
                          <a:cs typeface="Pretendard" pitchFamily="34" charset="-120"/>
                        </a:rPr>
                        <a:t>03</a:t>
                      </a:r>
                      <a:endParaRPr lang="en-US" sz="1050" dirty="0">
                        <a:latin typeface="Pretendard" charset="0"/>
                        <a:ea typeface="Pretendard" charset="0"/>
                        <a:cs typeface="Pretendard" charset="0"/>
                      </a:endParaRPr>
                    </a:p>
                  </a:txBody>
                  <a:tcPr marL="101600" marR="101600" marT="50800" marB="508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5F9"/>
                    </a:solidFill>
                  </a:tcPr>
                </a:tc>
                <a:tc>
                  <a:txBody>
                    <a:bodyPr/>
                    <a:lstStyle/>
                    <a:p>
                      <a:pPr marL="0" indent="0">
                        <a:buNone/>
                      </a:pPr>
                      <a:r>
                        <a:rPr lang="en-US" sz="950" dirty="0">
                          <a:solidFill>
                            <a:srgbClr val="4B5563"/>
                          </a:solidFill>
                          <a:latin typeface="Pretendard" pitchFamily="34" charset="0"/>
                          <a:ea typeface="Pretendard" pitchFamily="34" charset="-122"/>
                          <a:cs typeface="Pretendard" pitchFamily="34" charset="-120"/>
                        </a:rPr>
                        <a:t>에이전트 만들기</a:t>
                      </a:r>
                      <a:endParaRPr lang="en-US" sz="950" dirty="0">
                        <a:latin typeface="Pretendard" charset="0"/>
                        <a:ea typeface="Pretendard" charset="0"/>
                        <a:cs typeface="Pretendard" charset="0"/>
                      </a:endParaRPr>
                    </a:p>
                  </a:txBody>
                  <a:tcPr marL="101600" marR="101600" marT="50800" marB="508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950" dirty="0">
                          <a:solidFill>
                            <a:srgbClr val="111827"/>
                          </a:solidFill>
                          <a:latin typeface="Pretendard" pitchFamily="34" charset="0"/>
                          <a:ea typeface="Pretendard" pitchFamily="34" charset="-122"/>
                          <a:cs typeface="Pretendard" pitchFamily="34" charset="-120"/>
                        </a:rPr>
                        <a:t>15분 · 20분 = 35분</a:t>
                      </a:r>
                      <a:endParaRPr lang="en-US" sz="950" dirty="0">
                        <a:latin typeface="Pretendard" charset="0"/>
                        <a:ea typeface="Pretendard" charset="0"/>
                        <a:cs typeface="Pretendard" charset="0"/>
                      </a:endParaRPr>
                    </a:p>
                  </a:txBody>
                  <a:tcPr marL="101600" marR="101600" marT="50800" marB="508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1050" b="1" dirty="0">
                          <a:solidFill>
                            <a:srgbClr val="111827"/>
                          </a:solidFill>
                          <a:latin typeface="Pretendard" pitchFamily="34" charset="0"/>
                          <a:ea typeface="Pretendard" pitchFamily="34" charset="-122"/>
                          <a:cs typeface="Pretendard" pitchFamily="34" charset="-120"/>
                        </a:rPr>
                        <a:t>04</a:t>
                      </a:r>
                      <a:endParaRPr lang="en-US" sz="1050" dirty="0">
                        <a:latin typeface="Pretendard" charset="0"/>
                        <a:ea typeface="Pretendard" charset="0"/>
                        <a:cs typeface="Pretendard" charset="0"/>
                      </a:endParaRPr>
                    </a:p>
                  </a:txBody>
                  <a:tcPr marL="101600" marR="101600" marT="50800" marB="508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5F9"/>
                    </a:solidFill>
                  </a:tcPr>
                </a:tc>
                <a:tc>
                  <a:txBody>
                    <a:bodyPr/>
                    <a:lstStyle/>
                    <a:p>
                      <a:pPr marL="0" indent="0">
                        <a:buNone/>
                      </a:pPr>
                      <a:r>
                        <a:rPr lang="en-US" sz="950" dirty="0">
                          <a:solidFill>
                            <a:srgbClr val="4B5563"/>
                          </a:solidFill>
                          <a:latin typeface="Pretendard" pitchFamily="34" charset="0"/>
                          <a:ea typeface="Pretendard" pitchFamily="34" charset="-122"/>
                          <a:cs typeface="Pretendard" pitchFamily="34" charset="-120"/>
                        </a:rPr>
                        <a:t>지침과 동작 설계</a:t>
                      </a:r>
                      <a:endParaRPr lang="en-US" sz="950" dirty="0">
                        <a:latin typeface="Pretendard" charset="0"/>
                        <a:ea typeface="Pretendard" charset="0"/>
                        <a:cs typeface="Pretendard" charset="0"/>
                      </a:endParaRPr>
                    </a:p>
                  </a:txBody>
                  <a:tcPr marL="101600" marR="101600" marT="50800" marB="508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950" dirty="0">
                          <a:solidFill>
                            <a:srgbClr val="111827"/>
                          </a:solidFill>
                          <a:latin typeface="Pretendard" pitchFamily="34" charset="0"/>
                          <a:ea typeface="Pretendard" pitchFamily="34" charset="-122"/>
                          <a:cs typeface="Pretendard" pitchFamily="34" charset="-120"/>
                        </a:rPr>
                        <a:t>20분 · 25분 = 45분</a:t>
                      </a:r>
                      <a:endParaRPr lang="en-US" sz="950" dirty="0">
                        <a:latin typeface="Pretendard" charset="0"/>
                        <a:ea typeface="Pretendard" charset="0"/>
                        <a:cs typeface="Pretendard" charset="0"/>
                      </a:endParaRPr>
                    </a:p>
                  </a:txBody>
                  <a:tcPr marL="101600" marR="101600" marT="50800" marB="508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marL="0" indent="0">
                        <a:buNone/>
                      </a:pPr>
                      <a:r>
                        <a:rPr lang="en-US" sz="1050" b="1" dirty="0">
                          <a:solidFill>
                            <a:srgbClr val="111827"/>
                          </a:solidFill>
                          <a:latin typeface="Pretendard" pitchFamily="34" charset="0"/>
                          <a:ea typeface="Pretendard" pitchFamily="34" charset="-122"/>
                          <a:cs typeface="Pretendard" pitchFamily="34" charset="-120"/>
                        </a:rPr>
                        <a:t>05</a:t>
                      </a:r>
                      <a:endParaRPr lang="en-US" sz="1050" dirty="0">
                        <a:latin typeface="Pretendard" charset="0"/>
                        <a:ea typeface="Pretendard" charset="0"/>
                        <a:cs typeface="Pretendard" charset="0"/>
                      </a:endParaRPr>
                    </a:p>
                  </a:txBody>
                  <a:tcPr marL="101600" marR="101600" marT="50800" marB="508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5F9"/>
                    </a:solidFill>
                  </a:tcPr>
                </a:tc>
                <a:tc>
                  <a:txBody>
                    <a:bodyPr/>
                    <a:lstStyle/>
                    <a:p>
                      <a:pPr marL="0" indent="0">
                        <a:buNone/>
                      </a:pPr>
                      <a:r>
                        <a:rPr lang="en-US" sz="950" dirty="0">
                          <a:solidFill>
                            <a:srgbClr val="4B5563"/>
                          </a:solidFill>
                          <a:latin typeface="Pretendard" pitchFamily="34" charset="0"/>
                          <a:ea typeface="Pretendard" pitchFamily="34" charset="-122"/>
                          <a:cs typeface="Pretendard" pitchFamily="34" charset="-120"/>
                        </a:rPr>
                        <a:t>지식 연결</a:t>
                      </a:r>
                      <a:endParaRPr lang="en-US" sz="950" dirty="0">
                        <a:latin typeface="Pretendard" charset="0"/>
                        <a:ea typeface="Pretendard" charset="0"/>
                        <a:cs typeface="Pretendard" charset="0"/>
                      </a:endParaRPr>
                    </a:p>
                  </a:txBody>
                  <a:tcPr marL="101600" marR="101600" marT="50800" marB="508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950" dirty="0">
                          <a:solidFill>
                            <a:srgbClr val="111827"/>
                          </a:solidFill>
                          <a:latin typeface="Pretendard" pitchFamily="34" charset="0"/>
                          <a:ea typeface="Pretendard" pitchFamily="34" charset="-122"/>
                          <a:cs typeface="Pretendard" pitchFamily="34" charset="-120"/>
                        </a:rPr>
                        <a:t>15분 · 25분 = 40분</a:t>
                      </a:r>
                      <a:endParaRPr lang="en-US" sz="950" dirty="0">
                        <a:latin typeface="Pretendard" charset="0"/>
                        <a:ea typeface="Pretendard" charset="0"/>
                        <a:cs typeface="Pretendard" charset="0"/>
                      </a:endParaRPr>
                    </a:p>
                  </a:txBody>
                  <a:tcPr marL="101600" marR="101600" marT="50800" marB="508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4617720" y="1444752"/>
          <a:ext cx="3977640" cy="1315720"/>
        </p:xfrm>
        <a:graphic>
          <a:graphicData uri="http://schemas.openxmlformats.org/drawingml/2006/table">
            <a:tbl>
              <a:tblPr/>
              <a:tblGrid>
                <a:gridCol w="54864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0">
                <a:tc>
                  <a:txBody>
                    <a:bodyPr/>
                    <a:lstStyle/>
                    <a:p>
                      <a:pPr marL="0" indent="0">
                        <a:buNone/>
                      </a:pPr>
                      <a:r>
                        <a:rPr lang="en-US" sz="1100" b="1" dirty="0">
                          <a:solidFill>
                            <a:srgbClr val="FFFFFF"/>
                          </a:solidFill>
                          <a:latin typeface="Pretendard" pitchFamily="34" charset="0"/>
                          <a:ea typeface="Pretendard" pitchFamily="34" charset="-122"/>
                          <a:cs typeface="Pretendard" pitchFamily="34" charset="-120"/>
                        </a:rPr>
                        <a:t>작업</a:t>
                      </a:r>
                      <a:endParaRPr lang="en-US" sz="1100" dirty="0">
                        <a:latin typeface="Pretendard" charset="0"/>
                        <a:ea typeface="Pretendard" charset="0"/>
                        <a:cs typeface="Pretendard" charset="0"/>
                      </a:endParaRPr>
                    </a:p>
                  </a:txBody>
                  <a:tcPr marL="101600" marR="101600" marT="50800" marB="508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D4ED8"/>
                    </a:solidFill>
                  </a:tcPr>
                </a:tc>
                <a:tc>
                  <a:txBody>
                    <a:bodyPr/>
                    <a:lstStyle/>
                    <a:p>
                      <a:pPr marL="0" indent="0">
                        <a:buNone/>
                      </a:pPr>
                      <a:r>
                        <a:rPr lang="en-US" sz="1100" b="1" dirty="0">
                          <a:solidFill>
                            <a:srgbClr val="FFFFFF"/>
                          </a:solidFill>
                          <a:latin typeface="Pretendard" pitchFamily="34" charset="0"/>
                          <a:ea typeface="Pretendard" pitchFamily="34" charset="-122"/>
                          <a:cs typeface="Pretendard" pitchFamily="34" charset="-120"/>
                        </a:rPr>
                        <a:t>주제</a:t>
                      </a:r>
                      <a:endParaRPr lang="en-US" sz="1100" dirty="0">
                        <a:latin typeface="Pretendard" charset="0"/>
                        <a:ea typeface="Pretendard" charset="0"/>
                        <a:cs typeface="Pretendard" charset="0"/>
                      </a:endParaRPr>
                    </a:p>
                  </a:txBody>
                  <a:tcPr marL="101600" marR="101600" marT="50800" marB="508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D4ED8"/>
                    </a:solidFill>
                  </a:tcPr>
                </a:tc>
                <a:tc>
                  <a:txBody>
                    <a:bodyPr/>
                    <a:lstStyle/>
                    <a:p>
                      <a:pPr marL="0" indent="0">
                        <a:buNone/>
                      </a:pPr>
                      <a:r>
                        <a:rPr lang="en-US" sz="1100" b="1" dirty="0">
                          <a:solidFill>
                            <a:srgbClr val="FFFFFF"/>
                          </a:solidFill>
                          <a:latin typeface="Pretendard" pitchFamily="34" charset="0"/>
                          <a:ea typeface="Pretendard" pitchFamily="34" charset="-122"/>
                          <a:cs typeface="Pretendard" pitchFamily="34" charset="-120"/>
                        </a:rPr>
                        <a:t>강의 · 실습</a:t>
                      </a:r>
                      <a:endParaRPr lang="en-US" sz="1100" dirty="0">
                        <a:latin typeface="Pretendard" charset="0"/>
                        <a:ea typeface="Pretendard" charset="0"/>
                        <a:cs typeface="Pretendard" charset="0"/>
                      </a:endParaRPr>
                    </a:p>
                  </a:txBody>
                  <a:tcPr marL="101600" marR="101600" marT="50800" marB="508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D4ED8"/>
                    </a:solidFill>
                  </a:tcPr>
                </a:tc>
                <a:extLst>
                  <a:ext uri="{0D108BD9-81ED-4DB2-BD59-A6C34878D82A}">
                    <a16:rowId xmlns:a16="http://schemas.microsoft.com/office/drawing/2014/main" val="10000"/>
                  </a:ext>
                </a:extLst>
              </a:tr>
              <a:tr h="0">
                <a:tc>
                  <a:txBody>
                    <a:bodyPr/>
                    <a:lstStyle/>
                    <a:p>
                      <a:pPr marL="0" indent="0">
                        <a:buNone/>
                      </a:pPr>
                      <a:r>
                        <a:rPr lang="en-US" sz="1050" b="1" dirty="0">
                          <a:solidFill>
                            <a:srgbClr val="111827"/>
                          </a:solidFill>
                          <a:latin typeface="Pretendard" pitchFamily="34" charset="0"/>
                          <a:ea typeface="Pretendard" pitchFamily="34" charset="-122"/>
                          <a:cs typeface="Pretendard" pitchFamily="34" charset="-120"/>
                        </a:rPr>
                        <a:t>06</a:t>
                      </a:r>
                      <a:endParaRPr lang="en-US" sz="1050" dirty="0">
                        <a:latin typeface="Pretendard" charset="0"/>
                        <a:ea typeface="Pretendard" charset="0"/>
                        <a:cs typeface="Pretendard" charset="0"/>
                      </a:endParaRPr>
                    </a:p>
                  </a:txBody>
                  <a:tcPr marL="101600" marR="101600" marT="50800" marB="508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5F9"/>
                    </a:solidFill>
                  </a:tcPr>
                </a:tc>
                <a:tc>
                  <a:txBody>
                    <a:bodyPr/>
                    <a:lstStyle/>
                    <a:p>
                      <a:pPr marL="0" indent="0">
                        <a:buNone/>
                      </a:pPr>
                      <a:r>
                        <a:rPr lang="en-US" sz="950" dirty="0">
                          <a:solidFill>
                            <a:srgbClr val="4B5563"/>
                          </a:solidFill>
                          <a:latin typeface="Pretendard" pitchFamily="34" charset="0"/>
                          <a:ea typeface="Pretendard" pitchFamily="34" charset="-122"/>
                          <a:cs typeface="Pretendard" pitchFamily="34" charset="-120"/>
                        </a:rPr>
                        <a:t>도구와 스킬</a:t>
                      </a:r>
                      <a:endParaRPr lang="en-US" sz="950" dirty="0">
                        <a:latin typeface="Pretendard" charset="0"/>
                        <a:ea typeface="Pretendard" charset="0"/>
                        <a:cs typeface="Pretendard" charset="0"/>
                      </a:endParaRPr>
                    </a:p>
                  </a:txBody>
                  <a:tcPr marL="101600" marR="101600" marT="50800" marB="508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950" dirty="0">
                          <a:solidFill>
                            <a:srgbClr val="111827"/>
                          </a:solidFill>
                          <a:latin typeface="Pretendard" pitchFamily="34" charset="0"/>
                          <a:ea typeface="Pretendard" pitchFamily="34" charset="-122"/>
                          <a:cs typeface="Pretendard" pitchFamily="34" charset="-120"/>
                        </a:rPr>
                        <a:t>20분 · 30분 = 50분</a:t>
                      </a:r>
                      <a:endParaRPr lang="en-US" sz="950" dirty="0">
                        <a:latin typeface="Pretendard" charset="0"/>
                        <a:ea typeface="Pretendard" charset="0"/>
                        <a:cs typeface="Pretendard" charset="0"/>
                      </a:endParaRPr>
                    </a:p>
                  </a:txBody>
                  <a:tcPr marL="101600" marR="101600" marT="50800" marB="508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050" b="1" dirty="0">
                          <a:solidFill>
                            <a:srgbClr val="111827"/>
                          </a:solidFill>
                          <a:latin typeface="Pretendard" pitchFamily="34" charset="0"/>
                          <a:ea typeface="Pretendard" pitchFamily="34" charset="-122"/>
                          <a:cs typeface="Pretendard" pitchFamily="34" charset="-120"/>
                        </a:rPr>
                        <a:t>07</a:t>
                      </a:r>
                      <a:endParaRPr lang="en-US" sz="1050" dirty="0">
                        <a:latin typeface="Pretendard" charset="0"/>
                        <a:ea typeface="Pretendard" charset="0"/>
                        <a:cs typeface="Pretendard" charset="0"/>
                      </a:endParaRPr>
                    </a:p>
                  </a:txBody>
                  <a:tcPr marL="101600" marR="101600" marT="50800" marB="508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5F9"/>
                    </a:solidFill>
                  </a:tcPr>
                </a:tc>
                <a:tc>
                  <a:txBody>
                    <a:bodyPr/>
                    <a:lstStyle/>
                    <a:p>
                      <a:pPr marL="0" indent="0">
                        <a:buNone/>
                      </a:pPr>
                      <a:r>
                        <a:rPr lang="en-US" sz="950" dirty="0">
                          <a:solidFill>
                            <a:srgbClr val="4B5563"/>
                          </a:solidFill>
                          <a:latin typeface="Pretendard" pitchFamily="34" charset="0"/>
                          <a:ea typeface="Pretendard" pitchFamily="34" charset="-122"/>
                          <a:cs typeface="Pretendard" pitchFamily="34" charset="-120"/>
                        </a:rPr>
                        <a:t>워크플로 연결</a:t>
                      </a:r>
                      <a:endParaRPr lang="en-US" sz="950" dirty="0">
                        <a:latin typeface="Pretendard" charset="0"/>
                        <a:ea typeface="Pretendard" charset="0"/>
                        <a:cs typeface="Pretendard" charset="0"/>
                      </a:endParaRPr>
                    </a:p>
                  </a:txBody>
                  <a:tcPr marL="101600" marR="101600" marT="50800" marB="508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950" dirty="0">
                          <a:solidFill>
                            <a:srgbClr val="111827"/>
                          </a:solidFill>
                          <a:latin typeface="Pretendard" pitchFamily="34" charset="0"/>
                          <a:ea typeface="Pretendard" pitchFamily="34" charset="-122"/>
                          <a:cs typeface="Pretendard" pitchFamily="34" charset="-120"/>
                        </a:rPr>
                        <a:t>20분 · 30분 = 50분</a:t>
                      </a:r>
                      <a:endParaRPr lang="en-US" sz="950" dirty="0">
                        <a:latin typeface="Pretendard" charset="0"/>
                        <a:ea typeface="Pretendard" charset="0"/>
                        <a:cs typeface="Pretendard" charset="0"/>
                      </a:endParaRPr>
                    </a:p>
                  </a:txBody>
                  <a:tcPr marL="101600" marR="101600" marT="50800" marB="508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marL="0" indent="0">
                        <a:buNone/>
                      </a:pPr>
                      <a:r>
                        <a:rPr lang="en-US" sz="1050" b="1" dirty="0">
                          <a:solidFill>
                            <a:srgbClr val="111827"/>
                          </a:solidFill>
                          <a:latin typeface="Pretendard" pitchFamily="34" charset="0"/>
                          <a:ea typeface="Pretendard" pitchFamily="34" charset="-122"/>
                          <a:cs typeface="Pretendard" pitchFamily="34" charset="-120"/>
                        </a:rPr>
                        <a:t>08</a:t>
                      </a:r>
                      <a:endParaRPr lang="en-US" sz="1050" dirty="0">
                        <a:latin typeface="Pretendard" charset="0"/>
                        <a:ea typeface="Pretendard" charset="0"/>
                        <a:cs typeface="Pretendard" charset="0"/>
                      </a:endParaRPr>
                    </a:p>
                  </a:txBody>
                  <a:tcPr marL="101600" marR="101600" marT="50800" marB="508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5F9"/>
                    </a:solidFill>
                  </a:tcPr>
                </a:tc>
                <a:tc>
                  <a:txBody>
                    <a:bodyPr/>
                    <a:lstStyle/>
                    <a:p>
                      <a:pPr marL="0" indent="0">
                        <a:buNone/>
                      </a:pPr>
                      <a:r>
                        <a:rPr lang="en-US" sz="950" dirty="0">
                          <a:solidFill>
                            <a:srgbClr val="4B5563"/>
                          </a:solidFill>
                          <a:latin typeface="Pretendard" pitchFamily="34" charset="0"/>
                          <a:ea typeface="Pretendard" pitchFamily="34" charset="-122"/>
                          <a:cs typeface="Pretendard" pitchFamily="34" charset="-120"/>
                        </a:rPr>
                        <a:t>게시하기</a:t>
                      </a:r>
                      <a:endParaRPr lang="en-US" sz="950" dirty="0">
                        <a:latin typeface="Pretendard" charset="0"/>
                        <a:ea typeface="Pretendard" charset="0"/>
                        <a:cs typeface="Pretendard" charset="0"/>
                      </a:endParaRPr>
                    </a:p>
                  </a:txBody>
                  <a:tcPr marL="101600" marR="101600" marT="50800" marB="508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950" dirty="0">
                          <a:solidFill>
                            <a:srgbClr val="111827"/>
                          </a:solidFill>
                          <a:latin typeface="Pretendard" pitchFamily="34" charset="0"/>
                          <a:ea typeface="Pretendard" pitchFamily="34" charset="-122"/>
                          <a:cs typeface="Pretendard" pitchFamily="34" charset="-120"/>
                        </a:rPr>
                        <a:t>15분 · 25분 = 40분</a:t>
                      </a:r>
                      <a:endParaRPr lang="en-US" sz="950" dirty="0">
                        <a:latin typeface="Pretendard" charset="0"/>
                        <a:ea typeface="Pretendard" charset="0"/>
                        <a:cs typeface="Pretendard" charset="0"/>
                      </a:endParaRPr>
                    </a:p>
                  </a:txBody>
                  <a:tcPr marL="101600" marR="101600" marT="50800" marB="508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pPr marL="0" indent="0">
                        <a:buNone/>
                      </a:pPr>
                      <a:r>
                        <a:rPr lang="en-US" sz="1050" b="1" dirty="0">
                          <a:solidFill>
                            <a:srgbClr val="111827"/>
                          </a:solidFill>
                          <a:latin typeface="Pretendard" pitchFamily="34" charset="0"/>
                          <a:ea typeface="Pretendard" pitchFamily="34" charset="-122"/>
                          <a:cs typeface="Pretendard" pitchFamily="34" charset="-120"/>
                        </a:rPr>
                        <a:t>09</a:t>
                      </a:r>
                      <a:endParaRPr lang="en-US" sz="1050" dirty="0">
                        <a:latin typeface="Pretendard" charset="0"/>
                        <a:ea typeface="Pretendard" charset="0"/>
                        <a:cs typeface="Pretendard" charset="0"/>
                      </a:endParaRPr>
                    </a:p>
                  </a:txBody>
                  <a:tcPr marL="101600" marR="101600" marT="50800" marB="508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5F9"/>
                    </a:solidFill>
                  </a:tcPr>
                </a:tc>
                <a:tc>
                  <a:txBody>
                    <a:bodyPr/>
                    <a:lstStyle/>
                    <a:p>
                      <a:pPr marL="0" indent="0">
                        <a:buNone/>
                      </a:pPr>
                      <a:r>
                        <a:rPr lang="en-US" sz="950" dirty="0">
                          <a:solidFill>
                            <a:srgbClr val="4B5563"/>
                          </a:solidFill>
                          <a:latin typeface="Pretendard" pitchFamily="34" charset="0"/>
                          <a:ea typeface="Pretendard" pitchFamily="34" charset="-122"/>
                          <a:cs typeface="Pretendard" pitchFamily="34" charset="-120"/>
                        </a:rPr>
                        <a:t>라이선스 이해</a:t>
                      </a:r>
                      <a:endParaRPr lang="en-US" sz="950" dirty="0">
                        <a:latin typeface="Pretendard" charset="0"/>
                        <a:ea typeface="Pretendard" charset="0"/>
                        <a:cs typeface="Pretendard" charset="0"/>
                      </a:endParaRPr>
                    </a:p>
                  </a:txBody>
                  <a:tcPr marL="101600" marR="101600" marT="50800" marB="508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950" dirty="0">
                          <a:solidFill>
                            <a:srgbClr val="111827"/>
                          </a:solidFill>
                          <a:latin typeface="Pretendard" pitchFamily="34" charset="0"/>
                          <a:ea typeface="Pretendard" pitchFamily="34" charset="-122"/>
                          <a:cs typeface="Pretendard" pitchFamily="34" charset="-120"/>
                        </a:rPr>
                        <a:t>20분 · 실습 없음</a:t>
                      </a:r>
                      <a:endParaRPr lang="en-US" sz="950" dirty="0">
                        <a:latin typeface="Pretendard" charset="0"/>
                        <a:ea typeface="Pretendard" charset="0"/>
                        <a:cs typeface="Pretendard" charset="0"/>
                      </a:endParaRPr>
                    </a:p>
                  </a:txBody>
                  <a:tcPr marL="101600" marR="101600" marT="50800" marB="508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8" name="total band">
            <a:extLst>
              <a:ext uri="{C183D7F6-B498-43B3-948B-1728B52AA6E4}">
                <adec:decorative xmlns:adec="http://schemas.microsoft.com/office/drawing/2017/decorative" val="1"/>
              </a:ext>
            </a:extLst>
          </p:cNvPr>
          <p:cNvSpPr/>
          <p:nvPr/>
        </p:nvSpPr>
        <p:spPr>
          <a:xfrm>
            <a:off x="548640" y="3931920"/>
            <a:ext cx="8046720" cy="512064"/>
          </a:xfrm>
          <a:prstGeom prst="rect">
            <a:avLst/>
          </a:prstGeom>
          <a:solidFill>
            <a:srgbClr val="F3F5F9"/>
          </a:solidFill>
          <a:ln w="12700">
            <a:solidFill>
              <a:srgbClr val="F3F5F9"/>
            </a:solidFill>
            <a:prstDash val="solid"/>
          </a:ln>
        </p:spPr>
        <p:txBody>
          <a:bodyPr/>
          <a:lstStyle/>
          <a:p>
            <a:endParaRPr lang="ko-KR" altLang="en-US"/>
          </a:p>
        </p:txBody>
      </p:sp>
      <p:sp>
        <p:nvSpPr>
          <p:cNvPr id="10" name="band accent">
            <a:extLst>
              <a:ext uri="{C183D7F6-B498-43B3-948B-1728B52AA6E4}">
                <adec:decorative xmlns:adec="http://schemas.microsoft.com/office/drawing/2017/decorative" val="1"/>
              </a:ext>
            </a:extLst>
          </p:cNvPr>
          <p:cNvSpPr/>
          <p:nvPr/>
        </p:nvSpPr>
        <p:spPr>
          <a:xfrm>
            <a:off x="548640" y="3931920"/>
            <a:ext cx="50292" cy="512064"/>
          </a:xfrm>
          <a:prstGeom prst="rect">
            <a:avLst/>
          </a:prstGeom>
          <a:solidFill>
            <a:srgbClr val="1D4ED8"/>
          </a:solidFill>
          <a:ln w="12700">
            <a:solidFill>
              <a:srgbClr val="1D4ED8"/>
            </a:solidFill>
            <a:prstDash val="solid"/>
          </a:ln>
        </p:spPr>
        <p:txBody>
          <a:bodyPr/>
          <a:lstStyle/>
          <a:p>
            <a:endParaRPr lang="ko-KR" altLang="en-US"/>
          </a:p>
        </p:txBody>
      </p:sp>
      <p:sp>
        <p:nvSpPr>
          <p:cNvPr id="11" name="Text 7">
            <a:extLst>
              <a:ext uri="{C183D7F6-B498-43B3-948B-1728B52AA6E4}">
                <adec:decorative xmlns:adec="http://schemas.microsoft.com/office/drawing/2017/decorative" val="1"/>
              </a:ext>
            </a:extLst>
          </p:cNvPr>
          <p:cNvSpPr/>
          <p:nvPr/>
        </p:nvSpPr>
        <p:spPr>
          <a:xfrm>
            <a:off x="777240" y="3931920"/>
            <a:ext cx="7589520" cy="512064"/>
          </a:xfrm>
          <a:prstGeom prst="rect">
            <a:avLst/>
          </a:prstGeom>
          <a:noFill/>
          <a:ln/>
        </p:spPr>
        <p:txBody>
          <a:bodyPr wrap="square" lIns="0" tIns="0" rIns="0" bIns="0" rtlCol="0" anchor="ctr"/>
          <a:lstStyle/>
          <a:p>
            <a:pPr marL="0" indent="0">
              <a:buNone/>
            </a:pPr>
            <a:r>
              <a:rPr lang="en-US" sz="1100" b="1" dirty="0">
                <a:solidFill>
                  <a:srgbClr val="1D4ED8"/>
                </a:solidFill>
                <a:latin typeface="Pretendard" pitchFamily="34" charset="0"/>
                <a:ea typeface="Pretendard" pitchFamily="34" charset="-122"/>
                <a:cs typeface="Pretendard" pitchFamily="34" charset="-120"/>
              </a:rPr>
              <a:t>합계   </a:t>
            </a:r>
            <a:r>
              <a:rPr lang="en-US" sz="1050" dirty="0">
                <a:solidFill>
                  <a:srgbClr val="111827"/>
                </a:solidFill>
                <a:latin typeface="Pretendard" pitchFamily="34" charset="0"/>
                <a:ea typeface="Pretendard" pitchFamily="34" charset="-122"/>
                <a:cs typeface="Pretendard" pitchFamily="34" charset="-120"/>
              </a:rPr>
              <a:t>순수 진행 5시간 25분  ·  휴식과 질의응답을 포함하면 하루 과정 기준 약 7시간</a:t>
            </a:r>
            <a:endParaRPr lang="en-US" sz="1100" dirty="0"/>
          </a:p>
        </p:txBody>
      </p:sp>
      <p:sp>
        <p:nvSpPr>
          <p:cNvPr id="12" name="Text 8"/>
          <p:cNvSpPr/>
          <p:nvPr/>
        </p:nvSpPr>
        <p:spPr>
          <a:xfrm>
            <a:off x="548640" y="4517136"/>
            <a:ext cx="6035040" cy="256032"/>
          </a:xfrm>
          <a:prstGeom prst="rect">
            <a:avLst/>
          </a:prstGeom>
          <a:noFill/>
          <a:ln/>
        </p:spPr>
        <p:txBody>
          <a:bodyPr wrap="square" lIns="0" tIns="0" rIns="0" bIns="0" rtlCol="0" anchor="ctr"/>
          <a:lstStyle/>
          <a:p>
            <a:pPr marL="0" indent="0">
              <a:buNone/>
            </a:pPr>
            <a:r>
              <a:rPr lang="en-US" sz="950" dirty="0">
                <a:solidFill>
                  <a:srgbClr val="6B7280"/>
                </a:solidFill>
                <a:latin typeface="Pretendard" pitchFamily="34" charset="0"/>
                <a:ea typeface="Pretendard" pitchFamily="34" charset="-122"/>
                <a:cs typeface="Pretendard" pitchFamily="34" charset="-120"/>
              </a:rPr>
              <a:t>예상 시간은 참가자 규모와 실습 환경 준비 상태에 따라 달라질 수 있습니다.</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작업 브리핑</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이 단계에서 배우는 것</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ko-KR" alt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01  ·  학습 목표</a:t>
            </a:r>
            <a:endParaRPr lang="en-US" sz="950" dirty="0"/>
          </a:p>
        </p:txBody>
      </p:sp>
      <p:sp>
        <p:nvSpPr>
          <p:cNvPr id="7" name="key message band">
            <a:extLst>
              <a:ext uri="{C183D7F6-B498-43B3-948B-1728B52AA6E4}">
                <adec:decorative xmlns:adec="http://schemas.microsoft.com/office/drawing/2017/decorative" val="1"/>
              </a:ext>
            </a:extLst>
          </p:cNvPr>
          <p:cNvSpPr/>
          <p:nvPr/>
        </p:nvSpPr>
        <p:spPr>
          <a:xfrm>
            <a:off x="548640" y="1417320"/>
            <a:ext cx="8046720" cy="566928"/>
          </a:xfrm>
          <a:prstGeom prst="rect">
            <a:avLst/>
          </a:prstGeom>
          <a:solidFill>
            <a:srgbClr val="F3F5F9"/>
          </a:solidFill>
          <a:ln w="12700">
            <a:solidFill>
              <a:srgbClr val="F3F5F9"/>
            </a:solidFill>
            <a:prstDash val="solid"/>
          </a:ln>
        </p:spPr>
        <p:txBody>
          <a:bodyPr/>
          <a:lstStyle/>
          <a:p>
            <a:endParaRPr lang="ko-KR" altLang="en-US"/>
          </a:p>
        </p:txBody>
      </p:sp>
      <p:sp>
        <p:nvSpPr>
          <p:cNvPr id="8" name="accent bar">
            <a:extLst>
              <a:ext uri="{C183D7F6-B498-43B3-948B-1728B52AA6E4}">
                <adec:decorative xmlns:adec="http://schemas.microsoft.com/office/drawing/2017/decorative" val="1"/>
              </a:ext>
            </a:extLst>
          </p:cNvPr>
          <p:cNvSpPr/>
          <p:nvPr/>
        </p:nvSpPr>
        <p:spPr>
          <a:xfrm>
            <a:off x="548640" y="1417320"/>
            <a:ext cx="50292" cy="566928"/>
          </a:xfrm>
          <a:prstGeom prst="rect">
            <a:avLst/>
          </a:prstGeom>
          <a:solidFill>
            <a:srgbClr val="1D4ED8"/>
          </a:solidFill>
          <a:ln w="12700">
            <a:solidFill>
              <a:srgbClr val="1D4ED8"/>
            </a:solidFill>
            <a:prstDash val="solid"/>
          </a:ln>
        </p:spPr>
        <p:txBody>
          <a:bodyPr/>
          <a:lstStyle/>
          <a:p>
            <a:endParaRPr lang="ko-KR" altLang="en-US"/>
          </a:p>
        </p:txBody>
      </p:sp>
      <p:sp>
        <p:nvSpPr>
          <p:cNvPr id="9" name="Text 7"/>
          <p:cNvSpPr/>
          <p:nvPr/>
        </p:nvSpPr>
        <p:spPr>
          <a:xfrm>
            <a:off x="749808" y="1417320"/>
            <a:ext cx="7680960" cy="566928"/>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제품을 열기 전에, 에이전트를 이해하는 사고방식을 먼저 갖춥니다.</a:t>
            </a:r>
            <a:endParaRPr lang="en-US" sz="1350" dirty="0"/>
          </a:p>
        </p:txBody>
      </p:sp>
      <p:sp>
        <p:nvSpPr>
          <p:cNvPr id="10" name="objective card">
            <a:extLst>
              <a:ext uri="{C183D7F6-B498-43B3-948B-1728B52AA6E4}">
                <adec:decorative xmlns:adec="http://schemas.microsoft.com/office/drawing/2017/decorative" val="1"/>
              </a:ext>
            </a:extLst>
          </p:cNvPr>
          <p:cNvSpPr/>
          <p:nvPr/>
        </p:nvSpPr>
        <p:spPr>
          <a:xfrm>
            <a:off x="548640" y="2240280"/>
            <a:ext cx="1572768" cy="2194560"/>
          </a:xfrm>
          <a:prstGeom prst="rect">
            <a:avLst/>
          </a:prstGeom>
          <a:solidFill>
            <a:srgbClr val="FFFFFF"/>
          </a:solidFill>
          <a:ln w="12700">
            <a:solidFill>
              <a:srgbClr val="E5E7EB"/>
            </a:solidFill>
            <a:prstDash val="solid"/>
          </a:ln>
        </p:spPr>
        <p:txBody>
          <a:bodyPr/>
          <a:lstStyle/>
          <a:p>
            <a:endParaRPr lang="ko-KR" altLang="en-US"/>
          </a:p>
        </p:txBody>
      </p:sp>
      <p:sp>
        <p:nvSpPr>
          <p:cNvPr id="11" name="card rule">
            <a:extLst>
              <a:ext uri="{C183D7F6-B498-43B3-948B-1728B52AA6E4}">
                <adec:decorative xmlns:adec="http://schemas.microsoft.com/office/drawing/2017/decorative" val="1"/>
              </a:ext>
            </a:extLst>
          </p:cNvPr>
          <p:cNvSpPr/>
          <p:nvPr/>
        </p:nvSpPr>
        <p:spPr>
          <a:xfrm>
            <a:off x="548640" y="2240280"/>
            <a:ext cx="1572768" cy="36576"/>
          </a:xfrm>
          <a:prstGeom prst="rect">
            <a:avLst/>
          </a:prstGeom>
          <a:solidFill>
            <a:srgbClr val="3B82F6"/>
          </a:solidFill>
          <a:ln w="12700">
            <a:solidFill>
              <a:srgbClr val="3B82F6"/>
            </a:solidFill>
            <a:prstDash val="solid"/>
          </a:ln>
        </p:spPr>
        <p:txBody>
          <a:bodyPr/>
          <a:lstStyle/>
          <a:p>
            <a:endParaRPr lang="ko-KR" altLang="en-US"/>
          </a:p>
        </p:txBody>
      </p:sp>
      <p:sp>
        <p:nvSpPr>
          <p:cNvPr id="12" name="Text 10"/>
          <p:cNvSpPr/>
          <p:nvPr/>
        </p:nvSpPr>
        <p:spPr>
          <a:xfrm>
            <a:off x="731520" y="2395728"/>
            <a:ext cx="1207008"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01</a:t>
            </a:r>
            <a:endParaRPr lang="en-US" sz="1300" dirty="0"/>
          </a:p>
        </p:txBody>
      </p:sp>
      <p:sp>
        <p:nvSpPr>
          <p:cNvPr id="13" name="Text 11"/>
          <p:cNvSpPr/>
          <p:nvPr/>
        </p:nvSpPr>
        <p:spPr>
          <a:xfrm>
            <a:off x="731520" y="2651760"/>
            <a:ext cx="1207008" cy="566928"/>
          </a:xfrm>
          <a:prstGeom prst="rect">
            <a:avLst/>
          </a:prstGeom>
          <a:noFill/>
          <a:ln/>
        </p:spPr>
        <p:txBody>
          <a:bodyPr wrap="square" lIns="0" tIns="0" rIns="0" bIns="0" rtlCol="0" anchor="t"/>
          <a:lstStyle/>
          <a:p>
            <a:pPr marL="0" indent="0">
              <a:lnSpc>
                <a:spcPct val="115000"/>
              </a:lnSpc>
              <a:buNone/>
            </a:pPr>
            <a:r>
              <a:rPr lang="en-US" sz="1150" b="1" dirty="0">
                <a:solidFill>
                  <a:srgbClr val="111827"/>
                </a:solidFill>
                <a:latin typeface="Pretendard" pitchFamily="34" charset="0"/>
                <a:ea typeface="Pretendard" pitchFamily="34" charset="-122"/>
                <a:cs typeface="Pretendard" pitchFamily="34" charset="-120"/>
              </a:rPr>
              <a:t>챗봇과</a:t>
            </a:r>
            <a:endParaRPr lang="en-US" sz="1150" dirty="0"/>
          </a:p>
          <a:p>
            <a:pPr marL="0" indent="0">
              <a:lnSpc>
                <a:spcPct val="115000"/>
              </a:lnSpc>
              <a:buNone/>
            </a:pPr>
            <a:r>
              <a:rPr lang="en-US" sz="1150" b="1" dirty="0">
                <a:solidFill>
                  <a:srgbClr val="111827"/>
                </a:solidFill>
                <a:latin typeface="Pretendard" pitchFamily="34" charset="0"/>
                <a:ea typeface="Pretendard" pitchFamily="34" charset="-122"/>
                <a:cs typeface="Pretendard" pitchFamily="34" charset="-120"/>
              </a:rPr>
              <a:t>에이전트의 차이</a:t>
            </a:r>
            <a:endParaRPr lang="en-US" sz="1150" dirty="0"/>
          </a:p>
        </p:txBody>
      </p:sp>
      <p:sp>
        <p:nvSpPr>
          <p:cNvPr id="14" name="Text 12"/>
          <p:cNvSpPr/>
          <p:nvPr/>
        </p:nvSpPr>
        <p:spPr>
          <a:xfrm>
            <a:off x="731520" y="3291840"/>
            <a:ext cx="1207008" cy="987552"/>
          </a:xfrm>
          <a:prstGeom prst="rect">
            <a:avLst/>
          </a:prstGeom>
          <a:noFill/>
          <a:ln/>
        </p:spPr>
        <p:txBody>
          <a:bodyPr wrap="square" lIns="0" tIns="0" rIns="0" bIns="0" rtlCol="0" anchor="ctr"/>
          <a:lstStyle/>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topic 기반 챗봇, 추론 우선 에이전트, 그리고 AI assistant가 놓이는 위치</a:t>
            </a:r>
            <a:endParaRPr lang="en-US" sz="950" dirty="0"/>
          </a:p>
        </p:txBody>
      </p:sp>
      <p:sp>
        <p:nvSpPr>
          <p:cNvPr id="15" name="objective card">
            <a:extLst>
              <a:ext uri="{C183D7F6-B498-43B3-948B-1728B52AA6E4}">
                <adec:decorative xmlns:adec="http://schemas.microsoft.com/office/drawing/2017/decorative" val="1"/>
              </a:ext>
            </a:extLst>
          </p:cNvPr>
          <p:cNvSpPr/>
          <p:nvPr/>
        </p:nvSpPr>
        <p:spPr>
          <a:xfrm>
            <a:off x="2167128" y="2240280"/>
            <a:ext cx="1572768" cy="2194560"/>
          </a:xfrm>
          <a:prstGeom prst="rect">
            <a:avLst/>
          </a:prstGeom>
          <a:solidFill>
            <a:srgbClr val="FFFFFF"/>
          </a:solidFill>
          <a:ln w="12700">
            <a:solidFill>
              <a:srgbClr val="E5E7EB"/>
            </a:solidFill>
            <a:prstDash val="solid"/>
          </a:ln>
        </p:spPr>
        <p:txBody>
          <a:bodyPr/>
          <a:lstStyle/>
          <a:p>
            <a:endParaRPr lang="ko-KR" altLang="en-US"/>
          </a:p>
        </p:txBody>
      </p:sp>
      <p:sp>
        <p:nvSpPr>
          <p:cNvPr id="16" name="card rule">
            <a:extLst>
              <a:ext uri="{C183D7F6-B498-43B3-948B-1728B52AA6E4}">
                <adec:decorative xmlns:adec="http://schemas.microsoft.com/office/drawing/2017/decorative" val="1"/>
              </a:ext>
            </a:extLst>
          </p:cNvPr>
          <p:cNvSpPr/>
          <p:nvPr/>
        </p:nvSpPr>
        <p:spPr>
          <a:xfrm>
            <a:off x="2167128" y="2240280"/>
            <a:ext cx="1572768" cy="36576"/>
          </a:xfrm>
          <a:prstGeom prst="rect">
            <a:avLst/>
          </a:prstGeom>
          <a:solidFill>
            <a:srgbClr val="3B82F6"/>
          </a:solidFill>
          <a:ln w="12700">
            <a:solidFill>
              <a:srgbClr val="3B82F6"/>
            </a:solidFill>
            <a:prstDash val="solid"/>
          </a:ln>
        </p:spPr>
        <p:txBody>
          <a:bodyPr/>
          <a:lstStyle/>
          <a:p>
            <a:endParaRPr lang="ko-KR" altLang="en-US"/>
          </a:p>
        </p:txBody>
      </p:sp>
      <p:sp>
        <p:nvSpPr>
          <p:cNvPr id="17" name="Text 15"/>
          <p:cNvSpPr/>
          <p:nvPr/>
        </p:nvSpPr>
        <p:spPr>
          <a:xfrm>
            <a:off x="2350008" y="2395728"/>
            <a:ext cx="1207008"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02</a:t>
            </a:r>
            <a:endParaRPr lang="en-US" sz="1300" dirty="0"/>
          </a:p>
        </p:txBody>
      </p:sp>
      <p:sp>
        <p:nvSpPr>
          <p:cNvPr id="18" name="Text 16"/>
          <p:cNvSpPr/>
          <p:nvPr/>
        </p:nvSpPr>
        <p:spPr>
          <a:xfrm>
            <a:off x="2350008" y="2651760"/>
            <a:ext cx="1207008" cy="566928"/>
          </a:xfrm>
          <a:prstGeom prst="rect">
            <a:avLst/>
          </a:prstGeom>
          <a:noFill/>
          <a:ln/>
        </p:spPr>
        <p:txBody>
          <a:bodyPr wrap="square" lIns="0" tIns="0" rIns="0" bIns="0" rtlCol="0" anchor="t"/>
          <a:lstStyle/>
          <a:p>
            <a:pPr marL="0" indent="0">
              <a:lnSpc>
                <a:spcPct val="115000"/>
              </a:lnSpc>
              <a:buNone/>
            </a:pPr>
            <a:r>
              <a:rPr lang="en-US" sz="1150" b="1" dirty="0">
                <a:solidFill>
                  <a:srgbClr val="111827"/>
                </a:solidFill>
                <a:latin typeface="Pretendard" pitchFamily="34" charset="0"/>
                <a:ea typeface="Pretendard" pitchFamily="34" charset="-122"/>
                <a:cs typeface="Pretendard" pitchFamily="34" charset="-120"/>
              </a:rPr>
              <a:t>LLM과</a:t>
            </a:r>
            <a:endParaRPr lang="en-US" sz="1150" dirty="0"/>
          </a:p>
          <a:p>
            <a:pPr marL="0" indent="0">
              <a:lnSpc>
                <a:spcPct val="115000"/>
              </a:lnSpc>
              <a:buNone/>
            </a:pPr>
            <a:r>
              <a:rPr lang="en-US" sz="1150" b="1" dirty="0">
                <a:solidFill>
                  <a:srgbClr val="111827"/>
                </a:solidFill>
                <a:latin typeface="Pretendard" pitchFamily="34" charset="0"/>
                <a:ea typeface="Pretendard" pitchFamily="34" charset="-122"/>
                <a:cs typeface="Pretendard" pitchFamily="34" charset="-120"/>
              </a:rPr>
              <a:t>RAG</a:t>
            </a:r>
            <a:endParaRPr lang="en-US" sz="1150" dirty="0"/>
          </a:p>
        </p:txBody>
      </p:sp>
      <p:sp>
        <p:nvSpPr>
          <p:cNvPr id="19" name="Text 17"/>
          <p:cNvSpPr/>
          <p:nvPr/>
        </p:nvSpPr>
        <p:spPr>
          <a:xfrm>
            <a:off x="2350008" y="3291840"/>
            <a:ext cx="1207008" cy="987552"/>
          </a:xfrm>
          <a:prstGeom prst="rect">
            <a:avLst/>
          </a:prstGeom>
          <a:noFill/>
          <a:ln/>
        </p:spPr>
        <p:txBody>
          <a:bodyPr wrap="square" lIns="0" tIns="0" rIns="0" bIns="0" rtlCol="0" anchor="ctr"/>
          <a:lstStyle/>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모델과 검색 증강 생성이 grounding된 응답을 어떻게 가능하게 하는지</a:t>
            </a:r>
            <a:endParaRPr lang="en-US" sz="950" dirty="0"/>
          </a:p>
        </p:txBody>
      </p:sp>
      <p:sp>
        <p:nvSpPr>
          <p:cNvPr id="20" name="objective card">
            <a:extLst>
              <a:ext uri="{C183D7F6-B498-43B3-948B-1728B52AA6E4}">
                <adec:decorative xmlns:adec="http://schemas.microsoft.com/office/drawing/2017/decorative" val="1"/>
              </a:ext>
            </a:extLst>
          </p:cNvPr>
          <p:cNvSpPr/>
          <p:nvPr/>
        </p:nvSpPr>
        <p:spPr>
          <a:xfrm>
            <a:off x="3785616" y="2240280"/>
            <a:ext cx="1572768" cy="2194560"/>
          </a:xfrm>
          <a:prstGeom prst="rect">
            <a:avLst/>
          </a:prstGeom>
          <a:solidFill>
            <a:srgbClr val="FFFFFF"/>
          </a:solidFill>
          <a:ln w="12700">
            <a:solidFill>
              <a:srgbClr val="E5E7EB"/>
            </a:solidFill>
            <a:prstDash val="solid"/>
          </a:ln>
        </p:spPr>
        <p:txBody>
          <a:bodyPr/>
          <a:lstStyle/>
          <a:p>
            <a:endParaRPr lang="ko-KR" altLang="en-US"/>
          </a:p>
        </p:txBody>
      </p:sp>
      <p:sp>
        <p:nvSpPr>
          <p:cNvPr id="21" name="card rule">
            <a:extLst>
              <a:ext uri="{C183D7F6-B498-43B3-948B-1728B52AA6E4}">
                <adec:decorative xmlns:adec="http://schemas.microsoft.com/office/drawing/2017/decorative" val="1"/>
              </a:ext>
            </a:extLst>
          </p:cNvPr>
          <p:cNvSpPr/>
          <p:nvPr/>
        </p:nvSpPr>
        <p:spPr>
          <a:xfrm>
            <a:off x="3785616" y="2240280"/>
            <a:ext cx="1572768" cy="36576"/>
          </a:xfrm>
          <a:prstGeom prst="rect">
            <a:avLst/>
          </a:prstGeom>
          <a:solidFill>
            <a:srgbClr val="3B82F6"/>
          </a:solidFill>
          <a:ln w="12700">
            <a:solidFill>
              <a:srgbClr val="3B82F6"/>
            </a:solidFill>
            <a:prstDash val="solid"/>
          </a:ln>
        </p:spPr>
        <p:txBody>
          <a:bodyPr/>
          <a:lstStyle/>
          <a:p>
            <a:endParaRPr lang="ko-KR" altLang="en-US"/>
          </a:p>
        </p:txBody>
      </p:sp>
      <p:sp>
        <p:nvSpPr>
          <p:cNvPr id="22" name="Text 20"/>
          <p:cNvSpPr/>
          <p:nvPr/>
        </p:nvSpPr>
        <p:spPr>
          <a:xfrm>
            <a:off x="3968496" y="2395728"/>
            <a:ext cx="1207008"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03</a:t>
            </a:r>
            <a:endParaRPr lang="en-US" sz="1300" dirty="0"/>
          </a:p>
        </p:txBody>
      </p:sp>
      <p:sp>
        <p:nvSpPr>
          <p:cNvPr id="23" name="Text 21"/>
          <p:cNvSpPr/>
          <p:nvPr/>
        </p:nvSpPr>
        <p:spPr>
          <a:xfrm>
            <a:off x="3968496" y="2651760"/>
            <a:ext cx="1207008" cy="566928"/>
          </a:xfrm>
          <a:prstGeom prst="rect">
            <a:avLst/>
          </a:prstGeom>
          <a:noFill/>
          <a:ln/>
        </p:spPr>
        <p:txBody>
          <a:bodyPr wrap="square" lIns="0" tIns="0" rIns="0" bIns="0" rtlCol="0" anchor="t"/>
          <a:lstStyle/>
          <a:p>
            <a:pPr marL="0" indent="0">
              <a:lnSpc>
                <a:spcPct val="115000"/>
              </a:lnSpc>
              <a:buNone/>
            </a:pPr>
            <a:r>
              <a:rPr lang="en-US" sz="1150" b="1" dirty="0">
                <a:solidFill>
                  <a:srgbClr val="111827"/>
                </a:solidFill>
                <a:latin typeface="Pretendard" pitchFamily="34" charset="0"/>
                <a:ea typeface="Pretendard" pitchFamily="34" charset="-122"/>
                <a:cs typeface="Pretendard" pitchFamily="34" charset="-120"/>
              </a:rPr>
              <a:t>harness와</a:t>
            </a:r>
            <a:endParaRPr lang="en-US" sz="1150" dirty="0"/>
          </a:p>
          <a:p>
            <a:pPr marL="0" indent="0">
              <a:lnSpc>
                <a:spcPct val="115000"/>
              </a:lnSpc>
              <a:buNone/>
            </a:pPr>
            <a:r>
              <a:rPr lang="en-US" sz="1150" b="1" dirty="0">
                <a:solidFill>
                  <a:srgbClr val="111827"/>
                </a:solidFill>
                <a:latin typeface="Pretendard" pitchFamily="34" charset="0"/>
                <a:ea typeface="Pretendard" pitchFamily="34" charset="-122"/>
                <a:cs typeface="Pretendard" pitchFamily="34" charset="-120"/>
              </a:rPr>
              <a:t>orchestration</a:t>
            </a:r>
            <a:endParaRPr lang="en-US" sz="1150" dirty="0"/>
          </a:p>
        </p:txBody>
      </p:sp>
      <p:sp>
        <p:nvSpPr>
          <p:cNvPr id="24" name="Text 22"/>
          <p:cNvSpPr/>
          <p:nvPr/>
        </p:nvSpPr>
        <p:spPr>
          <a:xfrm>
            <a:off x="3968496" y="3291840"/>
            <a:ext cx="1207008" cy="987552"/>
          </a:xfrm>
          <a:prstGeom prst="rect">
            <a:avLst/>
          </a:prstGeom>
          <a:noFill/>
          <a:ln/>
        </p:spPr>
        <p:txBody>
          <a:bodyPr wrap="square" lIns="0" tIns="0" rIns="0" bIns="0" rtlCol="0" anchor="ctr"/>
          <a:lstStyle/>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런타임 환경과 지휘 방식이 어떻게 함께 작동하는지</a:t>
            </a:r>
            <a:endParaRPr lang="en-US" sz="950" dirty="0"/>
          </a:p>
        </p:txBody>
      </p:sp>
      <p:sp>
        <p:nvSpPr>
          <p:cNvPr id="25" name="objective card">
            <a:extLst>
              <a:ext uri="{C183D7F6-B498-43B3-948B-1728B52AA6E4}">
                <adec:decorative xmlns:adec="http://schemas.microsoft.com/office/drawing/2017/decorative" val="1"/>
              </a:ext>
            </a:extLst>
          </p:cNvPr>
          <p:cNvSpPr/>
          <p:nvPr/>
        </p:nvSpPr>
        <p:spPr>
          <a:xfrm>
            <a:off x="5404104" y="2240280"/>
            <a:ext cx="1572768" cy="2194560"/>
          </a:xfrm>
          <a:prstGeom prst="rect">
            <a:avLst/>
          </a:prstGeom>
          <a:solidFill>
            <a:srgbClr val="FFFFFF"/>
          </a:solidFill>
          <a:ln w="12700">
            <a:solidFill>
              <a:srgbClr val="E5E7EB"/>
            </a:solidFill>
            <a:prstDash val="solid"/>
          </a:ln>
        </p:spPr>
        <p:txBody>
          <a:bodyPr/>
          <a:lstStyle/>
          <a:p>
            <a:endParaRPr lang="ko-KR" altLang="en-US"/>
          </a:p>
        </p:txBody>
      </p:sp>
      <p:sp>
        <p:nvSpPr>
          <p:cNvPr id="26" name="card rule">
            <a:extLst>
              <a:ext uri="{C183D7F6-B498-43B3-948B-1728B52AA6E4}">
                <adec:decorative xmlns:adec="http://schemas.microsoft.com/office/drawing/2017/decorative" val="1"/>
              </a:ext>
            </a:extLst>
          </p:cNvPr>
          <p:cNvSpPr/>
          <p:nvPr/>
        </p:nvSpPr>
        <p:spPr>
          <a:xfrm>
            <a:off x="5404104" y="2240280"/>
            <a:ext cx="1572768" cy="36576"/>
          </a:xfrm>
          <a:prstGeom prst="rect">
            <a:avLst/>
          </a:prstGeom>
          <a:solidFill>
            <a:srgbClr val="3B82F6"/>
          </a:solidFill>
          <a:ln w="12700">
            <a:solidFill>
              <a:srgbClr val="3B82F6"/>
            </a:solidFill>
            <a:prstDash val="solid"/>
          </a:ln>
        </p:spPr>
        <p:txBody>
          <a:bodyPr/>
          <a:lstStyle/>
          <a:p>
            <a:endParaRPr lang="ko-KR" altLang="en-US"/>
          </a:p>
        </p:txBody>
      </p:sp>
      <p:sp>
        <p:nvSpPr>
          <p:cNvPr id="27" name="Text 25"/>
          <p:cNvSpPr/>
          <p:nvPr/>
        </p:nvSpPr>
        <p:spPr>
          <a:xfrm>
            <a:off x="5586984" y="2395728"/>
            <a:ext cx="1207008"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04</a:t>
            </a:r>
            <a:endParaRPr lang="en-US" sz="1300" dirty="0"/>
          </a:p>
        </p:txBody>
      </p:sp>
      <p:sp>
        <p:nvSpPr>
          <p:cNvPr id="28" name="Text 26"/>
          <p:cNvSpPr/>
          <p:nvPr/>
        </p:nvSpPr>
        <p:spPr>
          <a:xfrm>
            <a:off x="5586984" y="2651760"/>
            <a:ext cx="1207008" cy="566928"/>
          </a:xfrm>
          <a:prstGeom prst="rect">
            <a:avLst/>
          </a:prstGeom>
          <a:noFill/>
          <a:ln/>
        </p:spPr>
        <p:txBody>
          <a:bodyPr wrap="square" lIns="0" tIns="0" rIns="0" bIns="0" rtlCol="0" anchor="t"/>
          <a:lstStyle/>
          <a:p>
            <a:pPr marL="0" indent="0">
              <a:lnSpc>
                <a:spcPct val="115000"/>
              </a:lnSpc>
              <a:buNone/>
            </a:pPr>
            <a:r>
              <a:rPr lang="en-US" sz="1150" b="1" dirty="0">
                <a:solidFill>
                  <a:srgbClr val="111827"/>
                </a:solidFill>
                <a:latin typeface="Pretendard" pitchFamily="34" charset="0"/>
                <a:ea typeface="Pretendard" pitchFamily="34" charset="-122"/>
                <a:cs typeface="Pretendard" pitchFamily="34" charset="-120"/>
              </a:rPr>
              <a:t>에이전트와</a:t>
            </a:r>
            <a:endParaRPr lang="en-US" sz="1150" dirty="0"/>
          </a:p>
          <a:p>
            <a:pPr marL="0" indent="0">
              <a:lnSpc>
                <a:spcPct val="115000"/>
              </a:lnSpc>
              <a:buNone/>
            </a:pPr>
            <a:r>
              <a:rPr lang="en-US" sz="1150" b="1" dirty="0">
                <a:solidFill>
                  <a:srgbClr val="111827"/>
                </a:solidFill>
                <a:latin typeface="Pretendard" pitchFamily="34" charset="0"/>
                <a:ea typeface="Pretendard" pitchFamily="34" charset="-122"/>
                <a:cs typeface="Pretendard" pitchFamily="34" charset="-120"/>
              </a:rPr>
              <a:t>워크플로</a:t>
            </a:r>
            <a:endParaRPr lang="en-US" sz="1150" dirty="0"/>
          </a:p>
        </p:txBody>
      </p:sp>
      <p:sp>
        <p:nvSpPr>
          <p:cNvPr id="29" name="Text 27"/>
          <p:cNvSpPr/>
          <p:nvPr/>
        </p:nvSpPr>
        <p:spPr>
          <a:xfrm>
            <a:off x="5586984" y="3291840"/>
            <a:ext cx="1207008" cy="987552"/>
          </a:xfrm>
          <a:prstGeom prst="rect">
            <a:avLst/>
          </a:prstGeom>
          <a:noFill/>
          <a:ln/>
        </p:spPr>
        <p:txBody>
          <a:bodyPr wrap="square" lIns="0" tIns="0" rIns="0" bIns="0" rtlCol="0" anchor="ctr"/>
          <a:lstStyle/>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추론과 실행을 나누는 방법, 그리고 안전을 지키는 제어 경계</a:t>
            </a:r>
            <a:endParaRPr lang="en-US" sz="950" dirty="0"/>
          </a:p>
        </p:txBody>
      </p:sp>
      <p:sp>
        <p:nvSpPr>
          <p:cNvPr id="30" name="objective card">
            <a:extLst>
              <a:ext uri="{C183D7F6-B498-43B3-948B-1728B52AA6E4}">
                <adec:decorative xmlns:adec="http://schemas.microsoft.com/office/drawing/2017/decorative" val="1"/>
              </a:ext>
            </a:extLst>
          </p:cNvPr>
          <p:cNvSpPr/>
          <p:nvPr/>
        </p:nvSpPr>
        <p:spPr>
          <a:xfrm>
            <a:off x="7022592" y="2240280"/>
            <a:ext cx="1572768" cy="2194560"/>
          </a:xfrm>
          <a:prstGeom prst="rect">
            <a:avLst/>
          </a:prstGeom>
          <a:solidFill>
            <a:srgbClr val="FFFFFF"/>
          </a:solidFill>
          <a:ln w="12700">
            <a:solidFill>
              <a:srgbClr val="E5E7EB"/>
            </a:solidFill>
            <a:prstDash val="solid"/>
          </a:ln>
        </p:spPr>
        <p:txBody>
          <a:bodyPr/>
          <a:lstStyle/>
          <a:p>
            <a:endParaRPr lang="ko-KR" altLang="en-US"/>
          </a:p>
        </p:txBody>
      </p:sp>
      <p:sp>
        <p:nvSpPr>
          <p:cNvPr id="31" name="card rule">
            <a:extLst>
              <a:ext uri="{C183D7F6-B498-43B3-948B-1728B52AA6E4}">
                <adec:decorative xmlns:adec="http://schemas.microsoft.com/office/drawing/2017/decorative" val="1"/>
              </a:ext>
            </a:extLst>
          </p:cNvPr>
          <p:cNvSpPr/>
          <p:nvPr/>
        </p:nvSpPr>
        <p:spPr>
          <a:xfrm>
            <a:off x="7022592" y="2240280"/>
            <a:ext cx="1572768" cy="36576"/>
          </a:xfrm>
          <a:prstGeom prst="rect">
            <a:avLst/>
          </a:prstGeom>
          <a:solidFill>
            <a:srgbClr val="3B82F6"/>
          </a:solidFill>
          <a:ln w="12700">
            <a:solidFill>
              <a:srgbClr val="3B82F6"/>
            </a:solidFill>
            <a:prstDash val="solid"/>
          </a:ln>
        </p:spPr>
        <p:txBody>
          <a:bodyPr/>
          <a:lstStyle/>
          <a:p>
            <a:endParaRPr lang="ko-KR" altLang="en-US"/>
          </a:p>
        </p:txBody>
      </p:sp>
      <p:sp>
        <p:nvSpPr>
          <p:cNvPr id="32" name="Text 30"/>
          <p:cNvSpPr/>
          <p:nvPr/>
        </p:nvSpPr>
        <p:spPr>
          <a:xfrm>
            <a:off x="7205472" y="2395728"/>
            <a:ext cx="1207008"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05</a:t>
            </a:r>
            <a:endParaRPr lang="en-US" sz="1300" dirty="0"/>
          </a:p>
        </p:txBody>
      </p:sp>
      <p:sp>
        <p:nvSpPr>
          <p:cNvPr id="33" name="Text 31"/>
          <p:cNvSpPr/>
          <p:nvPr/>
        </p:nvSpPr>
        <p:spPr>
          <a:xfrm>
            <a:off x="7205472" y="2651760"/>
            <a:ext cx="1207008" cy="566928"/>
          </a:xfrm>
          <a:prstGeom prst="rect">
            <a:avLst/>
          </a:prstGeom>
          <a:noFill/>
          <a:ln/>
        </p:spPr>
        <p:txBody>
          <a:bodyPr wrap="square" lIns="0" tIns="0" rIns="0" bIns="0" rtlCol="0" anchor="t"/>
          <a:lstStyle/>
          <a:p>
            <a:pPr marL="0" indent="0">
              <a:lnSpc>
                <a:spcPct val="115000"/>
              </a:lnSpc>
              <a:buNone/>
            </a:pPr>
            <a:r>
              <a:rPr lang="en-US" sz="1150" b="1" dirty="0">
                <a:solidFill>
                  <a:srgbClr val="111827"/>
                </a:solidFill>
                <a:latin typeface="Pretendard" pitchFamily="34" charset="0"/>
                <a:ea typeface="Pretendard" pitchFamily="34" charset="-122"/>
                <a:cs typeface="Pretendard" pitchFamily="34" charset="-120"/>
              </a:rPr>
              <a:t>구축 환경</a:t>
            </a:r>
            <a:endParaRPr lang="en-US" sz="1150" dirty="0"/>
          </a:p>
          <a:p>
            <a:pPr marL="0" indent="0">
              <a:lnSpc>
                <a:spcPct val="115000"/>
              </a:lnSpc>
              <a:buNone/>
            </a:pPr>
            <a:r>
              <a:rPr lang="en-US" sz="1150" b="1" dirty="0">
                <a:solidFill>
                  <a:srgbClr val="111827"/>
                </a:solidFill>
                <a:latin typeface="Pretendard" pitchFamily="34" charset="0"/>
                <a:ea typeface="Pretendard" pitchFamily="34" charset="-122"/>
                <a:cs typeface="Pretendard" pitchFamily="34" charset="-120"/>
              </a:rPr>
              <a:t>스펙트럼</a:t>
            </a:r>
            <a:endParaRPr lang="en-US" sz="1150" dirty="0"/>
          </a:p>
        </p:txBody>
      </p:sp>
      <p:sp>
        <p:nvSpPr>
          <p:cNvPr id="34" name="Text 32"/>
          <p:cNvSpPr/>
          <p:nvPr/>
        </p:nvSpPr>
        <p:spPr>
          <a:xfrm>
            <a:off x="7205472" y="3291840"/>
            <a:ext cx="1207008" cy="987552"/>
          </a:xfrm>
          <a:prstGeom prst="rect">
            <a:avLst/>
          </a:prstGeom>
          <a:noFill/>
          <a:ln/>
        </p:spPr>
        <p:txBody>
          <a:bodyPr wrap="square" lIns="0" tIns="0" rIns="0" bIns="0" rtlCol="0" anchor="ctr"/>
          <a:lstStyle/>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no-code부터 pro-code까지 이어지는 Microsoft의 선택지</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개념 1</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전통적인 챗봇에서 추론 우선 에이전트로</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ko-KR" alt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01  ·  비교</a:t>
            </a:r>
            <a:endParaRPr lang="en-US" sz="950" dirty="0"/>
          </a:p>
        </p:txBody>
      </p:sp>
      <p:sp>
        <p:nvSpPr>
          <p:cNvPr id="7" name="key message band">
            <a:extLst>
              <a:ext uri="{C183D7F6-B498-43B3-948B-1728B52AA6E4}">
                <adec:decorative xmlns:adec="http://schemas.microsoft.com/office/drawing/2017/decorative" val="1"/>
              </a:ext>
            </a:extLst>
          </p:cNvPr>
          <p:cNvSpPr/>
          <p:nvPr/>
        </p:nvSpPr>
        <p:spPr>
          <a:xfrm>
            <a:off x="548640" y="1417320"/>
            <a:ext cx="8046720" cy="566928"/>
          </a:xfrm>
          <a:prstGeom prst="rect">
            <a:avLst/>
          </a:prstGeom>
          <a:solidFill>
            <a:srgbClr val="F3F5F9"/>
          </a:solidFill>
          <a:ln w="12700">
            <a:solidFill>
              <a:srgbClr val="F3F5F9"/>
            </a:solidFill>
            <a:prstDash val="solid"/>
          </a:ln>
        </p:spPr>
        <p:txBody>
          <a:bodyPr/>
          <a:lstStyle/>
          <a:p>
            <a:endParaRPr lang="ko-KR" altLang="en-US"/>
          </a:p>
        </p:txBody>
      </p:sp>
      <p:sp>
        <p:nvSpPr>
          <p:cNvPr id="8" name="accent bar">
            <a:extLst>
              <a:ext uri="{C183D7F6-B498-43B3-948B-1728B52AA6E4}">
                <adec:decorative xmlns:adec="http://schemas.microsoft.com/office/drawing/2017/decorative" val="1"/>
              </a:ext>
            </a:extLst>
          </p:cNvPr>
          <p:cNvSpPr/>
          <p:nvPr/>
        </p:nvSpPr>
        <p:spPr>
          <a:xfrm>
            <a:off x="548640" y="1417320"/>
            <a:ext cx="50292" cy="566928"/>
          </a:xfrm>
          <a:prstGeom prst="rect">
            <a:avLst/>
          </a:prstGeom>
          <a:solidFill>
            <a:srgbClr val="1D4ED8"/>
          </a:solidFill>
          <a:ln w="12700">
            <a:solidFill>
              <a:srgbClr val="1D4ED8"/>
            </a:solidFill>
            <a:prstDash val="solid"/>
          </a:ln>
        </p:spPr>
        <p:txBody>
          <a:bodyPr/>
          <a:lstStyle/>
          <a:p>
            <a:endParaRPr lang="ko-KR" altLang="en-US"/>
          </a:p>
        </p:txBody>
      </p:sp>
      <p:sp>
        <p:nvSpPr>
          <p:cNvPr id="9" name="Text 7"/>
          <p:cNvSpPr/>
          <p:nvPr/>
        </p:nvSpPr>
        <p:spPr>
          <a:xfrm>
            <a:off x="749808" y="1417320"/>
            <a:ext cx="7680960" cy="566928"/>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대화를 스크립트로 쓰는 대신, 목표와 역량과 경계를 제공합니다.</a:t>
            </a:r>
            <a:endParaRPr lang="en-US" sz="13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2212848"/>
          <a:ext cx="8046720" cy="1881632"/>
        </p:xfrm>
        <a:graphic>
          <a:graphicData uri="http://schemas.openxmlformats.org/drawingml/2006/table">
            <a:tbl>
              <a:tblPr/>
              <a:tblGrid>
                <a:gridCol w="155448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310896">
                <a:tc>
                  <a:txBody>
                    <a:bodyPr/>
                    <a:lstStyle/>
                    <a:p>
                      <a:pPr marL="0" indent="0">
                        <a:buNone/>
                      </a:pPr>
                      <a:endParaRPr lang="en-US" sz="11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D4ED8"/>
                    </a:solidFill>
                  </a:tcPr>
                </a:tc>
                <a:tc>
                  <a:txBody>
                    <a:bodyPr/>
                    <a:lstStyle/>
                    <a:p>
                      <a:pPr marL="0" indent="0">
                        <a:buNone/>
                      </a:pPr>
                      <a:r>
                        <a:rPr lang="en-US" sz="1100" b="1" dirty="0">
                          <a:solidFill>
                            <a:srgbClr val="FFFFFF"/>
                          </a:solidFill>
                          <a:latin typeface="Pretendard" pitchFamily="34" charset="0"/>
                          <a:ea typeface="Pretendard" pitchFamily="34" charset="-122"/>
                          <a:cs typeface="Pretendard" pitchFamily="34" charset="-120"/>
                        </a:rPr>
                        <a:t>전통적인 topic 기반 챗봇</a:t>
                      </a:r>
                      <a:endParaRPr lang="en-US" sz="11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D4ED8"/>
                    </a:solidFill>
                  </a:tcPr>
                </a:tc>
                <a:tc>
                  <a:txBody>
                    <a:bodyPr/>
                    <a:lstStyle/>
                    <a:p>
                      <a:pPr marL="0" indent="0">
                        <a:buNone/>
                      </a:pPr>
                      <a:r>
                        <a:rPr lang="en-US" sz="1100" b="1" dirty="0">
                          <a:solidFill>
                            <a:srgbClr val="FFFFFF"/>
                          </a:solidFill>
                          <a:latin typeface="Pretendard" pitchFamily="34" charset="0"/>
                          <a:ea typeface="Pretendard" pitchFamily="34" charset="-122"/>
                          <a:cs typeface="Pretendard" pitchFamily="34" charset="-120"/>
                        </a:rPr>
                        <a:t>추론 우선 에이전트</a:t>
                      </a:r>
                      <a:endParaRPr lang="en-US" sz="11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D4ED8"/>
                    </a:solidFill>
                  </a:tcPr>
                </a:tc>
                <a:extLst>
                  <a:ext uri="{0D108BD9-81ED-4DB2-BD59-A6C34878D82A}">
                    <a16:rowId xmlns:a16="http://schemas.microsoft.com/office/drawing/2014/main" val="10000"/>
                  </a:ext>
                </a:extLst>
              </a:tr>
              <a:tr h="384048">
                <a:tc>
                  <a:txBody>
                    <a:bodyPr/>
                    <a:lstStyle/>
                    <a:p>
                      <a:pPr marL="0" indent="0">
                        <a:buNone/>
                      </a:pPr>
                      <a:r>
                        <a:rPr lang="en-US" sz="1050" b="1" dirty="0">
                          <a:solidFill>
                            <a:srgbClr val="111827"/>
                          </a:solidFill>
                          <a:latin typeface="Pretendard" pitchFamily="34" charset="0"/>
                          <a:ea typeface="Pretendard" pitchFamily="34" charset="-122"/>
                          <a:cs typeface="Pretendard" pitchFamily="34" charset="-120"/>
                        </a:rPr>
                        <a:t>제작자가 제공</a:t>
                      </a:r>
                      <a:endParaRPr lang="en-US" sz="10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5F9"/>
                    </a:solidFill>
                  </a:tcPr>
                </a:tc>
                <a:tc>
                  <a:txBody>
                    <a:bodyPr/>
                    <a:lstStyle/>
                    <a:p>
                      <a:pPr marL="0" indent="0">
                        <a:buNone/>
                      </a:pPr>
                      <a:r>
                        <a:rPr lang="en-US" sz="1050" dirty="0">
                          <a:solidFill>
                            <a:srgbClr val="4B5563"/>
                          </a:solidFill>
                          <a:latin typeface="Pretendard" pitchFamily="34" charset="0"/>
                          <a:ea typeface="Pretendard" pitchFamily="34" charset="-122"/>
                          <a:cs typeface="Pretendard" pitchFamily="34" charset="-120"/>
                        </a:rPr>
                        <a:t>Topics, 규칙, 대화 경로</a:t>
                      </a:r>
                      <a:endParaRPr lang="en-US" sz="10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1050" b="1" dirty="0">
                          <a:solidFill>
                            <a:srgbClr val="111827"/>
                          </a:solidFill>
                          <a:latin typeface="Pretendard" pitchFamily="34" charset="0"/>
                          <a:ea typeface="Pretendard" pitchFamily="34" charset="-122"/>
                          <a:cs typeface="Pretendard" pitchFamily="34" charset="-120"/>
                        </a:rPr>
                        <a:t>목표, 지침, 지식, 도구, 경계</a:t>
                      </a:r>
                      <a:endParaRPr lang="en-US" sz="10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050" b="1" dirty="0">
                          <a:solidFill>
                            <a:srgbClr val="111827"/>
                          </a:solidFill>
                          <a:latin typeface="Pretendard" pitchFamily="34" charset="0"/>
                          <a:ea typeface="Pretendard" pitchFamily="34" charset="-122"/>
                          <a:cs typeface="Pretendard" pitchFamily="34" charset="-120"/>
                        </a:rPr>
                        <a:t>런타임 동작</a:t>
                      </a:r>
                      <a:endParaRPr lang="en-US" sz="10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5F9"/>
                    </a:solidFill>
                  </a:tcPr>
                </a:tc>
                <a:tc>
                  <a:txBody>
                    <a:bodyPr/>
                    <a:lstStyle/>
                    <a:p>
                      <a:pPr marL="0" indent="0">
                        <a:buNone/>
                      </a:pPr>
                      <a:r>
                        <a:rPr lang="en-US" sz="1050" dirty="0">
                          <a:solidFill>
                            <a:srgbClr val="4B5563"/>
                          </a:solidFill>
                          <a:latin typeface="Pretendard" pitchFamily="34" charset="0"/>
                          <a:ea typeface="Pretendard" pitchFamily="34" charset="-122"/>
                          <a:cs typeface="Pretendard" pitchFamily="34" charset="-120"/>
                        </a:rPr>
                        <a:t>정의된 라우팅과 경로를 따름</a:t>
                      </a:r>
                      <a:endParaRPr lang="en-US" sz="10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1050" b="1" dirty="0">
                          <a:solidFill>
                            <a:srgbClr val="111827"/>
                          </a:solidFill>
                          <a:latin typeface="Pretendard" pitchFamily="34" charset="0"/>
                          <a:ea typeface="Pretendard" pitchFamily="34" charset="-122"/>
                          <a:cs typeface="Pretendard" pitchFamily="34" charset="-120"/>
                        </a:rPr>
                        <a:t>목표를 어떻게 달성할지 계획함</a:t>
                      </a:r>
                      <a:endParaRPr lang="en-US" sz="10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050" b="1" dirty="0">
                          <a:solidFill>
                            <a:srgbClr val="111827"/>
                          </a:solidFill>
                          <a:latin typeface="Pretendard" pitchFamily="34" charset="0"/>
                          <a:ea typeface="Pretendard" pitchFamily="34" charset="-122"/>
                          <a:cs typeface="Pretendard" pitchFamily="34" charset="-120"/>
                        </a:rPr>
                        <a:t>적합한 작업</a:t>
                      </a:r>
                      <a:endParaRPr lang="en-US" sz="10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5F9"/>
                    </a:solidFill>
                  </a:tcPr>
                </a:tc>
                <a:tc>
                  <a:txBody>
                    <a:bodyPr/>
                    <a:lstStyle/>
                    <a:p>
                      <a:pPr marL="0" indent="0">
                        <a:buNone/>
                      </a:pPr>
                      <a:r>
                        <a:rPr lang="en-US" sz="1050" dirty="0">
                          <a:solidFill>
                            <a:srgbClr val="4B5563"/>
                          </a:solidFill>
                          <a:latin typeface="Pretendard" pitchFamily="34" charset="0"/>
                          <a:ea typeface="Pretendard" pitchFamily="34" charset="-122"/>
                          <a:cs typeface="Pretendard" pitchFamily="34" charset="-120"/>
                        </a:rPr>
                        <a:t>예측 가능하고 구조화된 상호작용</a:t>
                      </a:r>
                      <a:endParaRPr lang="en-US" sz="10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1050" b="1" dirty="0">
                          <a:solidFill>
                            <a:srgbClr val="111827"/>
                          </a:solidFill>
                          <a:latin typeface="Pretendard" pitchFamily="34" charset="0"/>
                          <a:ea typeface="Pretendard" pitchFamily="34" charset="-122"/>
                          <a:cs typeface="Pretendard" pitchFamily="34" charset="-120"/>
                        </a:rPr>
                        <a:t>동적이거나 여러 단계를 거치는 작업</a:t>
                      </a:r>
                      <a:endParaRPr lang="en-US" sz="10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050" b="1" dirty="0">
                          <a:solidFill>
                            <a:srgbClr val="111827"/>
                          </a:solidFill>
                          <a:latin typeface="Pretendard" pitchFamily="34" charset="0"/>
                          <a:ea typeface="Pretendard" pitchFamily="34" charset="-122"/>
                          <a:cs typeface="Pretendard" pitchFamily="34" charset="-120"/>
                        </a:rPr>
                        <a:t>예시</a:t>
                      </a:r>
                      <a:endParaRPr lang="en-US" sz="10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5F9"/>
                    </a:solidFill>
                  </a:tcPr>
                </a:tc>
                <a:tc>
                  <a:txBody>
                    <a:bodyPr/>
                    <a:lstStyle/>
                    <a:p>
                      <a:pPr marL="0" indent="0">
                        <a:buNone/>
                      </a:pPr>
                      <a:r>
                        <a:rPr lang="en-US" sz="1050" dirty="0">
                          <a:solidFill>
                            <a:srgbClr val="4B5563"/>
                          </a:solidFill>
                          <a:latin typeface="Pretendard" pitchFamily="34" charset="0"/>
                          <a:ea typeface="Pretendard" pitchFamily="34" charset="-122"/>
                          <a:cs typeface="Pretendard" pitchFamily="34" charset="-120"/>
                        </a:rPr>
                        <a:t>고정된 비밀번호 재설정 절차 안내</a:t>
                      </a:r>
                      <a:endParaRPr lang="en-US" sz="10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1050" b="1" dirty="0">
                          <a:solidFill>
                            <a:srgbClr val="111827"/>
                          </a:solidFill>
                          <a:latin typeface="Pretendard" pitchFamily="34" charset="0"/>
                          <a:ea typeface="Pretendard" pitchFamily="34" charset="-122"/>
                          <a:cs typeface="Pretendard" pitchFamily="34" charset="-120"/>
                        </a:rPr>
                        <a:t>IT 요청을 진단하고 지침을 확인해 조치를 선택</a:t>
                      </a:r>
                      <a:endParaRPr lang="en-US" sz="10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1" name="callout">
            <a:extLst>
              <a:ext uri="{C183D7F6-B498-43B3-948B-1728B52AA6E4}">
                <adec:decorative xmlns:adec="http://schemas.microsoft.com/office/drawing/2017/decorative" val="1"/>
              </a:ext>
            </a:extLst>
          </p:cNvPr>
          <p:cNvSpPr/>
          <p:nvPr/>
        </p:nvSpPr>
        <p:spPr>
          <a:xfrm>
            <a:off x="548640" y="4224528"/>
            <a:ext cx="8046720" cy="475488"/>
          </a:xfrm>
          <a:prstGeom prst="rect">
            <a:avLst/>
          </a:prstGeom>
          <a:solidFill>
            <a:srgbClr val="F3F5F9"/>
          </a:solidFill>
          <a:ln w="12700">
            <a:solidFill>
              <a:srgbClr val="F3F5F9"/>
            </a:solidFill>
            <a:prstDash val="solid"/>
          </a:ln>
        </p:spPr>
        <p:txBody>
          <a:bodyPr/>
          <a:lstStyle/>
          <a:p>
            <a:endParaRPr lang="ko-KR" altLang="en-US"/>
          </a:p>
        </p:txBody>
      </p:sp>
      <p:sp>
        <p:nvSpPr>
          <p:cNvPr id="12" name="Text 9"/>
          <p:cNvSpPr/>
          <p:nvPr/>
        </p:nvSpPr>
        <p:spPr>
          <a:xfrm>
            <a:off x="777240" y="4224528"/>
            <a:ext cx="7589520" cy="475488"/>
          </a:xfrm>
          <a:prstGeom prst="rect">
            <a:avLst/>
          </a:prstGeom>
          <a:noFill/>
          <a:ln/>
        </p:spPr>
        <p:txBody>
          <a:bodyPr wrap="square" lIns="0" tIns="0" rIns="0" bIns="0" rtlCol="0" anchor="ctr"/>
          <a:lstStyle/>
          <a:p>
            <a:pPr marL="0" indent="0">
              <a:buNone/>
            </a:pPr>
            <a:r>
              <a:rPr lang="en-US" sz="1100" b="1" dirty="0">
                <a:solidFill>
                  <a:srgbClr val="1D4ED8"/>
                </a:solidFill>
                <a:latin typeface="Pretendard" pitchFamily="34" charset="0"/>
                <a:ea typeface="Pretendard" pitchFamily="34" charset="-122"/>
                <a:cs typeface="Pretendard" pitchFamily="34" charset="-120"/>
              </a:rPr>
              <a:t>한 줄 정의  </a:t>
            </a:r>
            <a:r>
              <a:rPr lang="en-US" sz="1100" dirty="0">
                <a:solidFill>
                  <a:srgbClr val="4B5563"/>
                </a:solidFill>
                <a:latin typeface="Pretendard" pitchFamily="34" charset="0"/>
                <a:ea typeface="Pretendard" pitchFamily="34" charset="-122"/>
                <a:cs typeface="Pretendard" pitchFamily="34" charset="-120"/>
              </a:rPr>
              <a:t>에이전트는 모델로 구동되며, 추론과 행동 방식에 영향을 주는 목표·지침·지식·도구·경계를 부여받은 AI 시스템입니다.</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개념 2</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두뇌: 대규모 언어 모델(LLM)</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ko-KR" alt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01  ·  LLM</a:t>
            </a:r>
            <a:endParaRPr lang="en-US" sz="950" dirty="0"/>
          </a:p>
        </p:txBody>
      </p:sp>
      <p:sp>
        <p:nvSpPr>
          <p:cNvPr id="7" name="key message band">
            <a:extLst>
              <a:ext uri="{C183D7F6-B498-43B3-948B-1728B52AA6E4}">
                <adec:decorative xmlns:adec="http://schemas.microsoft.com/office/drawing/2017/decorative" val="1"/>
              </a:ext>
            </a:extLst>
          </p:cNvPr>
          <p:cNvSpPr/>
          <p:nvPr/>
        </p:nvSpPr>
        <p:spPr>
          <a:xfrm>
            <a:off x="548640" y="1417320"/>
            <a:ext cx="8046720" cy="566928"/>
          </a:xfrm>
          <a:prstGeom prst="rect">
            <a:avLst/>
          </a:prstGeom>
          <a:solidFill>
            <a:srgbClr val="F3F5F9"/>
          </a:solidFill>
          <a:ln w="12700">
            <a:solidFill>
              <a:srgbClr val="F3F5F9"/>
            </a:solidFill>
            <a:prstDash val="solid"/>
          </a:ln>
        </p:spPr>
        <p:txBody>
          <a:bodyPr/>
          <a:lstStyle/>
          <a:p>
            <a:endParaRPr lang="ko-KR" altLang="en-US"/>
          </a:p>
        </p:txBody>
      </p:sp>
      <p:sp>
        <p:nvSpPr>
          <p:cNvPr id="8" name="accent bar">
            <a:extLst>
              <a:ext uri="{C183D7F6-B498-43B3-948B-1728B52AA6E4}">
                <adec:decorative xmlns:adec="http://schemas.microsoft.com/office/drawing/2017/decorative" val="1"/>
              </a:ext>
            </a:extLst>
          </p:cNvPr>
          <p:cNvSpPr/>
          <p:nvPr/>
        </p:nvSpPr>
        <p:spPr>
          <a:xfrm>
            <a:off x="548640" y="1417320"/>
            <a:ext cx="50292" cy="566928"/>
          </a:xfrm>
          <a:prstGeom prst="rect">
            <a:avLst/>
          </a:prstGeom>
          <a:solidFill>
            <a:srgbClr val="1D4ED8"/>
          </a:solidFill>
          <a:ln w="12700">
            <a:solidFill>
              <a:srgbClr val="1D4ED8"/>
            </a:solidFill>
            <a:prstDash val="solid"/>
          </a:ln>
        </p:spPr>
        <p:txBody>
          <a:bodyPr/>
          <a:lstStyle/>
          <a:p>
            <a:endParaRPr lang="ko-KR" altLang="en-US"/>
          </a:p>
        </p:txBody>
      </p:sp>
      <p:sp>
        <p:nvSpPr>
          <p:cNvPr id="9" name="Text 7"/>
          <p:cNvSpPr/>
          <p:nvPr/>
        </p:nvSpPr>
        <p:spPr>
          <a:xfrm>
            <a:off x="749808" y="1417320"/>
            <a:ext cx="7680960" cy="566928"/>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LLM은 이해하는 것이 아니라 다음 토큰을 예측합니다. 그래서 지침과 그라운딩이 결정적입니다.</a:t>
            </a:r>
            <a:endParaRPr lang="en-US" sz="1350" dirty="0"/>
          </a:p>
        </p:txBody>
      </p:sp>
      <p:sp>
        <p:nvSpPr>
          <p:cNvPr id="10" name="row frame">
            <a:extLst>
              <a:ext uri="{C183D7F6-B498-43B3-948B-1728B52AA6E4}">
                <adec:decorative xmlns:adec="http://schemas.microsoft.com/office/drawing/2017/decorative" val="1"/>
              </a:ext>
            </a:extLst>
          </p:cNvPr>
          <p:cNvSpPr/>
          <p:nvPr/>
        </p:nvSpPr>
        <p:spPr>
          <a:xfrm>
            <a:off x="548640" y="2240280"/>
            <a:ext cx="5257800" cy="658368"/>
          </a:xfrm>
          <a:prstGeom prst="rect">
            <a:avLst/>
          </a:prstGeom>
          <a:solidFill>
            <a:srgbClr val="FFFFFF"/>
          </a:solidFill>
          <a:ln w="12700">
            <a:solidFill>
              <a:srgbClr val="E5E7EB"/>
            </a:solidFill>
            <a:prstDash val="solid"/>
          </a:ln>
        </p:spPr>
        <p:txBody>
          <a:bodyPr/>
          <a:lstStyle/>
          <a:p>
            <a:endParaRPr lang="ko-KR" altLang="en-US"/>
          </a:p>
        </p:txBody>
      </p:sp>
      <p:sp>
        <p:nvSpPr>
          <p:cNvPr id="11" name="row accent">
            <a:extLst>
              <a:ext uri="{C183D7F6-B498-43B3-948B-1728B52AA6E4}">
                <adec:decorative xmlns:adec="http://schemas.microsoft.com/office/drawing/2017/decorative" val="1"/>
              </a:ext>
            </a:extLst>
          </p:cNvPr>
          <p:cNvSpPr/>
          <p:nvPr/>
        </p:nvSpPr>
        <p:spPr>
          <a:xfrm>
            <a:off x="548640" y="2240280"/>
            <a:ext cx="45720" cy="658368"/>
          </a:xfrm>
          <a:prstGeom prst="rect">
            <a:avLst/>
          </a:prstGeom>
          <a:solidFill>
            <a:srgbClr val="3B82F6"/>
          </a:solidFill>
          <a:ln w="12700">
            <a:solidFill>
              <a:srgbClr val="3B82F6"/>
            </a:solidFill>
            <a:prstDash val="solid"/>
          </a:ln>
        </p:spPr>
        <p:txBody>
          <a:bodyPr/>
          <a:lstStyle/>
          <a:p>
            <a:endParaRPr lang="en-US"/>
          </a:p>
        </p:txBody>
      </p:sp>
      <p:sp>
        <p:nvSpPr>
          <p:cNvPr id="12" name="Text 10"/>
          <p:cNvSpPr/>
          <p:nvPr/>
        </p:nvSpPr>
        <p:spPr>
          <a:xfrm>
            <a:off x="749808" y="2313432"/>
            <a:ext cx="4846320" cy="237744"/>
          </a:xfrm>
          <a:prstGeom prst="rect">
            <a:avLst/>
          </a:prstGeom>
          <a:noFill/>
          <a:ln/>
        </p:spPr>
        <p:txBody>
          <a:bodyPr wrap="square" lIns="0" tIns="0" rIns="0" bIns="0" rtlCol="0" anchor="ctr"/>
          <a:lstStyle/>
          <a:p>
            <a:pPr marL="0" indent="0">
              <a:buNone/>
            </a:pPr>
            <a:r>
              <a:rPr lang="en-US" sz="1200" b="1" dirty="0">
                <a:solidFill>
                  <a:srgbClr val="111827"/>
                </a:solidFill>
                <a:latin typeface="Pretendard" pitchFamily="34" charset="0"/>
                <a:ea typeface="Pretendard" pitchFamily="34" charset="-122"/>
                <a:cs typeface="Pretendard" pitchFamily="34" charset="-120"/>
              </a:rPr>
              <a:t>Tokens &amp; context window</a:t>
            </a:r>
            <a:endParaRPr lang="en-US" sz="1200" dirty="0"/>
          </a:p>
        </p:txBody>
      </p:sp>
      <p:sp>
        <p:nvSpPr>
          <p:cNvPr id="13" name="Text 11"/>
          <p:cNvSpPr/>
          <p:nvPr/>
        </p:nvSpPr>
        <p:spPr>
          <a:xfrm>
            <a:off x="749808" y="2542032"/>
            <a:ext cx="4846320" cy="310896"/>
          </a:xfrm>
          <a:prstGeom prst="rect">
            <a:avLst/>
          </a:prstGeom>
          <a:noFill/>
          <a:ln/>
        </p:spPr>
        <p:txBody>
          <a:bodyPr wrap="square" lIns="0" tIns="0" rIns="0" bIns="0" rtlCol="0" anchor="ctr"/>
          <a:lstStyle/>
          <a:p>
            <a:pPr marL="0" indent="0">
              <a:lnSpc>
                <a:spcPct val="115000"/>
              </a:lnSpc>
              <a:buNone/>
            </a:pPr>
            <a:r>
              <a:rPr lang="en-US" sz="950" dirty="0">
                <a:solidFill>
                  <a:srgbClr val="4B5563"/>
                </a:solidFill>
                <a:latin typeface="Pretendard" pitchFamily="34" charset="0"/>
                <a:ea typeface="Pretendard" pitchFamily="34" charset="-122"/>
                <a:cs typeface="Pretendard" pitchFamily="34" charset="-120"/>
              </a:rPr>
              <a:t>모델은 토큰 단위로 읽고 씁니다. context window는 한 번에 머릿속에 유지할 수 있는 양이며, 크지만 무한하지는 않습니다.</a:t>
            </a:r>
            <a:endParaRPr lang="en-US" sz="950" dirty="0"/>
          </a:p>
        </p:txBody>
      </p:sp>
      <p:sp>
        <p:nvSpPr>
          <p:cNvPr id="14" name="row frame">
            <a:extLst>
              <a:ext uri="{C183D7F6-B498-43B3-948B-1728B52AA6E4}">
                <adec:decorative xmlns:adec="http://schemas.microsoft.com/office/drawing/2017/decorative" val="1"/>
              </a:ext>
            </a:extLst>
          </p:cNvPr>
          <p:cNvSpPr/>
          <p:nvPr/>
        </p:nvSpPr>
        <p:spPr>
          <a:xfrm>
            <a:off x="548640" y="2999232"/>
            <a:ext cx="5257800" cy="658368"/>
          </a:xfrm>
          <a:prstGeom prst="rect">
            <a:avLst/>
          </a:prstGeom>
          <a:solidFill>
            <a:srgbClr val="FFFFFF"/>
          </a:solidFill>
          <a:ln w="12700">
            <a:solidFill>
              <a:srgbClr val="E5E7EB"/>
            </a:solidFill>
            <a:prstDash val="solid"/>
          </a:ln>
        </p:spPr>
        <p:txBody>
          <a:bodyPr/>
          <a:lstStyle/>
          <a:p>
            <a:endParaRPr lang="en-US"/>
          </a:p>
        </p:txBody>
      </p:sp>
      <p:sp>
        <p:nvSpPr>
          <p:cNvPr id="15" name="row accent">
            <a:extLst>
              <a:ext uri="{C183D7F6-B498-43B3-948B-1728B52AA6E4}">
                <adec:decorative xmlns:adec="http://schemas.microsoft.com/office/drawing/2017/decorative" val="1"/>
              </a:ext>
            </a:extLst>
          </p:cNvPr>
          <p:cNvSpPr/>
          <p:nvPr/>
        </p:nvSpPr>
        <p:spPr>
          <a:xfrm>
            <a:off x="548640" y="2999232"/>
            <a:ext cx="45720" cy="658368"/>
          </a:xfrm>
          <a:prstGeom prst="rect">
            <a:avLst/>
          </a:prstGeom>
          <a:solidFill>
            <a:srgbClr val="3B82F6"/>
          </a:solidFill>
          <a:ln w="12700">
            <a:solidFill>
              <a:srgbClr val="3B82F6"/>
            </a:solidFill>
            <a:prstDash val="solid"/>
          </a:ln>
        </p:spPr>
        <p:txBody>
          <a:bodyPr/>
          <a:lstStyle/>
          <a:p>
            <a:endParaRPr lang="en-US"/>
          </a:p>
        </p:txBody>
      </p:sp>
      <p:sp>
        <p:nvSpPr>
          <p:cNvPr id="16" name="Text 14">
            <a:extLst>
              <a:ext uri="{C183D7F6-B498-43B3-948B-1728B52AA6E4}">
                <adec:decorative xmlns:adec="http://schemas.microsoft.com/office/drawing/2017/decorative" val="1"/>
              </a:ext>
            </a:extLst>
          </p:cNvPr>
          <p:cNvSpPr/>
          <p:nvPr/>
        </p:nvSpPr>
        <p:spPr>
          <a:xfrm>
            <a:off x="749808" y="3072384"/>
            <a:ext cx="4846320" cy="237744"/>
          </a:xfrm>
          <a:prstGeom prst="rect">
            <a:avLst/>
          </a:prstGeom>
          <a:noFill/>
          <a:ln/>
        </p:spPr>
        <p:txBody>
          <a:bodyPr wrap="square" lIns="0" tIns="0" rIns="0" bIns="0" rtlCol="0" anchor="ctr"/>
          <a:lstStyle/>
          <a:p>
            <a:pPr marL="0" indent="0">
              <a:buNone/>
            </a:pPr>
            <a:r>
              <a:rPr lang="en-US" sz="1200" b="1" dirty="0">
                <a:solidFill>
                  <a:srgbClr val="111827"/>
                </a:solidFill>
                <a:latin typeface="Pretendard" pitchFamily="34" charset="0"/>
                <a:ea typeface="Pretendard" pitchFamily="34" charset="-122"/>
                <a:cs typeface="Pretendard" pitchFamily="34" charset="-120"/>
              </a:rPr>
              <a:t>Instructions</a:t>
            </a:r>
            <a:endParaRPr lang="en-US" sz="1200" dirty="0"/>
          </a:p>
        </p:txBody>
      </p:sp>
      <p:sp>
        <p:nvSpPr>
          <p:cNvPr id="17" name="Text 15">
            <a:extLst>
              <a:ext uri="{C183D7F6-B498-43B3-948B-1728B52AA6E4}">
                <adec:decorative xmlns:adec="http://schemas.microsoft.com/office/drawing/2017/decorative" val="1"/>
              </a:ext>
            </a:extLst>
          </p:cNvPr>
          <p:cNvSpPr/>
          <p:nvPr/>
        </p:nvSpPr>
        <p:spPr>
          <a:xfrm>
            <a:off x="749808" y="3300984"/>
            <a:ext cx="4846320" cy="310896"/>
          </a:xfrm>
          <a:prstGeom prst="rect">
            <a:avLst/>
          </a:prstGeom>
          <a:noFill/>
          <a:ln/>
        </p:spPr>
        <p:txBody>
          <a:bodyPr wrap="square" lIns="0" tIns="0" rIns="0" bIns="0" rtlCol="0" anchor="ctr"/>
          <a:lstStyle/>
          <a:p>
            <a:pPr marL="0" indent="0">
              <a:lnSpc>
                <a:spcPct val="115000"/>
              </a:lnSpc>
              <a:buNone/>
            </a:pPr>
            <a:r>
              <a:rPr lang="en-US" sz="950" dirty="0">
                <a:solidFill>
                  <a:srgbClr val="4B5563"/>
                </a:solidFill>
                <a:latin typeface="Pretendard" pitchFamily="34" charset="0"/>
                <a:ea typeface="Pretendard" pitchFamily="34" charset="-122"/>
                <a:cs typeface="Pretendard" pitchFamily="34" charset="-120"/>
              </a:rPr>
              <a:t>페르소나, 규칙, 행동 방식을 담은 상시 지침입니다. 에이전트 품질을 좌우하는 가장 큰 레버입니다.</a:t>
            </a:r>
            <a:endParaRPr lang="en-US" sz="950" dirty="0"/>
          </a:p>
        </p:txBody>
      </p:sp>
      <p:sp>
        <p:nvSpPr>
          <p:cNvPr id="18" name="row frame">
            <a:extLst>
              <a:ext uri="{C183D7F6-B498-43B3-948B-1728B52AA6E4}">
                <adec:decorative xmlns:adec="http://schemas.microsoft.com/office/drawing/2017/decorative" val="1"/>
              </a:ext>
            </a:extLst>
          </p:cNvPr>
          <p:cNvSpPr/>
          <p:nvPr/>
        </p:nvSpPr>
        <p:spPr>
          <a:xfrm>
            <a:off x="548640" y="3758184"/>
            <a:ext cx="5257800" cy="658368"/>
          </a:xfrm>
          <a:prstGeom prst="rect">
            <a:avLst/>
          </a:prstGeom>
          <a:solidFill>
            <a:srgbClr val="FFFFFF"/>
          </a:solidFill>
          <a:ln w="12700">
            <a:solidFill>
              <a:srgbClr val="E5E7EB"/>
            </a:solidFill>
            <a:prstDash val="solid"/>
          </a:ln>
        </p:spPr>
        <p:txBody>
          <a:bodyPr/>
          <a:lstStyle/>
          <a:p>
            <a:endParaRPr lang="en-US"/>
          </a:p>
        </p:txBody>
      </p:sp>
      <p:sp>
        <p:nvSpPr>
          <p:cNvPr id="19" name="row accent">
            <a:extLst>
              <a:ext uri="{C183D7F6-B498-43B3-948B-1728B52AA6E4}">
                <adec:decorative xmlns:adec="http://schemas.microsoft.com/office/drawing/2017/decorative" val="1"/>
              </a:ext>
            </a:extLst>
          </p:cNvPr>
          <p:cNvSpPr/>
          <p:nvPr/>
        </p:nvSpPr>
        <p:spPr>
          <a:xfrm>
            <a:off x="548640" y="3758184"/>
            <a:ext cx="45720" cy="658368"/>
          </a:xfrm>
          <a:prstGeom prst="rect">
            <a:avLst/>
          </a:prstGeom>
          <a:solidFill>
            <a:srgbClr val="3B82F6"/>
          </a:solidFill>
          <a:ln w="12700">
            <a:solidFill>
              <a:srgbClr val="3B82F6"/>
            </a:solidFill>
            <a:prstDash val="solid"/>
          </a:ln>
        </p:spPr>
        <p:txBody>
          <a:bodyPr/>
          <a:lstStyle/>
          <a:p>
            <a:endParaRPr lang="en-US"/>
          </a:p>
        </p:txBody>
      </p:sp>
      <p:sp>
        <p:nvSpPr>
          <p:cNvPr id="20" name="Text 18">
            <a:extLst>
              <a:ext uri="{C183D7F6-B498-43B3-948B-1728B52AA6E4}">
                <adec:decorative xmlns:adec="http://schemas.microsoft.com/office/drawing/2017/decorative" val="1"/>
              </a:ext>
            </a:extLst>
          </p:cNvPr>
          <p:cNvSpPr/>
          <p:nvPr/>
        </p:nvSpPr>
        <p:spPr>
          <a:xfrm>
            <a:off x="749808" y="3831336"/>
            <a:ext cx="4846320" cy="237744"/>
          </a:xfrm>
          <a:prstGeom prst="rect">
            <a:avLst/>
          </a:prstGeom>
          <a:noFill/>
          <a:ln/>
        </p:spPr>
        <p:txBody>
          <a:bodyPr wrap="square" lIns="0" tIns="0" rIns="0" bIns="0" rtlCol="0" anchor="ctr"/>
          <a:lstStyle/>
          <a:p>
            <a:pPr marL="0" indent="0">
              <a:buNone/>
            </a:pPr>
            <a:r>
              <a:rPr lang="en-US" sz="1200" b="1" dirty="0">
                <a:solidFill>
                  <a:srgbClr val="111827"/>
                </a:solidFill>
                <a:latin typeface="Pretendard" pitchFamily="34" charset="0"/>
                <a:ea typeface="Pretendard" pitchFamily="34" charset="-122"/>
                <a:cs typeface="Pretendard" pitchFamily="34" charset="-120"/>
              </a:rPr>
              <a:t>모델 선택</a:t>
            </a:r>
            <a:endParaRPr lang="en-US" sz="1200" dirty="0"/>
          </a:p>
        </p:txBody>
      </p:sp>
      <p:sp>
        <p:nvSpPr>
          <p:cNvPr id="21" name="Text 19">
            <a:extLst>
              <a:ext uri="{C183D7F6-B498-43B3-948B-1728B52AA6E4}">
                <adec:decorative xmlns:adec="http://schemas.microsoft.com/office/drawing/2017/decorative" val="1"/>
              </a:ext>
            </a:extLst>
          </p:cNvPr>
          <p:cNvSpPr/>
          <p:nvPr/>
        </p:nvSpPr>
        <p:spPr>
          <a:xfrm>
            <a:off x="749808" y="4059936"/>
            <a:ext cx="4846320" cy="310896"/>
          </a:xfrm>
          <a:prstGeom prst="rect">
            <a:avLst/>
          </a:prstGeom>
          <a:noFill/>
          <a:ln/>
        </p:spPr>
        <p:txBody>
          <a:bodyPr wrap="square" lIns="0" tIns="0" rIns="0" bIns="0" rtlCol="0" anchor="ctr"/>
          <a:lstStyle/>
          <a:p>
            <a:pPr marL="0" indent="0">
              <a:lnSpc>
                <a:spcPct val="115000"/>
              </a:lnSpc>
              <a:buNone/>
            </a:pPr>
            <a:r>
              <a:rPr lang="en-US" sz="950" dirty="0">
                <a:solidFill>
                  <a:srgbClr val="4B5563"/>
                </a:solidFill>
                <a:latin typeface="Pretendard" pitchFamily="34" charset="0"/>
                <a:ea typeface="Pretendard" pitchFamily="34" charset="-122"/>
                <a:cs typeface="Pretendard" pitchFamily="34" charset="-120"/>
              </a:rPr>
              <a:t>채팅에 빠르고 저렴한 모델이 있고, 계획·분석·신중한 도구 사용에 최적화된 추론 모델이 있습니다.</a:t>
            </a:r>
            <a:endParaRPr lang="en-US" sz="950" dirty="0"/>
          </a:p>
        </p:txBody>
      </p:sp>
      <p:sp>
        <p:nvSpPr>
          <p:cNvPr id="22" name="tip panel">
            <a:extLst>
              <a:ext uri="{C183D7F6-B498-43B3-948B-1728B52AA6E4}">
                <adec:decorative xmlns:adec="http://schemas.microsoft.com/office/drawing/2017/decorative" val="1"/>
              </a:ext>
            </a:extLst>
          </p:cNvPr>
          <p:cNvSpPr/>
          <p:nvPr/>
        </p:nvSpPr>
        <p:spPr>
          <a:xfrm>
            <a:off x="6035040" y="2240280"/>
            <a:ext cx="2560320" cy="2194560"/>
          </a:xfrm>
          <a:prstGeom prst="rect">
            <a:avLst/>
          </a:prstGeom>
          <a:solidFill>
            <a:srgbClr val="F3F5F9"/>
          </a:solidFill>
          <a:ln w="12700">
            <a:solidFill>
              <a:srgbClr val="F3F5F9"/>
            </a:solidFill>
            <a:prstDash val="solid"/>
          </a:ln>
        </p:spPr>
        <p:txBody>
          <a:bodyPr/>
          <a:lstStyle/>
          <a:p>
            <a:endParaRPr lang="en-US"/>
          </a:p>
        </p:txBody>
      </p:sp>
      <p:sp>
        <p:nvSpPr>
          <p:cNvPr id="24" name="Text 22"/>
          <p:cNvSpPr/>
          <p:nvPr/>
        </p:nvSpPr>
        <p:spPr>
          <a:xfrm>
            <a:off x="6263640" y="2743200"/>
            <a:ext cx="2103120" cy="274320"/>
          </a:xfrm>
          <a:prstGeom prst="rect">
            <a:avLst/>
          </a:prstGeom>
          <a:noFill/>
          <a:ln/>
        </p:spPr>
        <p:txBody>
          <a:bodyPr wrap="square" lIns="0" tIns="0" rIns="0" bIns="0" rtlCol="0" anchor="ctr"/>
          <a:lstStyle/>
          <a:p>
            <a:pPr marL="0" indent="0">
              <a:buNone/>
            </a:pPr>
            <a:r>
              <a:rPr lang="en-US" sz="1400" b="1" dirty="0">
                <a:solidFill>
                  <a:srgbClr val="111827"/>
                </a:solidFill>
                <a:latin typeface="Pretendard" pitchFamily="34" charset="0"/>
                <a:ea typeface="Pretendard" pitchFamily="34" charset="-122"/>
                <a:cs typeface="Pretendard" pitchFamily="34" charset="-120"/>
              </a:rPr>
              <a:t>자동 완성 비유</a:t>
            </a:r>
            <a:endParaRPr lang="en-US" sz="1400" dirty="0"/>
          </a:p>
        </p:txBody>
      </p:sp>
      <p:sp>
        <p:nvSpPr>
          <p:cNvPr id="25" name="Text 23">
            <a:extLst>
              <a:ext uri="{C183D7F6-B498-43B3-948B-1728B52AA6E4}">
                <adec:decorative xmlns:adec="http://schemas.microsoft.com/office/drawing/2017/decorative" val="1"/>
              </a:ext>
            </a:extLst>
          </p:cNvPr>
          <p:cNvSpPr/>
          <p:nvPr/>
        </p:nvSpPr>
        <p:spPr>
          <a:xfrm>
            <a:off x="6263640" y="3090672"/>
            <a:ext cx="2103120" cy="1188720"/>
          </a:xfrm>
          <a:prstGeom prst="rect">
            <a:avLst/>
          </a:prstGeom>
          <a:noFill/>
          <a:ln/>
        </p:spPr>
        <p:txBody>
          <a:bodyPr wrap="square" lIns="0" tIns="0" rIns="0" bIns="0" rtlCol="0" anchor="ctr"/>
          <a:lstStyle/>
          <a:p>
            <a:pPr marL="0" indent="0">
              <a:lnSpc>
                <a:spcPct val="130000"/>
              </a:lnSpc>
              <a:buNone/>
            </a:pPr>
            <a:r>
              <a:rPr lang="en-US" sz="1000" dirty="0">
                <a:solidFill>
                  <a:srgbClr val="4B5563"/>
                </a:solidFill>
                <a:latin typeface="Pretendard" pitchFamily="34" charset="0"/>
                <a:ea typeface="Pretendard" pitchFamily="34" charset="-122"/>
                <a:cs typeface="Pretendard" pitchFamily="34" charset="-120"/>
              </a:rPr>
              <a:t>LLM은 매우 똑똑한 자동 완성과 비슷합니다. 동료에게 브리핑하는 것이 아니라 예측 엔진을 조종하는 일이라고 설명하세요. 영리한 표현보다 명확한 지침이 먼저입니다.</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개념 3</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지식: 검색 증강 생성(RAG)</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ko-KR" alt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01  ·  RAG</a:t>
            </a:r>
            <a:endParaRPr lang="en-US" sz="950" dirty="0"/>
          </a:p>
        </p:txBody>
      </p:sp>
      <p:sp>
        <p:nvSpPr>
          <p:cNvPr id="7" name="key message band">
            <a:extLst>
              <a:ext uri="{C183D7F6-B498-43B3-948B-1728B52AA6E4}">
                <adec:decorative xmlns:adec="http://schemas.microsoft.com/office/drawing/2017/decorative" val="1"/>
              </a:ext>
            </a:extLst>
          </p:cNvPr>
          <p:cNvSpPr/>
          <p:nvPr/>
        </p:nvSpPr>
        <p:spPr>
          <a:xfrm>
            <a:off x="548640" y="1417320"/>
            <a:ext cx="8046720" cy="566928"/>
          </a:xfrm>
          <a:prstGeom prst="rect">
            <a:avLst/>
          </a:prstGeom>
          <a:solidFill>
            <a:srgbClr val="F3F5F9"/>
          </a:solidFill>
          <a:ln w="12700">
            <a:solidFill>
              <a:srgbClr val="F3F5F9"/>
            </a:solidFill>
            <a:prstDash val="solid"/>
          </a:ln>
        </p:spPr>
        <p:txBody>
          <a:bodyPr/>
          <a:lstStyle/>
          <a:p>
            <a:endParaRPr lang="ko-KR" altLang="en-US"/>
          </a:p>
        </p:txBody>
      </p:sp>
      <p:sp>
        <p:nvSpPr>
          <p:cNvPr id="8" name="accent bar">
            <a:extLst>
              <a:ext uri="{C183D7F6-B498-43B3-948B-1728B52AA6E4}">
                <adec:decorative xmlns:adec="http://schemas.microsoft.com/office/drawing/2017/decorative" val="1"/>
              </a:ext>
            </a:extLst>
          </p:cNvPr>
          <p:cNvSpPr/>
          <p:nvPr/>
        </p:nvSpPr>
        <p:spPr>
          <a:xfrm>
            <a:off x="548640" y="1417320"/>
            <a:ext cx="50292" cy="566928"/>
          </a:xfrm>
          <a:prstGeom prst="rect">
            <a:avLst/>
          </a:prstGeom>
          <a:solidFill>
            <a:srgbClr val="1D4ED8"/>
          </a:solidFill>
          <a:ln w="12700">
            <a:solidFill>
              <a:srgbClr val="1D4ED8"/>
            </a:solidFill>
            <a:prstDash val="solid"/>
          </a:ln>
        </p:spPr>
        <p:txBody>
          <a:bodyPr/>
          <a:lstStyle/>
          <a:p>
            <a:endParaRPr lang="ko-KR" altLang="en-US"/>
          </a:p>
        </p:txBody>
      </p:sp>
      <p:sp>
        <p:nvSpPr>
          <p:cNvPr id="9" name="Text 7"/>
          <p:cNvSpPr/>
          <p:nvPr/>
        </p:nvSpPr>
        <p:spPr>
          <a:xfrm>
            <a:off x="749808" y="1417320"/>
            <a:ext cx="7680960" cy="566928"/>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추측하는 에이전트와 출처를 제시하는 에이전트의 차이가 여기서 갈립니다.</a:t>
            </a:r>
            <a:endParaRPr lang="en-US" sz="1350" dirty="0"/>
          </a:p>
        </p:txBody>
      </p:sp>
      <p:sp>
        <p:nvSpPr>
          <p:cNvPr id="10" name="step card">
            <a:extLst>
              <a:ext uri="{C183D7F6-B498-43B3-948B-1728B52AA6E4}">
                <adec:decorative xmlns:adec="http://schemas.microsoft.com/office/drawing/2017/decorative" val="1"/>
              </a:ext>
            </a:extLst>
          </p:cNvPr>
          <p:cNvSpPr/>
          <p:nvPr/>
        </p:nvSpPr>
        <p:spPr>
          <a:xfrm>
            <a:off x="548640" y="2240280"/>
            <a:ext cx="1920240" cy="1417320"/>
          </a:xfrm>
          <a:prstGeom prst="rect">
            <a:avLst/>
          </a:prstGeom>
          <a:solidFill>
            <a:srgbClr val="FFFFFF"/>
          </a:solidFill>
          <a:ln w="12700">
            <a:solidFill>
              <a:srgbClr val="E5E7EB"/>
            </a:solidFill>
            <a:prstDash val="solid"/>
          </a:ln>
        </p:spPr>
        <p:txBody>
          <a:bodyPr/>
          <a:lstStyle/>
          <a:p>
            <a:endParaRPr lang="ko-KR" altLang="en-US"/>
          </a:p>
        </p:txBody>
      </p:sp>
      <p:sp>
        <p:nvSpPr>
          <p:cNvPr id="11" name="step rule">
            <a:extLst>
              <a:ext uri="{C183D7F6-B498-43B3-948B-1728B52AA6E4}">
                <adec:decorative xmlns:adec="http://schemas.microsoft.com/office/drawing/2017/decorative" val="1"/>
              </a:ext>
            </a:extLst>
          </p:cNvPr>
          <p:cNvSpPr/>
          <p:nvPr/>
        </p:nvSpPr>
        <p:spPr>
          <a:xfrm>
            <a:off x="548640" y="2240280"/>
            <a:ext cx="1920240" cy="36576"/>
          </a:xfrm>
          <a:prstGeom prst="rect">
            <a:avLst/>
          </a:prstGeom>
          <a:solidFill>
            <a:srgbClr val="3B82F6"/>
          </a:solidFill>
          <a:ln w="12700">
            <a:solidFill>
              <a:srgbClr val="3B82F6"/>
            </a:solidFill>
            <a:prstDash val="solid"/>
          </a:ln>
        </p:spPr>
        <p:txBody>
          <a:bodyPr/>
          <a:lstStyle/>
          <a:p>
            <a:endParaRPr lang="en-US"/>
          </a:p>
        </p:txBody>
      </p:sp>
      <p:sp>
        <p:nvSpPr>
          <p:cNvPr id="12" name="Text 10">
            <a:extLst>
              <a:ext uri="{C183D7F6-B498-43B3-948B-1728B52AA6E4}">
                <adec:decorative xmlns:adec="http://schemas.microsoft.com/office/drawing/2017/decorative" val="1"/>
              </a:ext>
            </a:extLst>
          </p:cNvPr>
          <p:cNvSpPr/>
          <p:nvPr/>
        </p:nvSpPr>
        <p:spPr>
          <a:xfrm>
            <a:off x="731520" y="2377440"/>
            <a:ext cx="457200"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1</a:t>
            </a:r>
            <a:endParaRPr lang="en-US" sz="1300" dirty="0"/>
          </a:p>
        </p:txBody>
      </p:sp>
      <p:sp>
        <p:nvSpPr>
          <p:cNvPr id="13" name="Text 11">
            <a:extLst>
              <a:ext uri="{C183D7F6-B498-43B3-948B-1728B52AA6E4}">
                <adec:decorative xmlns:adec="http://schemas.microsoft.com/office/drawing/2017/decorative" val="1"/>
              </a:ext>
            </a:extLst>
          </p:cNvPr>
          <p:cNvSpPr/>
          <p:nvPr/>
        </p:nvSpPr>
        <p:spPr>
          <a:xfrm>
            <a:off x="731520" y="2651760"/>
            <a:ext cx="1554480" cy="274320"/>
          </a:xfrm>
          <a:prstGeom prst="rect">
            <a:avLst/>
          </a:prstGeom>
          <a:noFill/>
          <a:ln/>
        </p:spPr>
        <p:txBody>
          <a:bodyPr wrap="square" lIns="0" tIns="0" rIns="0" bIns="0" rtlCol="0" anchor="ctr"/>
          <a:lstStyle/>
          <a:p>
            <a:pPr marL="0" indent="0">
              <a:buNone/>
            </a:pPr>
            <a:r>
              <a:rPr lang="en-US" sz="1400" b="1" dirty="0">
                <a:solidFill>
                  <a:srgbClr val="111827"/>
                </a:solidFill>
                <a:latin typeface="Pretendard" pitchFamily="34" charset="0"/>
                <a:ea typeface="Pretendard" pitchFamily="34" charset="-122"/>
                <a:cs typeface="Pretendard" pitchFamily="34" charset="-120"/>
              </a:rPr>
              <a:t>질문</a:t>
            </a:r>
            <a:endParaRPr lang="en-US" sz="1400" dirty="0"/>
          </a:p>
        </p:txBody>
      </p:sp>
      <p:sp>
        <p:nvSpPr>
          <p:cNvPr id="14" name="Text 12"/>
          <p:cNvSpPr/>
          <p:nvPr/>
        </p:nvSpPr>
        <p:spPr>
          <a:xfrm>
            <a:off x="731520" y="2944368"/>
            <a:ext cx="1554480" cy="621792"/>
          </a:xfrm>
          <a:prstGeom prst="rect">
            <a:avLst/>
          </a:prstGeom>
          <a:noFill/>
          <a:ln/>
        </p:spPr>
        <p:txBody>
          <a:bodyPr wrap="square" lIns="0" tIns="0" rIns="0" bIns="0" rtlCol="0" anchor="ctr"/>
          <a:lstStyle/>
          <a:p>
            <a:pPr marL="0" indent="0">
              <a:lnSpc>
                <a:spcPct val="120000"/>
              </a:lnSpc>
              <a:buNone/>
            </a:pPr>
            <a:r>
              <a:rPr lang="en-US" sz="950" dirty="0">
                <a:solidFill>
                  <a:srgbClr val="4B5563"/>
                </a:solidFill>
                <a:latin typeface="Pretendard" pitchFamily="34" charset="0"/>
                <a:ea typeface="Pretendard" pitchFamily="34" charset="-122"/>
                <a:cs typeface="Pretendard" pitchFamily="34" charset="-120"/>
              </a:rPr>
              <a:t>사용자가 질문을 합니다.</a:t>
            </a:r>
            <a:endParaRPr lang="en-US" sz="950" dirty="0"/>
          </a:p>
        </p:txBody>
      </p:sp>
      <p:sp>
        <p:nvSpPr>
          <p:cNvPr id="15" name="Text 13">
            <a:extLst>
              <a:ext uri="{C183D7F6-B498-43B3-948B-1728B52AA6E4}">
                <adec:decorative xmlns:adec="http://schemas.microsoft.com/office/drawing/2017/decorative" val="1"/>
              </a:ext>
            </a:extLst>
          </p:cNvPr>
          <p:cNvSpPr/>
          <p:nvPr/>
        </p:nvSpPr>
        <p:spPr>
          <a:xfrm>
            <a:off x="2473452" y="2743200"/>
            <a:ext cx="109728" cy="274320"/>
          </a:xfrm>
          <a:prstGeom prst="rect">
            <a:avLst/>
          </a:prstGeom>
          <a:noFill/>
          <a:ln/>
        </p:spPr>
        <p:txBody>
          <a:bodyPr wrap="square" lIns="0" tIns="0" rIns="0" bIns="0" rtlCol="0" anchor="ctr"/>
          <a:lstStyle/>
          <a:p>
            <a:pPr marL="0" indent="0" algn="ctr">
              <a:buNone/>
            </a:pPr>
            <a:r>
              <a:rPr lang="en-US" sz="1200" dirty="0">
                <a:solidFill>
                  <a:srgbClr val="3B82F6"/>
                </a:solidFill>
                <a:latin typeface="Pretendard" pitchFamily="34" charset="0"/>
                <a:ea typeface="Pretendard" pitchFamily="34" charset="-122"/>
                <a:cs typeface="Pretendard" pitchFamily="34" charset="-120"/>
              </a:rPr>
              <a:t>→</a:t>
            </a:r>
            <a:endParaRPr lang="en-US" sz="1200" dirty="0"/>
          </a:p>
        </p:txBody>
      </p:sp>
      <p:sp>
        <p:nvSpPr>
          <p:cNvPr id="16" name="step card">
            <a:extLst>
              <a:ext uri="{C183D7F6-B498-43B3-948B-1728B52AA6E4}">
                <adec:decorative xmlns:adec="http://schemas.microsoft.com/office/drawing/2017/decorative" val="1"/>
              </a:ext>
            </a:extLst>
          </p:cNvPr>
          <p:cNvSpPr/>
          <p:nvPr/>
        </p:nvSpPr>
        <p:spPr>
          <a:xfrm>
            <a:off x="2587752" y="2240280"/>
            <a:ext cx="1920240" cy="1417320"/>
          </a:xfrm>
          <a:prstGeom prst="rect">
            <a:avLst/>
          </a:prstGeom>
          <a:solidFill>
            <a:srgbClr val="FFFFFF"/>
          </a:solidFill>
          <a:ln w="12700">
            <a:solidFill>
              <a:srgbClr val="E5E7EB"/>
            </a:solidFill>
            <a:prstDash val="solid"/>
          </a:ln>
        </p:spPr>
        <p:txBody>
          <a:bodyPr/>
          <a:lstStyle/>
          <a:p>
            <a:endParaRPr lang="en-US"/>
          </a:p>
        </p:txBody>
      </p:sp>
      <p:sp>
        <p:nvSpPr>
          <p:cNvPr id="17" name="step rule">
            <a:extLst>
              <a:ext uri="{C183D7F6-B498-43B3-948B-1728B52AA6E4}">
                <adec:decorative xmlns:adec="http://schemas.microsoft.com/office/drawing/2017/decorative" val="1"/>
              </a:ext>
            </a:extLst>
          </p:cNvPr>
          <p:cNvSpPr/>
          <p:nvPr/>
        </p:nvSpPr>
        <p:spPr>
          <a:xfrm>
            <a:off x="2587752" y="2240280"/>
            <a:ext cx="1920240" cy="36576"/>
          </a:xfrm>
          <a:prstGeom prst="rect">
            <a:avLst/>
          </a:prstGeom>
          <a:solidFill>
            <a:srgbClr val="3B82F6"/>
          </a:solidFill>
          <a:ln w="12700">
            <a:solidFill>
              <a:srgbClr val="3B82F6"/>
            </a:solidFill>
            <a:prstDash val="solid"/>
          </a:ln>
        </p:spPr>
        <p:txBody>
          <a:bodyPr/>
          <a:lstStyle/>
          <a:p>
            <a:endParaRPr lang="en-US"/>
          </a:p>
        </p:txBody>
      </p:sp>
      <p:sp>
        <p:nvSpPr>
          <p:cNvPr id="18" name="Text 16">
            <a:extLst>
              <a:ext uri="{C183D7F6-B498-43B3-948B-1728B52AA6E4}">
                <adec:decorative xmlns:adec="http://schemas.microsoft.com/office/drawing/2017/decorative" val="1"/>
              </a:ext>
            </a:extLst>
          </p:cNvPr>
          <p:cNvSpPr/>
          <p:nvPr/>
        </p:nvSpPr>
        <p:spPr>
          <a:xfrm>
            <a:off x="2770632" y="2377440"/>
            <a:ext cx="457200"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2</a:t>
            </a:r>
            <a:endParaRPr lang="en-US" sz="1300" dirty="0"/>
          </a:p>
        </p:txBody>
      </p:sp>
      <p:sp>
        <p:nvSpPr>
          <p:cNvPr id="19" name="Text 17">
            <a:extLst>
              <a:ext uri="{C183D7F6-B498-43B3-948B-1728B52AA6E4}">
                <adec:decorative xmlns:adec="http://schemas.microsoft.com/office/drawing/2017/decorative" val="1"/>
              </a:ext>
            </a:extLst>
          </p:cNvPr>
          <p:cNvSpPr/>
          <p:nvPr/>
        </p:nvSpPr>
        <p:spPr>
          <a:xfrm>
            <a:off x="2770632" y="2651760"/>
            <a:ext cx="1554480" cy="274320"/>
          </a:xfrm>
          <a:prstGeom prst="rect">
            <a:avLst/>
          </a:prstGeom>
          <a:noFill/>
          <a:ln/>
        </p:spPr>
        <p:txBody>
          <a:bodyPr wrap="square" lIns="0" tIns="0" rIns="0" bIns="0" rtlCol="0" anchor="ctr"/>
          <a:lstStyle/>
          <a:p>
            <a:pPr marL="0" indent="0">
              <a:buNone/>
            </a:pPr>
            <a:r>
              <a:rPr lang="en-US" sz="1400" b="1" dirty="0">
                <a:solidFill>
                  <a:srgbClr val="111827"/>
                </a:solidFill>
                <a:latin typeface="Pretendard" pitchFamily="34" charset="0"/>
                <a:ea typeface="Pretendard" pitchFamily="34" charset="-122"/>
                <a:cs typeface="Pretendard" pitchFamily="34" charset="-120"/>
              </a:rPr>
              <a:t>검색</a:t>
            </a:r>
            <a:endParaRPr lang="en-US" sz="1400" dirty="0"/>
          </a:p>
        </p:txBody>
      </p:sp>
      <p:sp>
        <p:nvSpPr>
          <p:cNvPr id="20" name="Text 18">
            <a:extLst>
              <a:ext uri="{C183D7F6-B498-43B3-948B-1728B52AA6E4}">
                <adec:decorative xmlns:adec="http://schemas.microsoft.com/office/drawing/2017/decorative" val="1"/>
              </a:ext>
            </a:extLst>
          </p:cNvPr>
          <p:cNvSpPr/>
          <p:nvPr/>
        </p:nvSpPr>
        <p:spPr>
          <a:xfrm>
            <a:off x="2770632" y="2944368"/>
            <a:ext cx="1554480" cy="621792"/>
          </a:xfrm>
          <a:prstGeom prst="rect">
            <a:avLst/>
          </a:prstGeom>
          <a:noFill/>
          <a:ln/>
        </p:spPr>
        <p:txBody>
          <a:bodyPr wrap="square" lIns="0" tIns="0" rIns="0" bIns="0" rtlCol="0" anchor="ctr"/>
          <a:lstStyle/>
          <a:p>
            <a:pPr marL="0" indent="0">
              <a:lnSpc>
                <a:spcPct val="120000"/>
              </a:lnSpc>
              <a:buNone/>
            </a:pPr>
            <a:r>
              <a:rPr lang="en-US" sz="950" dirty="0">
                <a:solidFill>
                  <a:srgbClr val="4B5563"/>
                </a:solidFill>
                <a:latin typeface="Pretendard" pitchFamily="34" charset="0"/>
                <a:ea typeface="Pretendard" pitchFamily="34" charset="-122"/>
                <a:cs typeface="Pretendard" pitchFamily="34" charset="-120"/>
              </a:rPr>
              <a:t>SharePoint, OneDrive, Dataverse, 웹사이트, 데이터베이스에서 관련 정보를 찾습니다.</a:t>
            </a:r>
            <a:endParaRPr lang="en-US" sz="950" dirty="0"/>
          </a:p>
        </p:txBody>
      </p:sp>
      <p:sp>
        <p:nvSpPr>
          <p:cNvPr id="21" name="Text 19">
            <a:extLst>
              <a:ext uri="{C183D7F6-B498-43B3-948B-1728B52AA6E4}">
                <adec:decorative xmlns:adec="http://schemas.microsoft.com/office/drawing/2017/decorative" val="1"/>
              </a:ext>
            </a:extLst>
          </p:cNvPr>
          <p:cNvSpPr/>
          <p:nvPr/>
        </p:nvSpPr>
        <p:spPr>
          <a:xfrm>
            <a:off x="4512564" y="2743200"/>
            <a:ext cx="109728" cy="274320"/>
          </a:xfrm>
          <a:prstGeom prst="rect">
            <a:avLst/>
          </a:prstGeom>
          <a:noFill/>
          <a:ln/>
        </p:spPr>
        <p:txBody>
          <a:bodyPr wrap="square" lIns="0" tIns="0" rIns="0" bIns="0" rtlCol="0" anchor="ctr"/>
          <a:lstStyle/>
          <a:p>
            <a:pPr marL="0" indent="0" algn="ctr">
              <a:buNone/>
            </a:pPr>
            <a:r>
              <a:rPr lang="en-US" sz="1200" dirty="0">
                <a:solidFill>
                  <a:srgbClr val="3B82F6"/>
                </a:solidFill>
                <a:latin typeface="Pretendard" pitchFamily="34" charset="0"/>
                <a:ea typeface="Pretendard" pitchFamily="34" charset="-122"/>
                <a:cs typeface="Pretendard" pitchFamily="34" charset="-120"/>
              </a:rPr>
              <a:t>→</a:t>
            </a:r>
            <a:endParaRPr lang="en-US" sz="1200" dirty="0"/>
          </a:p>
        </p:txBody>
      </p:sp>
      <p:sp>
        <p:nvSpPr>
          <p:cNvPr id="22" name="step card">
            <a:extLst>
              <a:ext uri="{C183D7F6-B498-43B3-948B-1728B52AA6E4}">
                <adec:decorative xmlns:adec="http://schemas.microsoft.com/office/drawing/2017/decorative" val="1"/>
              </a:ext>
            </a:extLst>
          </p:cNvPr>
          <p:cNvSpPr/>
          <p:nvPr/>
        </p:nvSpPr>
        <p:spPr>
          <a:xfrm>
            <a:off x="4626864" y="2240280"/>
            <a:ext cx="1920240" cy="1417320"/>
          </a:xfrm>
          <a:prstGeom prst="rect">
            <a:avLst/>
          </a:prstGeom>
          <a:solidFill>
            <a:srgbClr val="FFFFFF"/>
          </a:solidFill>
          <a:ln w="12700">
            <a:solidFill>
              <a:srgbClr val="E5E7EB"/>
            </a:solidFill>
            <a:prstDash val="solid"/>
          </a:ln>
        </p:spPr>
        <p:txBody>
          <a:bodyPr/>
          <a:lstStyle/>
          <a:p>
            <a:endParaRPr lang="en-US"/>
          </a:p>
        </p:txBody>
      </p:sp>
      <p:sp>
        <p:nvSpPr>
          <p:cNvPr id="23" name="step rule">
            <a:extLst>
              <a:ext uri="{C183D7F6-B498-43B3-948B-1728B52AA6E4}">
                <adec:decorative xmlns:adec="http://schemas.microsoft.com/office/drawing/2017/decorative" val="1"/>
              </a:ext>
            </a:extLst>
          </p:cNvPr>
          <p:cNvSpPr/>
          <p:nvPr/>
        </p:nvSpPr>
        <p:spPr>
          <a:xfrm>
            <a:off x="4626864" y="2240280"/>
            <a:ext cx="1920240" cy="36576"/>
          </a:xfrm>
          <a:prstGeom prst="rect">
            <a:avLst/>
          </a:prstGeom>
          <a:solidFill>
            <a:srgbClr val="3B82F6"/>
          </a:solidFill>
          <a:ln w="12700">
            <a:solidFill>
              <a:srgbClr val="3B82F6"/>
            </a:solidFill>
            <a:prstDash val="solid"/>
          </a:ln>
        </p:spPr>
        <p:txBody>
          <a:bodyPr/>
          <a:lstStyle/>
          <a:p>
            <a:endParaRPr lang="en-US"/>
          </a:p>
        </p:txBody>
      </p:sp>
      <p:sp>
        <p:nvSpPr>
          <p:cNvPr id="24" name="Text 22"/>
          <p:cNvSpPr/>
          <p:nvPr/>
        </p:nvSpPr>
        <p:spPr>
          <a:xfrm>
            <a:off x="4809744" y="2377440"/>
            <a:ext cx="457200"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3</a:t>
            </a:r>
            <a:endParaRPr lang="en-US" sz="1300" dirty="0"/>
          </a:p>
        </p:txBody>
      </p:sp>
      <p:sp>
        <p:nvSpPr>
          <p:cNvPr id="25" name="Text 23">
            <a:extLst>
              <a:ext uri="{C183D7F6-B498-43B3-948B-1728B52AA6E4}">
                <adec:decorative xmlns:adec="http://schemas.microsoft.com/office/drawing/2017/decorative" val="1"/>
              </a:ext>
            </a:extLst>
          </p:cNvPr>
          <p:cNvSpPr/>
          <p:nvPr/>
        </p:nvSpPr>
        <p:spPr>
          <a:xfrm>
            <a:off x="4809744" y="2651760"/>
            <a:ext cx="1554480" cy="274320"/>
          </a:xfrm>
          <a:prstGeom prst="rect">
            <a:avLst/>
          </a:prstGeom>
          <a:noFill/>
          <a:ln/>
        </p:spPr>
        <p:txBody>
          <a:bodyPr wrap="square" lIns="0" tIns="0" rIns="0" bIns="0" rtlCol="0" anchor="ctr"/>
          <a:lstStyle/>
          <a:p>
            <a:pPr marL="0" indent="0">
              <a:buNone/>
            </a:pPr>
            <a:r>
              <a:rPr lang="en-US" sz="1400" b="1" dirty="0">
                <a:solidFill>
                  <a:srgbClr val="111827"/>
                </a:solidFill>
                <a:latin typeface="Pretendard" pitchFamily="34" charset="0"/>
                <a:ea typeface="Pretendard" pitchFamily="34" charset="-122"/>
                <a:cs typeface="Pretendard" pitchFamily="34" charset="-120"/>
              </a:rPr>
              <a:t>증강</a:t>
            </a:r>
            <a:endParaRPr lang="en-US" sz="1400" dirty="0"/>
          </a:p>
        </p:txBody>
      </p:sp>
      <p:sp>
        <p:nvSpPr>
          <p:cNvPr id="26" name="Text 24"/>
          <p:cNvSpPr/>
          <p:nvPr/>
        </p:nvSpPr>
        <p:spPr>
          <a:xfrm>
            <a:off x="4809744" y="2944368"/>
            <a:ext cx="1554480" cy="621792"/>
          </a:xfrm>
          <a:prstGeom prst="rect">
            <a:avLst/>
          </a:prstGeom>
          <a:noFill/>
          <a:ln/>
        </p:spPr>
        <p:txBody>
          <a:bodyPr wrap="square" lIns="0" tIns="0" rIns="0" bIns="0" rtlCol="0" anchor="ctr"/>
          <a:lstStyle/>
          <a:p>
            <a:pPr marL="0" indent="0">
              <a:lnSpc>
                <a:spcPct val="120000"/>
              </a:lnSpc>
              <a:buNone/>
            </a:pPr>
            <a:r>
              <a:rPr lang="en-US" sz="950" dirty="0">
                <a:solidFill>
                  <a:srgbClr val="4B5563"/>
                </a:solidFill>
                <a:latin typeface="Pretendard" pitchFamily="34" charset="0"/>
                <a:ea typeface="Pretendard" pitchFamily="34" charset="-122"/>
                <a:cs typeface="Pretendard" pitchFamily="34" charset="-120"/>
              </a:rPr>
              <a:t>찾은 정보를 모델의 컨텍스트에 추가합니다.</a:t>
            </a:r>
            <a:endParaRPr lang="en-US" sz="950" dirty="0"/>
          </a:p>
        </p:txBody>
      </p:sp>
      <p:sp>
        <p:nvSpPr>
          <p:cNvPr id="27" name="Text 25"/>
          <p:cNvSpPr/>
          <p:nvPr/>
        </p:nvSpPr>
        <p:spPr>
          <a:xfrm>
            <a:off x="6551676" y="2743200"/>
            <a:ext cx="109728" cy="274320"/>
          </a:xfrm>
          <a:prstGeom prst="rect">
            <a:avLst/>
          </a:prstGeom>
          <a:noFill/>
          <a:ln/>
        </p:spPr>
        <p:txBody>
          <a:bodyPr wrap="square" lIns="0" tIns="0" rIns="0" bIns="0" rtlCol="0" anchor="ctr"/>
          <a:lstStyle/>
          <a:p>
            <a:pPr marL="0" indent="0" algn="ctr">
              <a:buNone/>
            </a:pPr>
            <a:r>
              <a:rPr lang="en-US" sz="1200" dirty="0">
                <a:solidFill>
                  <a:srgbClr val="3B82F6"/>
                </a:solidFill>
                <a:latin typeface="Pretendard" pitchFamily="34" charset="0"/>
                <a:ea typeface="Pretendard" pitchFamily="34" charset="-122"/>
                <a:cs typeface="Pretendard" pitchFamily="34" charset="-120"/>
              </a:rPr>
              <a:t>→</a:t>
            </a:r>
            <a:endParaRPr lang="en-US" sz="1200" dirty="0"/>
          </a:p>
        </p:txBody>
      </p:sp>
      <p:sp>
        <p:nvSpPr>
          <p:cNvPr id="28" name="step card">
            <a:extLst>
              <a:ext uri="{C183D7F6-B498-43B3-948B-1728B52AA6E4}">
                <adec:decorative xmlns:adec="http://schemas.microsoft.com/office/drawing/2017/decorative" val="1"/>
              </a:ext>
            </a:extLst>
          </p:cNvPr>
          <p:cNvSpPr/>
          <p:nvPr/>
        </p:nvSpPr>
        <p:spPr>
          <a:xfrm>
            <a:off x="6665976" y="2240280"/>
            <a:ext cx="1920240" cy="1417320"/>
          </a:xfrm>
          <a:prstGeom prst="rect">
            <a:avLst/>
          </a:prstGeom>
          <a:solidFill>
            <a:srgbClr val="FFFFFF"/>
          </a:solidFill>
          <a:ln w="12700">
            <a:solidFill>
              <a:srgbClr val="E5E7EB"/>
            </a:solidFill>
            <a:prstDash val="solid"/>
          </a:ln>
        </p:spPr>
        <p:txBody>
          <a:bodyPr/>
          <a:lstStyle/>
          <a:p>
            <a:endParaRPr lang="ko-KR" altLang="en-US"/>
          </a:p>
        </p:txBody>
      </p:sp>
      <p:sp>
        <p:nvSpPr>
          <p:cNvPr id="29" name="step rule">
            <a:extLst>
              <a:ext uri="{C183D7F6-B498-43B3-948B-1728B52AA6E4}">
                <adec:decorative xmlns:adec="http://schemas.microsoft.com/office/drawing/2017/decorative" val="1"/>
              </a:ext>
            </a:extLst>
          </p:cNvPr>
          <p:cNvSpPr/>
          <p:nvPr/>
        </p:nvSpPr>
        <p:spPr>
          <a:xfrm>
            <a:off x="6665976" y="2240280"/>
            <a:ext cx="1920240" cy="36576"/>
          </a:xfrm>
          <a:prstGeom prst="rect">
            <a:avLst/>
          </a:prstGeom>
          <a:solidFill>
            <a:srgbClr val="3B82F6"/>
          </a:solidFill>
          <a:ln w="12700">
            <a:solidFill>
              <a:srgbClr val="3B82F6"/>
            </a:solidFill>
            <a:prstDash val="solid"/>
          </a:ln>
        </p:spPr>
        <p:txBody>
          <a:bodyPr/>
          <a:lstStyle/>
          <a:p>
            <a:endParaRPr lang="ko-KR" altLang="en-US"/>
          </a:p>
        </p:txBody>
      </p:sp>
      <p:sp>
        <p:nvSpPr>
          <p:cNvPr id="30" name="Text 28"/>
          <p:cNvSpPr/>
          <p:nvPr/>
        </p:nvSpPr>
        <p:spPr>
          <a:xfrm>
            <a:off x="6848856" y="2377440"/>
            <a:ext cx="457200"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4</a:t>
            </a:r>
            <a:endParaRPr lang="en-US" sz="1300" dirty="0"/>
          </a:p>
        </p:txBody>
      </p:sp>
      <p:sp>
        <p:nvSpPr>
          <p:cNvPr id="31" name="Text 29"/>
          <p:cNvSpPr/>
          <p:nvPr/>
        </p:nvSpPr>
        <p:spPr>
          <a:xfrm>
            <a:off x="6848856" y="2651760"/>
            <a:ext cx="1554480" cy="274320"/>
          </a:xfrm>
          <a:prstGeom prst="rect">
            <a:avLst/>
          </a:prstGeom>
          <a:noFill/>
          <a:ln/>
        </p:spPr>
        <p:txBody>
          <a:bodyPr wrap="square" lIns="0" tIns="0" rIns="0" bIns="0" rtlCol="0" anchor="ctr"/>
          <a:lstStyle/>
          <a:p>
            <a:pPr marL="0" indent="0">
              <a:buNone/>
            </a:pPr>
            <a:r>
              <a:rPr lang="en-US" sz="1400" b="1" dirty="0">
                <a:solidFill>
                  <a:srgbClr val="111827"/>
                </a:solidFill>
                <a:latin typeface="Pretendard" pitchFamily="34" charset="0"/>
                <a:ea typeface="Pretendard" pitchFamily="34" charset="-122"/>
                <a:cs typeface="Pretendard" pitchFamily="34" charset="-120"/>
              </a:rPr>
              <a:t>생성</a:t>
            </a:r>
            <a:endParaRPr lang="en-US" sz="1400" dirty="0"/>
          </a:p>
        </p:txBody>
      </p:sp>
      <p:sp>
        <p:nvSpPr>
          <p:cNvPr id="32" name="Text 30"/>
          <p:cNvSpPr/>
          <p:nvPr/>
        </p:nvSpPr>
        <p:spPr>
          <a:xfrm>
            <a:off x="6848856" y="2944368"/>
            <a:ext cx="1554480" cy="621792"/>
          </a:xfrm>
          <a:prstGeom prst="rect">
            <a:avLst/>
          </a:prstGeom>
          <a:noFill/>
          <a:ln/>
        </p:spPr>
        <p:txBody>
          <a:bodyPr wrap="square" lIns="0" tIns="0" rIns="0" bIns="0" rtlCol="0" anchor="ctr"/>
          <a:lstStyle/>
          <a:p>
            <a:pPr marL="0" indent="0">
              <a:lnSpc>
                <a:spcPct val="120000"/>
              </a:lnSpc>
              <a:buNone/>
            </a:pPr>
            <a:r>
              <a:rPr lang="en-US" sz="950" dirty="0">
                <a:solidFill>
                  <a:srgbClr val="4B5563"/>
                </a:solidFill>
                <a:latin typeface="Pretendard" pitchFamily="34" charset="0"/>
                <a:ea typeface="Pretendard" pitchFamily="34" charset="-122"/>
                <a:cs typeface="Pretendard" pitchFamily="34" charset="-120"/>
              </a:rPr>
              <a:t>검색된 근거로 답하고, 가능하면 인용과 원본을 함께 제시합니다.</a:t>
            </a:r>
            <a:endParaRPr lang="en-US" sz="950" dirty="0"/>
          </a:p>
        </p:txBody>
      </p:sp>
      <p:sp>
        <p:nvSpPr>
          <p:cNvPr id="33" name="callout">
            <a:extLst>
              <a:ext uri="{C183D7F6-B498-43B3-948B-1728B52AA6E4}">
                <adec:decorative xmlns:adec="http://schemas.microsoft.com/office/drawing/2017/decorative" val="1"/>
              </a:ext>
            </a:extLst>
          </p:cNvPr>
          <p:cNvSpPr/>
          <p:nvPr/>
        </p:nvSpPr>
        <p:spPr>
          <a:xfrm>
            <a:off x="548640" y="3840480"/>
            <a:ext cx="8046720" cy="621792"/>
          </a:xfrm>
          <a:prstGeom prst="rect">
            <a:avLst/>
          </a:prstGeom>
          <a:solidFill>
            <a:srgbClr val="F3F5F9"/>
          </a:solidFill>
          <a:ln w="12700">
            <a:solidFill>
              <a:srgbClr val="F3F5F9"/>
            </a:solidFill>
            <a:prstDash val="solid"/>
          </a:ln>
        </p:spPr>
        <p:txBody>
          <a:bodyPr/>
          <a:lstStyle/>
          <a:p>
            <a:endParaRPr lang="ko-KR" altLang="en-US"/>
          </a:p>
        </p:txBody>
      </p:sp>
      <p:sp>
        <p:nvSpPr>
          <p:cNvPr id="34" name="accent bar">
            <a:extLst>
              <a:ext uri="{C183D7F6-B498-43B3-948B-1728B52AA6E4}">
                <adec:decorative xmlns:adec="http://schemas.microsoft.com/office/drawing/2017/decorative" val="1"/>
              </a:ext>
            </a:extLst>
          </p:cNvPr>
          <p:cNvSpPr/>
          <p:nvPr/>
        </p:nvSpPr>
        <p:spPr>
          <a:xfrm>
            <a:off x="548640" y="3840480"/>
            <a:ext cx="50292" cy="621792"/>
          </a:xfrm>
          <a:prstGeom prst="rect">
            <a:avLst/>
          </a:prstGeom>
          <a:solidFill>
            <a:srgbClr val="1D4ED8"/>
          </a:solidFill>
          <a:ln w="12700">
            <a:solidFill>
              <a:srgbClr val="1D4ED8"/>
            </a:solidFill>
            <a:prstDash val="solid"/>
          </a:ln>
        </p:spPr>
        <p:txBody>
          <a:bodyPr/>
          <a:lstStyle/>
          <a:p>
            <a:endParaRPr lang="ko-KR" altLang="en-US"/>
          </a:p>
        </p:txBody>
      </p:sp>
      <p:sp>
        <p:nvSpPr>
          <p:cNvPr id="35" name="Text 33"/>
          <p:cNvSpPr/>
          <p:nvPr/>
        </p:nvSpPr>
        <p:spPr>
          <a:xfrm>
            <a:off x="777240" y="3840480"/>
            <a:ext cx="7635240" cy="621792"/>
          </a:xfrm>
          <a:prstGeom prst="rect">
            <a:avLst/>
          </a:prstGeom>
          <a:noFill/>
          <a:ln/>
        </p:spPr>
        <p:txBody>
          <a:bodyPr wrap="square" lIns="0" tIns="0" rIns="0" bIns="0" rtlCol="0" anchor="ctr"/>
          <a:lstStyle/>
          <a:p>
            <a:pPr marL="0" indent="0">
              <a:lnSpc>
                <a:spcPct val="120000"/>
              </a:lnSpc>
              <a:buNone/>
            </a:pPr>
            <a:r>
              <a:rPr lang="en-US" sz="1100" b="1" dirty="0">
                <a:solidFill>
                  <a:srgbClr val="111827"/>
                </a:solidFill>
                <a:latin typeface="Pretendard" pitchFamily="34" charset="0"/>
                <a:ea typeface="Pretendard" pitchFamily="34" charset="-122"/>
                <a:cs typeface="Pretendard" pitchFamily="34" charset="-120"/>
              </a:rPr>
              <a:t>지식과 도구를 구분하세요.  </a:t>
            </a:r>
            <a:r>
              <a:rPr lang="en-US" sz="1050" dirty="0">
                <a:solidFill>
                  <a:srgbClr val="4B5563"/>
                </a:solidFill>
                <a:latin typeface="Pretendard" pitchFamily="34" charset="0"/>
                <a:ea typeface="Pretendard" pitchFamily="34" charset="-122"/>
                <a:cs typeface="Pretendard" pitchFamily="34" charset="-120"/>
              </a:rPr>
              <a:t>Copilot Studio에서 지식 계층은 설계상 읽기 전용입니다. 지식은 답변을 뒷받침하고, 도구는 행동을 수행합니다. 이 구분을 초반에 잡아 두면 뒤의 작업이 훨씬 수월해집니다.</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개념 4</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harness와 orchestration</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ko-KR" alt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01  ·  런타임</a:t>
            </a:r>
            <a:endParaRPr lang="en-US" sz="950" dirty="0"/>
          </a:p>
        </p:txBody>
      </p:sp>
      <p:sp>
        <p:nvSpPr>
          <p:cNvPr id="7" name="key message band">
            <a:extLst>
              <a:ext uri="{C183D7F6-B498-43B3-948B-1728B52AA6E4}">
                <adec:decorative xmlns:adec="http://schemas.microsoft.com/office/drawing/2017/decorative" val="1"/>
              </a:ext>
            </a:extLst>
          </p:cNvPr>
          <p:cNvSpPr/>
          <p:nvPr/>
        </p:nvSpPr>
        <p:spPr>
          <a:xfrm>
            <a:off x="548640" y="1417320"/>
            <a:ext cx="8046720" cy="566928"/>
          </a:xfrm>
          <a:prstGeom prst="rect">
            <a:avLst/>
          </a:prstGeom>
          <a:solidFill>
            <a:srgbClr val="F3F5F9"/>
          </a:solidFill>
          <a:ln w="12700">
            <a:solidFill>
              <a:srgbClr val="F3F5F9"/>
            </a:solidFill>
            <a:prstDash val="solid"/>
          </a:ln>
        </p:spPr>
        <p:txBody>
          <a:bodyPr/>
          <a:lstStyle/>
          <a:p>
            <a:endParaRPr lang="ko-KR" altLang="en-US"/>
          </a:p>
        </p:txBody>
      </p:sp>
      <p:sp>
        <p:nvSpPr>
          <p:cNvPr id="8" name="accent bar">
            <a:extLst>
              <a:ext uri="{C183D7F6-B498-43B3-948B-1728B52AA6E4}">
                <adec:decorative xmlns:adec="http://schemas.microsoft.com/office/drawing/2017/decorative" val="1"/>
              </a:ext>
            </a:extLst>
          </p:cNvPr>
          <p:cNvSpPr/>
          <p:nvPr/>
        </p:nvSpPr>
        <p:spPr>
          <a:xfrm>
            <a:off x="548640" y="1417320"/>
            <a:ext cx="50292" cy="566928"/>
          </a:xfrm>
          <a:prstGeom prst="rect">
            <a:avLst/>
          </a:prstGeom>
          <a:solidFill>
            <a:srgbClr val="1D4ED8"/>
          </a:solidFill>
          <a:ln w="12700">
            <a:solidFill>
              <a:srgbClr val="1D4ED8"/>
            </a:solidFill>
            <a:prstDash val="solid"/>
          </a:ln>
        </p:spPr>
        <p:txBody>
          <a:bodyPr/>
          <a:lstStyle/>
          <a:p>
            <a:endParaRPr lang="ko-KR" altLang="en-US"/>
          </a:p>
        </p:txBody>
      </p:sp>
      <p:sp>
        <p:nvSpPr>
          <p:cNvPr id="9" name="Text 7"/>
          <p:cNvSpPr/>
          <p:nvPr/>
        </p:nvSpPr>
        <p:spPr>
          <a:xfrm>
            <a:off x="749808" y="1417320"/>
            <a:ext cx="7680960" cy="566928"/>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모델은 추론하고, harness는 운영 환경을 제공하며, orchestration은 일을 진행시킵니다.</a:t>
            </a:r>
            <a:endParaRPr lang="en-US" sz="1350" dirty="0"/>
          </a:p>
        </p:txBody>
      </p:sp>
      <p:sp>
        <p:nvSpPr>
          <p:cNvPr id="10" name="card frame">
            <a:extLst>
              <a:ext uri="{C183D7F6-B498-43B3-948B-1728B52AA6E4}">
                <adec:decorative xmlns:adec="http://schemas.microsoft.com/office/drawing/2017/decorative" val="1"/>
              </a:ext>
            </a:extLst>
          </p:cNvPr>
          <p:cNvSpPr/>
          <p:nvPr/>
        </p:nvSpPr>
        <p:spPr>
          <a:xfrm>
            <a:off x="548640" y="2240280"/>
            <a:ext cx="2560320" cy="1828800"/>
          </a:xfrm>
          <a:prstGeom prst="rect">
            <a:avLst/>
          </a:prstGeom>
          <a:solidFill>
            <a:srgbClr val="FFFFFF"/>
          </a:solidFill>
          <a:ln w="12700">
            <a:solidFill>
              <a:srgbClr val="E5E7EB"/>
            </a:solidFill>
            <a:prstDash val="solid"/>
          </a:ln>
        </p:spPr>
        <p:txBody>
          <a:bodyPr/>
          <a:lstStyle/>
          <a:p>
            <a:endParaRPr lang="en-US"/>
          </a:p>
        </p:txBody>
      </p:sp>
      <p:sp>
        <p:nvSpPr>
          <p:cNvPr id="11" name="card top rule">
            <a:extLst>
              <a:ext uri="{C183D7F6-B498-43B3-948B-1728B52AA6E4}">
                <adec:decorative xmlns:adec="http://schemas.microsoft.com/office/drawing/2017/decorative" val="1"/>
              </a:ext>
            </a:extLst>
          </p:cNvPr>
          <p:cNvSpPr/>
          <p:nvPr/>
        </p:nvSpPr>
        <p:spPr>
          <a:xfrm>
            <a:off x="548640" y="2240280"/>
            <a:ext cx="2560320" cy="36576"/>
          </a:xfrm>
          <a:prstGeom prst="rect">
            <a:avLst/>
          </a:prstGeom>
          <a:solidFill>
            <a:srgbClr val="3B82F6"/>
          </a:solidFill>
          <a:ln w="12700">
            <a:solidFill>
              <a:srgbClr val="3B82F6"/>
            </a:solidFill>
            <a:prstDash val="solid"/>
          </a:ln>
        </p:spPr>
        <p:txBody>
          <a:bodyPr/>
          <a:lstStyle/>
          <a:p>
            <a:endParaRPr lang="en-US"/>
          </a:p>
        </p:txBody>
      </p:sp>
      <p:sp>
        <p:nvSpPr>
          <p:cNvPr id="12" name="Text 10">
            <a:extLst>
              <a:ext uri="{C183D7F6-B498-43B3-948B-1728B52AA6E4}">
                <adec:decorative xmlns:adec="http://schemas.microsoft.com/office/drawing/2017/decorative" val="1"/>
              </a:ext>
            </a:extLst>
          </p:cNvPr>
          <p:cNvSpPr/>
          <p:nvPr/>
        </p:nvSpPr>
        <p:spPr>
          <a:xfrm>
            <a:off x="786384" y="2441448"/>
            <a:ext cx="2084832"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모델</a:t>
            </a:r>
            <a:endParaRPr lang="en-US" sz="1300" dirty="0"/>
          </a:p>
        </p:txBody>
      </p:sp>
      <p:sp>
        <p:nvSpPr>
          <p:cNvPr id="13" name="Text 11">
            <a:extLst>
              <a:ext uri="{C183D7F6-B498-43B3-948B-1728B52AA6E4}">
                <adec:decorative xmlns:adec="http://schemas.microsoft.com/office/drawing/2017/decorative" val="1"/>
              </a:ext>
            </a:extLst>
          </p:cNvPr>
          <p:cNvSpPr/>
          <p:nvPr/>
        </p:nvSpPr>
        <p:spPr>
          <a:xfrm>
            <a:off x="786384" y="2743200"/>
            <a:ext cx="2084832" cy="310896"/>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추론하고 생성한다</a:t>
            </a:r>
            <a:endParaRPr lang="en-US" sz="1350" dirty="0"/>
          </a:p>
        </p:txBody>
      </p:sp>
      <p:sp>
        <p:nvSpPr>
          <p:cNvPr id="14" name="Text 12"/>
          <p:cNvSpPr/>
          <p:nvPr/>
        </p:nvSpPr>
        <p:spPr>
          <a:xfrm>
            <a:off x="786384" y="3081528"/>
            <a:ext cx="2084832" cy="786384"/>
          </a:xfrm>
          <a:prstGeom prst="rect">
            <a:avLst/>
          </a:prstGeom>
          <a:noFill/>
          <a:ln/>
        </p:spPr>
        <p:txBody>
          <a:bodyPr wrap="square" lIns="0" tIns="0" rIns="0" bIns="0" rtlCol="0" anchor="t"/>
          <a:lstStyle/>
          <a:p>
            <a:pPr marL="0" indent="0">
              <a:lnSpc>
                <a:spcPct val="125000"/>
              </a:lnSpc>
              <a:buNone/>
            </a:pPr>
            <a:r>
              <a:rPr lang="en-US" sz="1050" dirty="0">
                <a:solidFill>
                  <a:srgbClr val="4B5563"/>
                </a:solidFill>
                <a:latin typeface="Pretendard" pitchFamily="34" charset="0"/>
                <a:ea typeface="Pretendard" pitchFamily="34" charset="-122"/>
                <a:cs typeface="Pretendard" pitchFamily="34" charset="-120"/>
              </a:rPr>
              <a:t>지침과 컨텍스트를 바탕으로 다음 토큰을 예측해 응답을 만들어 냅니다.</a:t>
            </a:r>
            <a:endParaRPr lang="en-US" sz="1050" dirty="0"/>
          </a:p>
        </p:txBody>
      </p:sp>
      <p:sp>
        <p:nvSpPr>
          <p:cNvPr id="15" name="card frame">
            <a:extLst>
              <a:ext uri="{C183D7F6-B498-43B3-948B-1728B52AA6E4}">
                <adec:decorative xmlns:adec="http://schemas.microsoft.com/office/drawing/2017/decorative" val="1"/>
              </a:ext>
            </a:extLst>
          </p:cNvPr>
          <p:cNvSpPr/>
          <p:nvPr/>
        </p:nvSpPr>
        <p:spPr>
          <a:xfrm>
            <a:off x="3291840" y="2240280"/>
            <a:ext cx="2560320" cy="1828800"/>
          </a:xfrm>
          <a:prstGeom prst="rect">
            <a:avLst/>
          </a:prstGeom>
          <a:solidFill>
            <a:srgbClr val="FFFFFF"/>
          </a:solidFill>
          <a:ln w="12700">
            <a:solidFill>
              <a:srgbClr val="E5E7EB"/>
            </a:solidFill>
            <a:prstDash val="solid"/>
          </a:ln>
        </p:spPr>
        <p:txBody>
          <a:bodyPr/>
          <a:lstStyle/>
          <a:p>
            <a:endParaRPr lang="ko-KR" altLang="en-US"/>
          </a:p>
        </p:txBody>
      </p:sp>
      <p:sp>
        <p:nvSpPr>
          <p:cNvPr id="16" name="card top rule">
            <a:extLst>
              <a:ext uri="{C183D7F6-B498-43B3-948B-1728B52AA6E4}">
                <adec:decorative xmlns:adec="http://schemas.microsoft.com/office/drawing/2017/decorative" val="1"/>
              </a:ext>
            </a:extLst>
          </p:cNvPr>
          <p:cNvSpPr/>
          <p:nvPr/>
        </p:nvSpPr>
        <p:spPr>
          <a:xfrm>
            <a:off x="3291840" y="2240280"/>
            <a:ext cx="2560320" cy="36576"/>
          </a:xfrm>
          <a:prstGeom prst="rect">
            <a:avLst/>
          </a:prstGeom>
          <a:solidFill>
            <a:srgbClr val="3B82F6"/>
          </a:solidFill>
          <a:ln w="12700">
            <a:solidFill>
              <a:srgbClr val="3B82F6"/>
            </a:solidFill>
            <a:prstDash val="solid"/>
          </a:ln>
        </p:spPr>
        <p:txBody>
          <a:bodyPr/>
          <a:lstStyle/>
          <a:p>
            <a:endParaRPr lang="en-US"/>
          </a:p>
        </p:txBody>
      </p:sp>
      <p:sp>
        <p:nvSpPr>
          <p:cNvPr id="17" name="Text 15"/>
          <p:cNvSpPr/>
          <p:nvPr/>
        </p:nvSpPr>
        <p:spPr>
          <a:xfrm>
            <a:off x="3529584" y="2441448"/>
            <a:ext cx="2084832"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harness</a:t>
            </a:r>
            <a:endParaRPr lang="en-US" sz="1300" dirty="0"/>
          </a:p>
        </p:txBody>
      </p:sp>
      <p:sp>
        <p:nvSpPr>
          <p:cNvPr id="18" name="Text 16">
            <a:extLst>
              <a:ext uri="{C183D7F6-B498-43B3-948B-1728B52AA6E4}">
                <adec:decorative xmlns:adec="http://schemas.microsoft.com/office/drawing/2017/decorative" val="1"/>
              </a:ext>
            </a:extLst>
          </p:cNvPr>
          <p:cNvSpPr/>
          <p:nvPr/>
        </p:nvSpPr>
        <p:spPr>
          <a:xfrm>
            <a:off x="3529584" y="2743200"/>
            <a:ext cx="2084832" cy="310896"/>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운영 환경을 제공한다</a:t>
            </a:r>
            <a:endParaRPr lang="en-US" sz="1350" dirty="0"/>
          </a:p>
        </p:txBody>
      </p:sp>
      <p:sp>
        <p:nvSpPr>
          <p:cNvPr id="19" name="Text 17">
            <a:extLst>
              <a:ext uri="{C183D7F6-B498-43B3-948B-1728B52AA6E4}">
                <adec:decorative xmlns:adec="http://schemas.microsoft.com/office/drawing/2017/decorative" val="1"/>
              </a:ext>
            </a:extLst>
          </p:cNvPr>
          <p:cNvSpPr/>
          <p:nvPr/>
        </p:nvSpPr>
        <p:spPr>
          <a:xfrm>
            <a:off x="3529584" y="3081528"/>
            <a:ext cx="2084832" cy="786384"/>
          </a:xfrm>
          <a:prstGeom prst="rect">
            <a:avLst/>
          </a:prstGeom>
          <a:noFill/>
          <a:ln/>
        </p:spPr>
        <p:txBody>
          <a:bodyPr wrap="square" lIns="0" tIns="0" rIns="0" bIns="0" rtlCol="0" anchor="t"/>
          <a:lstStyle/>
          <a:p>
            <a:pPr marL="0" indent="0">
              <a:lnSpc>
                <a:spcPct val="125000"/>
              </a:lnSpc>
              <a:buNone/>
            </a:pPr>
            <a:r>
              <a:rPr lang="en-US" sz="1050" dirty="0">
                <a:solidFill>
                  <a:srgbClr val="4B5563"/>
                </a:solidFill>
                <a:latin typeface="Pretendard" pitchFamily="34" charset="0"/>
                <a:ea typeface="Pretendard" pitchFamily="34" charset="-122"/>
                <a:cs typeface="Pretendard" pitchFamily="34" charset="-120"/>
              </a:rPr>
              <a:t>어떤 기능을 쓸 수 있는지, 어떤 컨텍스트가 전달되는지, 응답을 어떻게 해석하고 작업을 어떻게 실행할지 결정합니다.</a:t>
            </a:r>
            <a:endParaRPr lang="en-US" sz="1050" dirty="0"/>
          </a:p>
        </p:txBody>
      </p:sp>
      <p:sp>
        <p:nvSpPr>
          <p:cNvPr id="20" name="card frame">
            <a:extLst>
              <a:ext uri="{C183D7F6-B498-43B3-948B-1728B52AA6E4}">
                <adec:decorative xmlns:adec="http://schemas.microsoft.com/office/drawing/2017/decorative" val="1"/>
              </a:ext>
            </a:extLst>
          </p:cNvPr>
          <p:cNvSpPr/>
          <p:nvPr/>
        </p:nvSpPr>
        <p:spPr>
          <a:xfrm>
            <a:off x="6035040" y="2240280"/>
            <a:ext cx="2560320" cy="1828800"/>
          </a:xfrm>
          <a:prstGeom prst="rect">
            <a:avLst/>
          </a:prstGeom>
          <a:solidFill>
            <a:srgbClr val="FFFFFF"/>
          </a:solidFill>
          <a:ln w="12700">
            <a:solidFill>
              <a:srgbClr val="E5E7EB"/>
            </a:solidFill>
            <a:prstDash val="solid"/>
          </a:ln>
        </p:spPr>
        <p:txBody>
          <a:bodyPr/>
          <a:lstStyle/>
          <a:p>
            <a:endParaRPr lang="en-US"/>
          </a:p>
        </p:txBody>
      </p:sp>
      <p:sp>
        <p:nvSpPr>
          <p:cNvPr id="21" name="card top rule">
            <a:extLst>
              <a:ext uri="{C183D7F6-B498-43B3-948B-1728B52AA6E4}">
                <adec:decorative xmlns:adec="http://schemas.microsoft.com/office/drawing/2017/decorative" val="1"/>
              </a:ext>
            </a:extLst>
          </p:cNvPr>
          <p:cNvSpPr/>
          <p:nvPr/>
        </p:nvSpPr>
        <p:spPr>
          <a:xfrm>
            <a:off x="6035040" y="2240280"/>
            <a:ext cx="2560320" cy="36576"/>
          </a:xfrm>
          <a:prstGeom prst="rect">
            <a:avLst/>
          </a:prstGeom>
          <a:solidFill>
            <a:srgbClr val="3B82F6"/>
          </a:solidFill>
          <a:ln w="12700">
            <a:solidFill>
              <a:srgbClr val="3B82F6"/>
            </a:solidFill>
            <a:prstDash val="solid"/>
          </a:ln>
        </p:spPr>
        <p:txBody>
          <a:bodyPr/>
          <a:lstStyle/>
          <a:p>
            <a:endParaRPr lang="en-US"/>
          </a:p>
        </p:txBody>
      </p:sp>
      <p:sp>
        <p:nvSpPr>
          <p:cNvPr id="22" name="Text 20"/>
          <p:cNvSpPr/>
          <p:nvPr/>
        </p:nvSpPr>
        <p:spPr>
          <a:xfrm>
            <a:off x="6272784" y="2441448"/>
            <a:ext cx="2084832"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orchestration</a:t>
            </a:r>
            <a:endParaRPr lang="en-US" sz="1300" dirty="0"/>
          </a:p>
        </p:txBody>
      </p:sp>
      <p:sp>
        <p:nvSpPr>
          <p:cNvPr id="23" name="Text 21"/>
          <p:cNvSpPr/>
          <p:nvPr/>
        </p:nvSpPr>
        <p:spPr>
          <a:xfrm>
            <a:off x="6272784" y="2743200"/>
            <a:ext cx="2084832" cy="310896"/>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무엇을 할지 지시한다</a:t>
            </a:r>
            <a:endParaRPr lang="en-US" sz="1350" dirty="0"/>
          </a:p>
        </p:txBody>
      </p:sp>
      <p:sp>
        <p:nvSpPr>
          <p:cNvPr id="24" name="Text 22"/>
          <p:cNvSpPr/>
          <p:nvPr/>
        </p:nvSpPr>
        <p:spPr>
          <a:xfrm>
            <a:off x="6272784" y="3081528"/>
            <a:ext cx="2084832" cy="786384"/>
          </a:xfrm>
          <a:prstGeom prst="rect">
            <a:avLst/>
          </a:prstGeom>
          <a:noFill/>
          <a:ln/>
        </p:spPr>
        <p:txBody>
          <a:bodyPr wrap="square" lIns="0" tIns="0" rIns="0" bIns="0" rtlCol="0" anchor="t"/>
          <a:lstStyle/>
          <a:p>
            <a:pPr marL="0" indent="0">
              <a:lnSpc>
                <a:spcPct val="125000"/>
              </a:lnSpc>
              <a:buNone/>
            </a:pPr>
            <a:r>
              <a:rPr lang="en-US" sz="1050" dirty="0">
                <a:solidFill>
                  <a:srgbClr val="4B5563"/>
                </a:solidFill>
                <a:latin typeface="Pretendard" pitchFamily="34" charset="0"/>
                <a:ea typeface="Pretendard" pitchFamily="34" charset="-122"/>
                <a:cs typeface="Pretendard" pitchFamily="34" charset="-120"/>
              </a:rPr>
              <a:t>어떤 지식을 검색할지, 어떤 topic이나 도구를 선택할지, 어떤 순서로 진행할지 결정합니다. harness가 수행하는 역할 중 하나입니다.</a:t>
            </a:r>
            <a:endParaRPr lang="en-US" sz="1050" dirty="0"/>
          </a:p>
        </p:txBody>
      </p:sp>
      <p:sp>
        <p:nvSpPr>
          <p:cNvPr id="25" name="note">
            <a:extLst>
              <a:ext uri="{C183D7F6-B498-43B3-948B-1728B52AA6E4}">
                <adec:decorative xmlns:adec="http://schemas.microsoft.com/office/drawing/2017/decorative" val="1"/>
              </a:ext>
            </a:extLst>
          </p:cNvPr>
          <p:cNvSpPr/>
          <p:nvPr/>
        </p:nvSpPr>
        <p:spPr>
          <a:xfrm>
            <a:off x="548640" y="4224528"/>
            <a:ext cx="8046720" cy="457200"/>
          </a:xfrm>
          <a:prstGeom prst="rect">
            <a:avLst/>
          </a:prstGeom>
          <a:solidFill>
            <a:srgbClr val="F3F5F9"/>
          </a:solidFill>
          <a:ln w="12700">
            <a:solidFill>
              <a:srgbClr val="F3F5F9"/>
            </a:solidFill>
            <a:prstDash val="solid"/>
          </a:ln>
        </p:spPr>
        <p:txBody>
          <a:bodyPr/>
          <a:lstStyle/>
          <a:p>
            <a:endParaRPr lang="ko-KR"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개념 4 · 실습 관점</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a:solidFill>
                  <a:srgbClr val="111827"/>
                </a:solidFill>
                <a:latin typeface="Pretendard" pitchFamily="34" charset="0"/>
                <a:ea typeface="Pretendard" pitchFamily="34" charset="-122"/>
                <a:cs typeface="Pretendard" pitchFamily="34" charset="-120"/>
              </a:rPr>
              <a:t>목표 </a:t>
            </a:r>
            <a:r>
              <a:rPr lang="ko-KR" altLang="en-US" sz="2700" b="1">
                <a:solidFill>
                  <a:srgbClr val="111827"/>
                </a:solidFill>
                <a:latin typeface="Pretendard" pitchFamily="34" charset="0"/>
                <a:ea typeface="Pretendard" pitchFamily="34" charset="-122"/>
                <a:cs typeface="Pretendard" pitchFamily="34" charset="-120"/>
              </a:rPr>
              <a:t>기반</a:t>
            </a:r>
            <a:r>
              <a:rPr lang="en-US" sz="2700" b="1">
                <a:solidFill>
                  <a:srgbClr val="111827"/>
                </a:solidFill>
                <a:latin typeface="Pretendard" pitchFamily="34" charset="0"/>
                <a:ea typeface="Pretendard" pitchFamily="34" charset="-122"/>
                <a:cs typeface="Pretendard" pitchFamily="34" charset="-120"/>
              </a:rPr>
              <a:t> </a:t>
            </a:r>
            <a:r>
              <a:rPr lang="en-US" sz="2700" b="1" dirty="0">
                <a:solidFill>
                  <a:srgbClr val="111827"/>
                </a:solidFill>
                <a:latin typeface="Pretendard" pitchFamily="34" charset="0"/>
                <a:ea typeface="Pretendard" pitchFamily="34" charset="-122"/>
                <a:cs typeface="Pretendard" pitchFamily="34" charset="-120"/>
              </a:rPr>
              <a:t>오케스트레이션은 이렇게 작동합니다</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ko-KR" altLang="en-US"/>
          </a:p>
        </p:txBody>
      </p:sp>
      <p:sp>
        <p:nvSpPr>
          <p:cNvPr id="7" name="key message band">
            <a:extLst>
              <a:ext uri="{C183D7F6-B498-43B3-948B-1728B52AA6E4}">
                <adec:decorative xmlns:adec="http://schemas.microsoft.com/office/drawing/2017/decorative" val="1"/>
              </a:ext>
            </a:extLst>
          </p:cNvPr>
          <p:cNvSpPr/>
          <p:nvPr/>
        </p:nvSpPr>
        <p:spPr>
          <a:xfrm>
            <a:off x="548640" y="1417320"/>
            <a:ext cx="8046720" cy="566928"/>
          </a:xfrm>
          <a:prstGeom prst="rect">
            <a:avLst/>
          </a:prstGeom>
          <a:solidFill>
            <a:srgbClr val="F3F5F9"/>
          </a:solidFill>
          <a:ln w="12700">
            <a:solidFill>
              <a:srgbClr val="F3F5F9"/>
            </a:solidFill>
            <a:prstDash val="solid"/>
          </a:ln>
        </p:spPr>
        <p:txBody>
          <a:bodyPr/>
          <a:lstStyle/>
          <a:p>
            <a:endParaRPr lang="ko-KR" altLang="en-US"/>
          </a:p>
        </p:txBody>
      </p:sp>
      <p:sp>
        <p:nvSpPr>
          <p:cNvPr id="8" name="accent bar">
            <a:extLst>
              <a:ext uri="{C183D7F6-B498-43B3-948B-1728B52AA6E4}">
                <adec:decorative xmlns:adec="http://schemas.microsoft.com/office/drawing/2017/decorative" val="1"/>
              </a:ext>
            </a:extLst>
          </p:cNvPr>
          <p:cNvSpPr/>
          <p:nvPr/>
        </p:nvSpPr>
        <p:spPr>
          <a:xfrm>
            <a:off x="548640" y="1417320"/>
            <a:ext cx="50292" cy="566928"/>
          </a:xfrm>
          <a:prstGeom prst="rect">
            <a:avLst/>
          </a:prstGeom>
          <a:solidFill>
            <a:srgbClr val="1D4ED8"/>
          </a:solidFill>
          <a:ln w="12700">
            <a:solidFill>
              <a:srgbClr val="1D4ED8"/>
            </a:solidFill>
            <a:prstDash val="solid"/>
          </a:ln>
        </p:spPr>
        <p:txBody>
          <a:bodyPr/>
          <a:lstStyle/>
          <a:p>
            <a:endParaRPr lang="en-US"/>
          </a:p>
        </p:txBody>
      </p:sp>
      <p:sp>
        <p:nvSpPr>
          <p:cNvPr id="9" name="Text 7">
            <a:extLst>
              <a:ext uri="{C183D7F6-B498-43B3-948B-1728B52AA6E4}">
                <adec:decorative xmlns:adec="http://schemas.microsoft.com/office/drawing/2017/decorative" val="1"/>
              </a:ext>
            </a:extLst>
          </p:cNvPr>
          <p:cNvSpPr/>
          <p:nvPr/>
        </p:nvSpPr>
        <p:spPr>
          <a:xfrm>
            <a:off x="749808" y="1417320"/>
            <a:ext cx="7680960" cy="566928"/>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계획 → 실행 → 관찰 → 재계획. 여러분은 목표·지침·역량·경계를 제공합니다.</a:t>
            </a:r>
            <a:endParaRPr lang="en-US" sz="1350" dirty="0"/>
          </a:p>
        </p:txBody>
      </p:sp>
      <p:sp>
        <p:nvSpPr>
          <p:cNvPr id="10" name="loop step">
            <a:extLst>
              <a:ext uri="{C183D7F6-B498-43B3-948B-1728B52AA6E4}">
                <adec:decorative xmlns:adec="http://schemas.microsoft.com/office/drawing/2017/decorative" val="1"/>
              </a:ext>
            </a:extLst>
          </p:cNvPr>
          <p:cNvSpPr/>
          <p:nvPr/>
        </p:nvSpPr>
        <p:spPr>
          <a:xfrm>
            <a:off x="548640" y="2240280"/>
            <a:ext cx="3657600" cy="566928"/>
          </a:xfrm>
          <a:prstGeom prst="rect">
            <a:avLst/>
          </a:prstGeom>
          <a:solidFill>
            <a:srgbClr val="F3F5F9"/>
          </a:solidFill>
          <a:ln w="12700">
            <a:solidFill>
              <a:srgbClr val="E5E7EB"/>
            </a:solidFill>
            <a:prstDash val="solid"/>
          </a:ln>
        </p:spPr>
        <p:txBody>
          <a:bodyPr/>
          <a:lstStyle/>
          <a:p>
            <a:endParaRPr lang="en-US"/>
          </a:p>
        </p:txBody>
      </p:sp>
      <p:sp>
        <p:nvSpPr>
          <p:cNvPr id="11" name="Text 9">
            <a:extLst>
              <a:ext uri="{C183D7F6-B498-43B3-948B-1728B52AA6E4}">
                <adec:decorative xmlns:adec="http://schemas.microsoft.com/office/drawing/2017/decorative" val="1"/>
              </a:ext>
            </a:extLst>
          </p:cNvPr>
          <p:cNvSpPr/>
          <p:nvPr/>
        </p:nvSpPr>
        <p:spPr>
          <a:xfrm>
            <a:off x="713232" y="2313432"/>
            <a:ext cx="868680"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1. 계획</a:t>
            </a:r>
            <a:endParaRPr lang="en-US" sz="1300" dirty="0"/>
          </a:p>
        </p:txBody>
      </p:sp>
      <p:sp>
        <p:nvSpPr>
          <p:cNvPr id="12" name="Text 10"/>
          <p:cNvSpPr/>
          <p:nvPr/>
        </p:nvSpPr>
        <p:spPr>
          <a:xfrm>
            <a:off x="713232" y="2532888"/>
            <a:ext cx="1005840" cy="219456"/>
          </a:xfrm>
          <a:prstGeom prst="rect">
            <a:avLst/>
          </a:prstGeom>
          <a:noFill/>
          <a:ln/>
        </p:spPr>
        <p:txBody>
          <a:bodyPr wrap="square" lIns="0" tIns="0" rIns="0" bIns="0" rtlCol="0" anchor="ctr"/>
          <a:lstStyle/>
          <a:p>
            <a:pPr marL="0" indent="0">
              <a:buNone/>
            </a:pPr>
            <a:r>
              <a:rPr lang="en-US" sz="1000" b="1" dirty="0">
                <a:solidFill>
                  <a:srgbClr val="111827"/>
                </a:solidFill>
                <a:latin typeface="Pretendard" pitchFamily="34" charset="0"/>
                <a:ea typeface="Pretendard" pitchFamily="34" charset="-122"/>
                <a:cs typeface="Pretendard" pitchFamily="34" charset="-120"/>
              </a:rPr>
              <a:t>Instructions</a:t>
            </a:r>
            <a:endParaRPr lang="en-US" sz="1000" dirty="0"/>
          </a:p>
        </p:txBody>
      </p:sp>
      <p:sp>
        <p:nvSpPr>
          <p:cNvPr id="13" name="Text 11">
            <a:extLst>
              <a:ext uri="{C183D7F6-B498-43B3-948B-1728B52AA6E4}">
                <adec:decorative xmlns:adec="http://schemas.microsoft.com/office/drawing/2017/decorative" val="1"/>
              </a:ext>
            </a:extLst>
          </p:cNvPr>
          <p:cNvSpPr/>
          <p:nvPr/>
        </p:nvSpPr>
        <p:spPr>
          <a:xfrm>
            <a:off x="1783080" y="2368296"/>
            <a:ext cx="2286000" cy="365760"/>
          </a:xfrm>
          <a:prstGeom prst="rect">
            <a:avLst/>
          </a:prstGeom>
          <a:noFill/>
          <a:ln/>
        </p:spPr>
        <p:txBody>
          <a:bodyPr wrap="square" lIns="0" tIns="0" rIns="0" bIns="0" rtlCol="0" anchor="ctr"/>
          <a:lstStyle/>
          <a:p>
            <a:pPr marL="0" indent="0">
              <a:lnSpc>
                <a:spcPct val="120000"/>
              </a:lnSpc>
              <a:buNone/>
            </a:pPr>
            <a:r>
              <a:rPr lang="en-US" sz="1000">
                <a:solidFill>
                  <a:srgbClr val="4B5563"/>
                </a:solidFill>
                <a:latin typeface="Pretendard" pitchFamily="34" charset="0"/>
                <a:ea typeface="Pretendard" pitchFamily="34" charset="-122"/>
                <a:cs typeface="Pretendard" pitchFamily="34" charset="-120"/>
              </a:rPr>
              <a:t>목표를 여러 단계로 나눕니다</a:t>
            </a:r>
            <a:endParaRPr lang="en-US" sz="900" dirty="0"/>
          </a:p>
        </p:txBody>
      </p:sp>
      <p:sp>
        <p:nvSpPr>
          <p:cNvPr id="15" name="loop step">
            <a:extLst>
              <a:ext uri="{C183D7F6-B498-43B3-948B-1728B52AA6E4}">
                <adec:decorative xmlns:adec="http://schemas.microsoft.com/office/drawing/2017/decorative" val="1"/>
              </a:ext>
            </a:extLst>
          </p:cNvPr>
          <p:cNvSpPr/>
          <p:nvPr/>
        </p:nvSpPr>
        <p:spPr>
          <a:xfrm>
            <a:off x="548640" y="2916936"/>
            <a:ext cx="3657600" cy="566928"/>
          </a:xfrm>
          <a:prstGeom prst="rect">
            <a:avLst/>
          </a:prstGeom>
          <a:solidFill>
            <a:srgbClr val="FFFFFF"/>
          </a:solidFill>
          <a:ln w="12700">
            <a:solidFill>
              <a:srgbClr val="E5E7EB"/>
            </a:solidFill>
            <a:prstDash val="solid"/>
          </a:ln>
        </p:spPr>
        <p:txBody>
          <a:bodyPr/>
          <a:lstStyle/>
          <a:p>
            <a:endParaRPr lang="ko-KR" altLang="en-US"/>
          </a:p>
        </p:txBody>
      </p:sp>
      <p:sp>
        <p:nvSpPr>
          <p:cNvPr id="16" name="Text 14">
            <a:extLst>
              <a:ext uri="{C183D7F6-B498-43B3-948B-1728B52AA6E4}">
                <adec:decorative xmlns:adec="http://schemas.microsoft.com/office/drawing/2017/decorative" val="1"/>
              </a:ext>
            </a:extLst>
          </p:cNvPr>
          <p:cNvSpPr/>
          <p:nvPr/>
        </p:nvSpPr>
        <p:spPr>
          <a:xfrm>
            <a:off x="713232" y="2990088"/>
            <a:ext cx="868680"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2. 실행</a:t>
            </a:r>
            <a:endParaRPr lang="en-US" sz="1300" dirty="0"/>
          </a:p>
        </p:txBody>
      </p:sp>
      <p:sp>
        <p:nvSpPr>
          <p:cNvPr id="17" name="Text 15"/>
          <p:cNvSpPr/>
          <p:nvPr/>
        </p:nvSpPr>
        <p:spPr>
          <a:xfrm>
            <a:off x="713232" y="3209544"/>
            <a:ext cx="1005840" cy="219456"/>
          </a:xfrm>
          <a:prstGeom prst="rect">
            <a:avLst/>
          </a:prstGeom>
          <a:noFill/>
          <a:ln/>
        </p:spPr>
        <p:txBody>
          <a:bodyPr wrap="square" lIns="0" tIns="0" rIns="0" bIns="0" rtlCol="0" anchor="ctr"/>
          <a:lstStyle/>
          <a:p>
            <a:pPr marL="0" indent="0">
              <a:buNone/>
            </a:pPr>
            <a:r>
              <a:rPr lang="en-US" sz="1000" b="1">
                <a:solidFill>
                  <a:srgbClr val="111827"/>
                </a:solidFill>
                <a:latin typeface="Pretendard" pitchFamily="34" charset="0"/>
                <a:ea typeface="Pretendard" pitchFamily="34" charset="-122"/>
                <a:cs typeface="Pretendard" pitchFamily="34" charset="-120"/>
              </a:rPr>
              <a:t>Act</a:t>
            </a:r>
            <a:endParaRPr lang="en-US" sz="1000" dirty="0"/>
          </a:p>
        </p:txBody>
      </p:sp>
      <p:sp>
        <p:nvSpPr>
          <p:cNvPr id="18" name="Text 16">
            <a:extLst>
              <a:ext uri="{C183D7F6-B498-43B3-948B-1728B52AA6E4}">
                <adec:decorative xmlns:adec="http://schemas.microsoft.com/office/drawing/2017/decorative" val="1"/>
              </a:ext>
            </a:extLst>
          </p:cNvPr>
          <p:cNvSpPr/>
          <p:nvPr/>
        </p:nvSpPr>
        <p:spPr>
          <a:xfrm>
            <a:off x="1783080" y="3044952"/>
            <a:ext cx="2286000" cy="365760"/>
          </a:xfrm>
          <a:prstGeom prst="rect">
            <a:avLst/>
          </a:prstGeom>
          <a:noFill/>
          <a:ln/>
        </p:spPr>
        <p:txBody>
          <a:bodyPr wrap="square" lIns="0" tIns="0" rIns="0" bIns="0" rtlCol="0" anchor="ctr"/>
          <a:lstStyle/>
          <a:p>
            <a:pPr marL="0" indent="0">
              <a:lnSpc>
                <a:spcPct val="120000"/>
              </a:lnSpc>
              <a:buNone/>
            </a:pPr>
            <a:r>
              <a:rPr lang="en-US" sz="1000">
                <a:solidFill>
                  <a:srgbClr val="4B5563"/>
                </a:solidFill>
                <a:latin typeface="Pretendard" pitchFamily="34" charset="0"/>
                <a:ea typeface="Pretendard" pitchFamily="34" charset="-122"/>
                <a:cs typeface="Pretendard" pitchFamily="34" charset="-120"/>
              </a:rPr>
              <a:t>선택한 도구로 행동합니다</a:t>
            </a:r>
            <a:endParaRPr lang="en-US" sz="900" dirty="0"/>
          </a:p>
        </p:txBody>
      </p:sp>
      <p:sp>
        <p:nvSpPr>
          <p:cNvPr id="20" name="loop step">
            <a:extLst>
              <a:ext uri="{C183D7F6-B498-43B3-948B-1728B52AA6E4}">
                <adec:decorative xmlns:adec="http://schemas.microsoft.com/office/drawing/2017/decorative" val="1"/>
              </a:ext>
            </a:extLst>
          </p:cNvPr>
          <p:cNvSpPr/>
          <p:nvPr/>
        </p:nvSpPr>
        <p:spPr>
          <a:xfrm>
            <a:off x="548640" y="3593592"/>
            <a:ext cx="3657600" cy="566928"/>
          </a:xfrm>
          <a:prstGeom prst="rect">
            <a:avLst/>
          </a:prstGeom>
          <a:solidFill>
            <a:srgbClr val="F3F5F9"/>
          </a:solidFill>
          <a:ln w="12700">
            <a:solidFill>
              <a:srgbClr val="E5E7EB"/>
            </a:solidFill>
            <a:prstDash val="solid"/>
          </a:ln>
        </p:spPr>
        <p:txBody>
          <a:bodyPr/>
          <a:lstStyle/>
          <a:p>
            <a:endParaRPr lang="en-US"/>
          </a:p>
        </p:txBody>
      </p:sp>
      <p:sp>
        <p:nvSpPr>
          <p:cNvPr id="21" name="Text 19"/>
          <p:cNvSpPr/>
          <p:nvPr/>
        </p:nvSpPr>
        <p:spPr>
          <a:xfrm>
            <a:off x="713232" y="3666744"/>
            <a:ext cx="868680"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3. 관찰</a:t>
            </a:r>
            <a:endParaRPr lang="en-US" sz="1300" dirty="0"/>
          </a:p>
        </p:txBody>
      </p:sp>
      <p:sp>
        <p:nvSpPr>
          <p:cNvPr id="22" name="Text 20"/>
          <p:cNvSpPr/>
          <p:nvPr/>
        </p:nvSpPr>
        <p:spPr>
          <a:xfrm>
            <a:off x="713232" y="3886200"/>
            <a:ext cx="1005840" cy="219456"/>
          </a:xfrm>
          <a:prstGeom prst="rect">
            <a:avLst/>
          </a:prstGeom>
          <a:noFill/>
          <a:ln/>
        </p:spPr>
        <p:txBody>
          <a:bodyPr wrap="square" lIns="0" tIns="0" rIns="0" bIns="0" rtlCol="0" anchor="ctr"/>
          <a:lstStyle/>
          <a:p>
            <a:pPr marL="0" indent="0">
              <a:buNone/>
            </a:pPr>
            <a:r>
              <a:rPr lang="en-US" sz="1000" b="1">
                <a:solidFill>
                  <a:srgbClr val="111827"/>
                </a:solidFill>
                <a:latin typeface="Pretendard" pitchFamily="34" charset="0"/>
                <a:ea typeface="Pretendard" pitchFamily="34" charset="-122"/>
                <a:cs typeface="Pretendard" pitchFamily="34" charset="-120"/>
              </a:rPr>
              <a:t>Observe</a:t>
            </a:r>
            <a:endParaRPr lang="en-US" sz="1000" dirty="0"/>
          </a:p>
        </p:txBody>
      </p:sp>
      <p:sp>
        <p:nvSpPr>
          <p:cNvPr id="23" name="Text 21"/>
          <p:cNvSpPr/>
          <p:nvPr/>
        </p:nvSpPr>
        <p:spPr>
          <a:xfrm>
            <a:off x="1783080" y="3721608"/>
            <a:ext cx="2286000" cy="365760"/>
          </a:xfrm>
          <a:prstGeom prst="rect">
            <a:avLst/>
          </a:prstGeom>
          <a:noFill/>
          <a:ln/>
        </p:spPr>
        <p:txBody>
          <a:bodyPr wrap="square" lIns="0" tIns="0" rIns="0" bIns="0" rtlCol="0" anchor="ctr"/>
          <a:lstStyle/>
          <a:p>
            <a:pPr marL="0" indent="0">
              <a:lnSpc>
                <a:spcPct val="120000"/>
              </a:lnSpc>
              <a:buNone/>
            </a:pPr>
            <a:r>
              <a:rPr lang="en-US" sz="1000">
                <a:solidFill>
                  <a:srgbClr val="4B5563"/>
                </a:solidFill>
                <a:latin typeface="Pretendard" pitchFamily="34" charset="0"/>
                <a:ea typeface="Pretendard" pitchFamily="34" charset="-122"/>
                <a:cs typeface="Pretendard" pitchFamily="34" charset="-120"/>
              </a:rPr>
              <a:t>결과를 검토합니다</a:t>
            </a:r>
            <a:endParaRPr lang="en-US" sz="900" dirty="0"/>
          </a:p>
        </p:txBody>
      </p:sp>
      <p:sp>
        <p:nvSpPr>
          <p:cNvPr id="25" name="loop step">
            <a:extLst>
              <a:ext uri="{C183D7F6-B498-43B3-948B-1728B52AA6E4}">
                <adec:decorative xmlns:adec="http://schemas.microsoft.com/office/drawing/2017/decorative" val="1"/>
              </a:ext>
            </a:extLst>
          </p:cNvPr>
          <p:cNvSpPr/>
          <p:nvPr/>
        </p:nvSpPr>
        <p:spPr>
          <a:xfrm>
            <a:off x="548640" y="4270248"/>
            <a:ext cx="3657600" cy="566928"/>
          </a:xfrm>
          <a:prstGeom prst="rect">
            <a:avLst/>
          </a:prstGeom>
          <a:solidFill>
            <a:srgbClr val="FFFFFF"/>
          </a:solidFill>
          <a:ln w="12700">
            <a:solidFill>
              <a:srgbClr val="E5E7EB"/>
            </a:solidFill>
            <a:prstDash val="solid"/>
          </a:ln>
        </p:spPr>
        <p:txBody>
          <a:bodyPr/>
          <a:lstStyle/>
          <a:p>
            <a:endParaRPr lang="ko-KR" altLang="en-US"/>
          </a:p>
        </p:txBody>
      </p:sp>
      <p:sp>
        <p:nvSpPr>
          <p:cNvPr id="26" name="Text 24"/>
          <p:cNvSpPr/>
          <p:nvPr/>
        </p:nvSpPr>
        <p:spPr>
          <a:xfrm>
            <a:off x="713232" y="4343400"/>
            <a:ext cx="868680"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4. 조정</a:t>
            </a:r>
            <a:endParaRPr lang="en-US" sz="1300" dirty="0"/>
          </a:p>
        </p:txBody>
      </p:sp>
      <p:sp>
        <p:nvSpPr>
          <p:cNvPr id="27" name="Text 25"/>
          <p:cNvSpPr/>
          <p:nvPr/>
        </p:nvSpPr>
        <p:spPr>
          <a:xfrm>
            <a:off x="713232" y="4562856"/>
            <a:ext cx="1005840" cy="219456"/>
          </a:xfrm>
          <a:prstGeom prst="rect">
            <a:avLst/>
          </a:prstGeom>
          <a:noFill/>
          <a:ln/>
        </p:spPr>
        <p:txBody>
          <a:bodyPr wrap="square" lIns="0" tIns="0" rIns="0" bIns="0" rtlCol="0" anchor="ctr"/>
          <a:lstStyle/>
          <a:p>
            <a:pPr marL="0" indent="0">
              <a:buNone/>
            </a:pPr>
            <a:r>
              <a:rPr lang="en-US" sz="1000" b="1">
                <a:solidFill>
                  <a:srgbClr val="111827"/>
                </a:solidFill>
                <a:latin typeface="Pretendard" pitchFamily="34" charset="0"/>
                <a:ea typeface="Pretendard" pitchFamily="34" charset="-122"/>
                <a:cs typeface="Pretendard" pitchFamily="34" charset="-120"/>
              </a:rPr>
              <a:t>Adjust</a:t>
            </a:r>
            <a:endParaRPr lang="en-US" sz="1000" dirty="0"/>
          </a:p>
        </p:txBody>
      </p:sp>
      <p:sp>
        <p:nvSpPr>
          <p:cNvPr id="28" name="Text 26"/>
          <p:cNvSpPr/>
          <p:nvPr/>
        </p:nvSpPr>
        <p:spPr>
          <a:xfrm>
            <a:off x="1783080" y="4398264"/>
            <a:ext cx="2286000" cy="365760"/>
          </a:xfrm>
          <a:prstGeom prst="rect">
            <a:avLst/>
          </a:prstGeom>
          <a:noFill/>
          <a:ln/>
        </p:spPr>
        <p:txBody>
          <a:bodyPr wrap="square" lIns="0" tIns="0" rIns="0" bIns="0" rtlCol="0" anchor="ctr"/>
          <a:lstStyle/>
          <a:p>
            <a:pPr marL="0" indent="0">
              <a:lnSpc>
                <a:spcPct val="120000"/>
              </a:lnSpc>
              <a:buNone/>
            </a:pPr>
            <a:r>
              <a:rPr lang="en-US" sz="1000">
                <a:solidFill>
                  <a:srgbClr val="4B5563"/>
                </a:solidFill>
                <a:latin typeface="Pretendard" pitchFamily="34" charset="0"/>
                <a:ea typeface="Pretendard" pitchFamily="34" charset="-122"/>
                <a:cs typeface="Pretendard" pitchFamily="34" charset="-120"/>
              </a:rPr>
              <a:t>접근 방식을 다시 세웁니다</a:t>
            </a:r>
            <a:endParaRPr lang="en-US" sz="900" dirty="0"/>
          </a:p>
        </p:txBody>
      </p:sp>
      <p:sp>
        <p:nvSpPr>
          <p:cNvPr id="31" name="callout">
            <a:extLst>
              <a:ext uri="{C183D7F6-B498-43B3-948B-1728B52AA6E4}">
                <adec:decorative xmlns:adec="http://schemas.microsoft.com/office/drawing/2017/decorative" val="1"/>
              </a:ext>
            </a:extLst>
          </p:cNvPr>
          <p:cNvSpPr/>
          <p:nvPr/>
        </p:nvSpPr>
        <p:spPr>
          <a:xfrm>
            <a:off x="4507992" y="4425696"/>
            <a:ext cx="4114800" cy="384048"/>
          </a:xfrm>
          <a:prstGeom prst="rect">
            <a:avLst/>
          </a:prstGeom>
          <a:solidFill>
            <a:srgbClr val="F3F5F9"/>
          </a:solidFill>
          <a:ln w="12700">
            <a:solidFill>
              <a:srgbClr val="F3F5F9"/>
            </a:solidFill>
            <a:prstDash val="solid"/>
          </a:ln>
        </p:spPr>
        <p:txBody>
          <a:bodyPr/>
          <a:lstStyle/>
          <a:p>
            <a:endParaRPr lang="ko-KR" altLang="en-US"/>
          </a:p>
        </p:txBody>
      </p:sp>
      <p:sp>
        <p:nvSpPr>
          <p:cNvPr id="32" name="accent bar">
            <a:extLst>
              <a:ext uri="{C183D7F6-B498-43B3-948B-1728B52AA6E4}">
                <adec:decorative xmlns:adec="http://schemas.microsoft.com/office/drawing/2017/decorative" val="1"/>
              </a:ext>
            </a:extLst>
          </p:cNvPr>
          <p:cNvSpPr/>
          <p:nvPr/>
        </p:nvSpPr>
        <p:spPr>
          <a:xfrm>
            <a:off x="4507992" y="4425696"/>
            <a:ext cx="54864" cy="384048"/>
          </a:xfrm>
          <a:prstGeom prst="rect">
            <a:avLst/>
          </a:prstGeom>
          <a:solidFill>
            <a:srgbClr val="1D4ED8"/>
          </a:solidFill>
          <a:ln w="12700">
            <a:solidFill>
              <a:srgbClr val="1D4ED8"/>
            </a:solidFill>
            <a:prstDash val="solid"/>
          </a:ln>
        </p:spPr>
        <p:txBody>
          <a:bodyPr/>
          <a:lstStyle/>
          <a:p>
            <a:endParaRPr lang="ko-KR" altLang="en-US"/>
          </a:p>
        </p:txBody>
      </p:sp>
      <p:sp>
        <p:nvSpPr>
          <p:cNvPr id="33" name="Text 30"/>
          <p:cNvSpPr/>
          <p:nvPr/>
        </p:nvSpPr>
        <p:spPr>
          <a:xfrm>
            <a:off x="4709160" y="4425696"/>
            <a:ext cx="3840480" cy="384048"/>
          </a:xfrm>
          <a:prstGeom prst="rect">
            <a:avLst/>
          </a:prstGeom>
          <a:noFill/>
          <a:ln/>
        </p:spPr>
        <p:txBody>
          <a:bodyPr wrap="square" lIns="0" tIns="0" rIns="0" bIns="0" rtlCol="0" anchor="ctr"/>
          <a:lstStyle/>
          <a:p>
            <a:pPr marL="0" indent="0">
              <a:lnSpc>
                <a:spcPct val="115000"/>
              </a:lnSpc>
              <a:buNone/>
            </a:pPr>
            <a:r>
              <a:rPr lang="en-US" sz="950" b="1">
                <a:solidFill>
                  <a:srgbClr val="111827"/>
                </a:solidFill>
                <a:latin typeface="Pretendard" pitchFamily="34" charset="0"/>
                <a:ea typeface="Pretendard" pitchFamily="34" charset="-122"/>
                <a:cs typeface="Pretendard" pitchFamily="34" charset="-120"/>
              </a:rPr>
              <a:t>모호한 도구 설명은 planner에 전달되는 나쁜 지침입니다.</a:t>
            </a:r>
            <a:endParaRPr lang="en-US" sz="1050" dirty="0"/>
          </a:p>
        </p:txBody>
      </p:sp>
      <p:pic>
        <p:nvPicPr>
          <p:cNvPr id="37" name="그림 36">
            <a:extLst>
              <a:ext uri="{FF2B5EF4-FFF2-40B4-BE49-F238E27FC236}">
                <a16:creationId xmlns:a16="http://schemas.microsoft.com/office/drawing/2014/main" id="{7CCD913E-4C46-B1AB-F462-3AD38BA19898}"/>
              </a:ext>
            </a:extLst>
          </p:cNvPr>
          <p:cNvPicPr>
            <a:picLocks noChangeAspect="1"/>
          </p:cNvPicPr>
          <p:nvPr/>
        </p:nvPicPr>
        <p:blipFill>
          <a:blip r:embed="rId3"/>
          <a:srcRect l="-27" t="15019" r="-27"/>
          <a:stretch>
            <a:fillRect/>
          </a:stretch>
        </p:blipFill>
        <p:spPr>
          <a:xfrm>
            <a:off x="4507992" y="2244852"/>
            <a:ext cx="4114800" cy="196596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59DAFAE-B3F2-192B-8E2D-5B5D8B8FDD3D}"/>
            </a:ext>
          </a:extLst>
        </p:cNvPr>
        <p:cNvGrpSpPr/>
        <p:nvPr/>
      </p:nvGrpSpPr>
      <p:grpSpPr>
        <a:xfrm>
          <a:off x="0" y="0"/>
          <a:ext cx="0" cy="0"/>
          <a:chOff x="0" y="0"/>
          <a:chExt cx="0" cy="0"/>
        </a:xfrm>
      </p:grpSpPr>
      <p:pic>
        <p:nvPicPr>
          <p:cNvPr id="3" name="그림 2">
            <a:extLst>
              <a:ext uri="{FF2B5EF4-FFF2-40B4-BE49-F238E27FC236}">
                <a16:creationId xmlns:a16="http://schemas.microsoft.com/office/drawing/2014/main" id="{F33284E4-E62D-5027-11C6-B8C3AAAB458C}"/>
              </a:ext>
            </a:extLst>
          </p:cNvPr>
          <p:cNvPicPr>
            <a:picLocks noChangeAspect="1"/>
          </p:cNvPicPr>
          <p:nvPr/>
        </p:nvPicPr>
        <p:blipFill>
          <a:blip r:embed="rId3"/>
          <a:stretch>
            <a:fillRect/>
          </a:stretch>
        </p:blipFill>
        <p:spPr>
          <a:xfrm>
            <a:off x="2429" y="0"/>
            <a:ext cx="9139141" cy="5143500"/>
          </a:xfrm>
          <a:prstGeom prst="rect">
            <a:avLst/>
          </a:prstGeom>
        </p:spPr>
      </p:pic>
    </p:spTree>
    <p:extLst>
      <p:ext uri="{BB962C8B-B14F-4D97-AF65-F5344CB8AC3E}">
        <p14:creationId xmlns:p14="http://schemas.microsoft.com/office/powerpoint/2010/main" val="954012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a:extLst>
              <a:ext uri="{C183D7F6-B498-43B3-948B-1728B52AA6E4}">
                <adec:decorative xmlns:adec="http://schemas.microsoft.com/office/drawing/2017/decorative" val="1"/>
              </a:ext>
            </a:extLst>
          </p:cNvPr>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개념 5</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에이전트와 워크플로가 함께 작동하는 방식</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01  ·  역할 분담</a:t>
            </a:r>
            <a:endParaRPr lang="en-US" sz="950" dirty="0"/>
          </a:p>
        </p:txBody>
      </p:sp>
      <p:sp>
        <p:nvSpPr>
          <p:cNvPr id="7" name="key message band">
            <a:extLst>
              <a:ext uri="{C183D7F6-B498-43B3-948B-1728B52AA6E4}">
                <adec:decorative xmlns:adec="http://schemas.microsoft.com/office/drawing/2017/decorative" val="1"/>
              </a:ext>
            </a:extLst>
          </p:cNvPr>
          <p:cNvSpPr/>
          <p:nvPr/>
        </p:nvSpPr>
        <p:spPr>
          <a:xfrm>
            <a:off x="548640" y="1417320"/>
            <a:ext cx="8046720" cy="566928"/>
          </a:xfrm>
          <a:prstGeom prst="rect">
            <a:avLst/>
          </a:prstGeom>
          <a:solidFill>
            <a:srgbClr val="F3F5F9"/>
          </a:solidFill>
          <a:ln w="12700">
            <a:solidFill>
              <a:srgbClr val="F3F5F9"/>
            </a:solidFill>
            <a:prstDash val="solid"/>
          </a:ln>
        </p:spPr>
        <p:txBody>
          <a:bodyPr/>
          <a:lstStyle/>
          <a:p>
            <a:endParaRPr lang="ko-KR" altLang="en-US"/>
          </a:p>
        </p:txBody>
      </p:sp>
      <p:sp>
        <p:nvSpPr>
          <p:cNvPr id="8" name="accent bar">
            <a:extLst>
              <a:ext uri="{C183D7F6-B498-43B3-948B-1728B52AA6E4}">
                <adec:decorative xmlns:adec="http://schemas.microsoft.com/office/drawing/2017/decorative" val="1"/>
              </a:ext>
            </a:extLst>
          </p:cNvPr>
          <p:cNvSpPr/>
          <p:nvPr/>
        </p:nvSpPr>
        <p:spPr>
          <a:xfrm>
            <a:off x="548640" y="1417320"/>
            <a:ext cx="50292" cy="566928"/>
          </a:xfrm>
          <a:prstGeom prst="rect">
            <a:avLst/>
          </a:prstGeom>
          <a:solidFill>
            <a:srgbClr val="1D4ED8"/>
          </a:solidFill>
          <a:ln w="12700">
            <a:solidFill>
              <a:srgbClr val="1D4ED8"/>
            </a:solidFill>
            <a:prstDash val="solid"/>
          </a:ln>
        </p:spPr>
        <p:txBody>
          <a:bodyPr/>
          <a:lstStyle/>
          <a:p>
            <a:endParaRPr lang="en-US"/>
          </a:p>
        </p:txBody>
      </p:sp>
      <p:sp>
        <p:nvSpPr>
          <p:cNvPr id="9" name="Text 7">
            <a:extLst>
              <a:ext uri="{C183D7F6-B498-43B3-948B-1728B52AA6E4}">
                <adec:decorative xmlns:adec="http://schemas.microsoft.com/office/drawing/2017/decorative" val="1"/>
              </a:ext>
            </a:extLst>
          </p:cNvPr>
          <p:cNvSpPr/>
          <p:nvPr/>
        </p:nvSpPr>
        <p:spPr>
          <a:xfrm>
            <a:off x="749808" y="1417320"/>
            <a:ext cx="7680960" cy="566928"/>
          </a:xfrm>
          <a:prstGeom prst="rect">
            <a:avLst/>
          </a:prstGeom>
          <a:noFill/>
          <a:ln/>
        </p:spPr>
        <p:txBody>
          <a:bodyPr wrap="square" lIns="0" tIns="0" rIns="0" bIns="0" rtlCol="0" anchor="ctr"/>
          <a:lstStyle/>
          <a:p>
            <a:pPr marL="0" indent="0">
              <a:buNone/>
            </a:pPr>
            <a:r>
              <a:rPr lang="ko-KR" altLang="en-US" sz="1350" b="1">
                <a:solidFill>
                  <a:srgbClr val="111827"/>
                </a:solidFill>
                <a:latin typeface="Pretendard" pitchFamily="34" charset="0"/>
                <a:ea typeface="Pretendard" pitchFamily="34" charset="-122"/>
                <a:cs typeface="Pretendard" pitchFamily="34" charset="-120"/>
              </a:rPr>
              <a:t>에이전트와 워크플로는 비즈니스 프로세스의 서로 다른 부분을 해결합니다</a:t>
            </a:r>
            <a:r>
              <a:rPr lang="en-US" altLang="ko-KR" sz="1350" b="1">
                <a:solidFill>
                  <a:srgbClr val="111827"/>
                </a:solidFill>
                <a:latin typeface="Pretendard" pitchFamily="34" charset="0"/>
                <a:ea typeface="Pretendard" pitchFamily="34" charset="-122"/>
                <a:cs typeface="Pretendard" pitchFamily="34" charset="-120"/>
              </a:rPr>
              <a:t>.</a:t>
            </a:r>
            <a:endParaRPr lang="en-US" sz="13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2212848"/>
          <a:ext cx="8046720" cy="1479296"/>
        </p:xfrm>
        <a:graphic>
          <a:graphicData uri="http://schemas.openxmlformats.org/drawingml/2006/table">
            <a:tbl>
              <a:tblPr/>
              <a:tblGrid>
                <a:gridCol w="155448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tblGrid>
              <a:tr h="310896">
                <a:tc>
                  <a:txBody>
                    <a:bodyPr/>
                    <a:lstStyle/>
                    <a:p>
                      <a:pPr marL="0" indent="0">
                        <a:buNone/>
                      </a:pPr>
                      <a:endParaRPr lang="en-US" sz="11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D4ED8"/>
                    </a:solidFill>
                  </a:tcPr>
                </a:tc>
                <a:tc>
                  <a:txBody>
                    <a:bodyPr/>
                    <a:lstStyle/>
                    <a:p>
                      <a:pPr marL="0" indent="0">
                        <a:buNone/>
                      </a:pPr>
                      <a:r>
                        <a:rPr lang="en-US" sz="1100" b="1" dirty="0">
                          <a:solidFill>
                            <a:srgbClr val="FFFFFF"/>
                          </a:solidFill>
                          <a:latin typeface="Pretendard" pitchFamily="34" charset="0"/>
                          <a:ea typeface="Pretendard" pitchFamily="34" charset="-122"/>
                          <a:cs typeface="Pretendard" pitchFamily="34" charset="-120"/>
                        </a:rPr>
                        <a:t>에이전트</a:t>
                      </a:r>
                      <a:endParaRPr lang="en-US" sz="11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D4ED8"/>
                    </a:solidFill>
                  </a:tcPr>
                </a:tc>
                <a:tc>
                  <a:txBody>
                    <a:bodyPr/>
                    <a:lstStyle/>
                    <a:p>
                      <a:pPr marL="0" indent="0">
                        <a:buNone/>
                      </a:pPr>
                      <a:r>
                        <a:rPr lang="en-US" sz="1100" b="1" dirty="0">
                          <a:solidFill>
                            <a:srgbClr val="FFFFFF"/>
                          </a:solidFill>
                          <a:latin typeface="Pretendard" pitchFamily="34" charset="0"/>
                          <a:ea typeface="Pretendard" pitchFamily="34" charset="-122"/>
                          <a:cs typeface="Pretendard" pitchFamily="34" charset="-120"/>
                        </a:rPr>
                        <a:t>워크플로</a:t>
                      </a:r>
                      <a:endParaRPr lang="en-US" sz="11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D4ED8"/>
                    </a:solidFill>
                  </a:tcPr>
                </a:tc>
                <a:extLst>
                  <a:ext uri="{0D108BD9-81ED-4DB2-BD59-A6C34878D82A}">
                    <a16:rowId xmlns:a16="http://schemas.microsoft.com/office/drawing/2014/main" val="10000"/>
                  </a:ext>
                </a:extLst>
              </a:tr>
              <a:tr h="566928">
                <a:tc>
                  <a:txBody>
                    <a:bodyPr/>
                    <a:lstStyle/>
                    <a:p>
                      <a:pPr marL="0" indent="0">
                        <a:buNone/>
                      </a:pPr>
                      <a:r>
                        <a:rPr lang="en-US" sz="1050" b="1" dirty="0">
                          <a:solidFill>
                            <a:srgbClr val="111827"/>
                          </a:solidFill>
                          <a:latin typeface="Pretendard" pitchFamily="34" charset="0"/>
                          <a:ea typeface="Pretendard" pitchFamily="34" charset="-122"/>
                          <a:cs typeface="Pretendard" pitchFamily="34" charset="-120"/>
                        </a:rPr>
                        <a:t>가장 잘하는 일</a:t>
                      </a:r>
                      <a:endParaRPr lang="en-US" sz="10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5F9"/>
                    </a:solidFill>
                  </a:tcPr>
                </a:tc>
                <a:tc>
                  <a:txBody>
                    <a:bodyPr/>
                    <a:lstStyle/>
                    <a:p>
                      <a:pPr marL="0" indent="0">
                        <a:buNone/>
                      </a:pPr>
                      <a:r>
                        <a:rPr lang="en-US" sz="1050" dirty="0">
                          <a:solidFill>
                            <a:srgbClr val="111827"/>
                          </a:solidFill>
                          <a:latin typeface="Pretendard" pitchFamily="34" charset="0"/>
                          <a:ea typeface="Pretendard" pitchFamily="34" charset="-122"/>
                          <a:cs typeface="Pretendard" pitchFamily="34" charset="-120"/>
                        </a:rPr>
                        <a:t>의도를 해석하고, 모호한 상황을 추론하며, 다음에 무엇이 일어나야 하는지 결정하기</a:t>
                      </a:r>
                      <a:endParaRPr lang="en-US" sz="10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1050" dirty="0">
                          <a:solidFill>
                            <a:srgbClr val="4B5563"/>
                          </a:solidFill>
                          <a:latin typeface="Pretendard" pitchFamily="34" charset="0"/>
                          <a:ea typeface="Pretendard" pitchFamily="34" charset="-122"/>
                          <a:cs typeface="Pretendard" pitchFamily="34" charset="-120"/>
                        </a:rPr>
                        <a:t>정의된 단계를 일관되고 예측 가능하게 실행하기</a:t>
                      </a:r>
                      <a:endParaRPr lang="en-US" sz="10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050" b="1" dirty="0">
                          <a:solidFill>
                            <a:srgbClr val="111827"/>
                          </a:solidFill>
                          <a:latin typeface="Pretendard" pitchFamily="34" charset="0"/>
                          <a:ea typeface="Pretendard" pitchFamily="34" charset="-122"/>
                          <a:cs typeface="Pretendard" pitchFamily="34" charset="-120"/>
                        </a:rPr>
                        <a:t>예시</a:t>
                      </a:r>
                      <a:endParaRPr lang="en-US" sz="10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5F9"/>
                    </a:solidFill>
                  </a:tcPr>
                </a:tc>
                <a:tc>
                  <a:txBody>
                    <a:bodyPr/>
                    <a:lstStyle/>
                    <a:p>
                      <a:pPr marL="0" indent="0">
                        <a:buNone/>
                      </a:pPr>
                      <a:r>
                        <a:rPr lang="en-US" sz="1050" dirty="0">
                          <a:solidFill>
                            <a:srgbClr val="111827"/>
                          </a:solidFill>
                          <a:latin typeface="Pretendard" pitchFamily="34" charset="0"/>
                          <a:ea typeface="Pretendard" pitchFamily="34" charset="-122"/>
                          <a:cs typeface="Pretendard" pitchFamily="34" charset="-120"/>
                        </a:rPr>
                        <a:t>직원이 디바이스 요청에 필요한 정보를 충분히 제공했는지 판단함</a:t>
                      </a:r>
                      <a:endParaRPr lang="en-US" sz="10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1050" dirty="0">
                          <a:solidFill>
                            <a:srgbClr val="4B5563"/>
                          </a:solidFill>
                          <a:latin typeface="Pretendard" pitchFamily="34" charset="0"/>
                          <a:ea typeface="Pretendard" pitchFamily="34" charset="-122"/>
                          <a:cs typeface="Pretendard" pitchFamily="34" charset="-120"/>
                        </a:rPr>
                        <a:t>디바이스 레코드를 조회하고 승인 이메일을 발송함</a:t>
                      </a:r>
                      <a:endParaRPr lang="en-US" sz="10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1" name="Text 8">
            <a:extLst>
              <a:ext uri="{C183D7F6-B498-43B3-948B-1728B52AA6E4}">
                <adec:decorative xmlns:adec="http://schemas.microsoft.com/office/drawing/2017/decorative" val="1"/>
              </a:ext>
            </a:extLst>
          </p:cNvPr>
          <p:cNvSpPr/>
          <p:nvPr/>
        </p:nvSpPr>
        <p:spPr>
          <a:xfrm>
            <a:off x="548640" y="3803904"/>
            <a:ext cx="8046720" cy="256032"/>
          </a:xfrm>
          <a:prstGeom prst="rect">
            <a:avLst/>
          </a:prstGeom>
          <a:noFill/>
          <a:ln/>
        </p:spPr>
        <p:txBody>
          <a:bodyPr wrap="square" lIns="0" tIns="0" rIns="0" bIns="0" rtlCol="0" anchor="ctr"/>
          <a:lstStyle/>
          <a:p>
            <a:pPr marL="0" indent="0">
              <a:buNone/>
            </a:pPr>
            <a:r>
              <a:rPr lang="en-US" sz="1200" b="1" dirty="0">
                <a:solidFill>
                  <a:srgbClr val="111827"/>
                </a:solidFill>
                <a:latin typeface="Pretendard" pitchFamily="34" charset="0"/>
                <a:ea typeface="Pretendard" pitchFamily="34" charset="-122"/>
                <a:cs typeface="Pretendard" pitchFamily="34" charset="-120"/>
              </a:rPr>
              <a:t>제어 </a:t>
            </a:r>
            <a:r>
              <a:rPr lang="en-US" sz="1200" b="1">
                <a:solidFill>
                  <a:srgbClr val="111827"/>
                </a:solidFill>
                <a:latin typeface="Pretendard" pitchFamily="34" charset="0"/>
                <a:ea typeface="Pretendard" pitchFamily="34" charset="-122"/>
                <a:cs typeface="Pretendard" pitchFamily="34" charset="-120"/>
              </a:rPr>
              <a:t>경계는 </a:t>
            </a:r>
            <a:r>
              <a:rPr lang="ko-KR" altLang="en-US" sz="1200" b="1">
                <a:solidFill>
                  <a:srgbClr val="111827"/>
                </a:solidFill>
                <a:latin typeface="Pretendard" pitchFamily="34" charset="0"/>
                <a:ea typeface="Pretendard" pitchFamily="34" charset="-122"/>
                <a:cs typeface="Pretendard" pitchFamily="34" charset="-120"/>
              </a:rPr>
              <a:t>스킬</a:t>
            </a:r>
            <a:r>
              <a:rPr lang="en-US" sz="1200" b="1">
                <a:solidFill>
                  <a:srgbClr val="111827"/>
                </a:solidFill>
                <a:latin typeface="Pretendard" pitchFamily="34" charset="0"/>
                <a:ea typeface="Pretendard" pitchFamily="34" charset="-122"/>
                <a:cs typeface="Pretendard" pitchFamily="34" charset="-120"/>
              </a:rPr>
              <a:t>보다 </a:t>
            </a:r>
            <a:r>
              <a:rPr lang="en-US" sz="1200" b="1" dirty="0">
                <a:solidFill>
                  <a:srgbClr val="111827"/>
                </a:solidFill>
                <a:latin typeface="Pretendard" pitchFamily="34" charset="0"/>
                <a:ea typeface="Pretendard" pitchFamily="34" charset="-122"/>
                <a:cs typeface="Pretendard" pitchFamily="34" charset="-120"/>
              </a:rPr>
              <a:t>먼저 설계합니다</a:t>
            </a:r>
            <a:endParaRPr lang="en-US" sz="1200" dirty="0"/>
          </a:p>
        </p:txBody>
      </p:sp>
      <p:sp>
        <p:nvSpPr>
          <p:cNvPr id="12" name="boundary card">
            <a:extLst>
              <a:ext uri="{C183D7F6-B498-43B3-948B-1728B52AA6E4}">
                <adec:decorative xmlns:adec="http://schemas.microsoft.com/office/drawing/2017/decorative" val="1"/>
              </a:ext>
            </a:extLst>
          </p:cNvPr>
          <p:cNvSpPr/>
          <p:nvPr/>
        </p:nvSpPr>
        <p:spPr>
          <a:xfrm>
            <a:off x="548640" y="4114800"/>
            <a:ext cx="2615184" cy="621792"/>
          </a:xfrm>
          <a:prstGeom prst="rect">
            <a:avLst/>
          </a:prstGeom>
          <a:solidFill>
            <a:srgbClr val="FFFFFF"/>
          </a:solidFill>
          <a:ln w="12700">
            <a:solidFill>
              <a:srgbClr val="E5E7EB"/>
            </a:solidFill>
            <a:prstDash val="solid"/>
          </a:ln>
        </p:spPr>
        <p:txBody>
          <a:bodyPr/>
          <a:lstStyle/>
          <a:p>
            <a:endParaRPr lang="en-US"/>
          </a:p>
        </p:txBody>
      </p:sp>
      <p:sp>
        <p:nvSpPr>
          <p:cNvPr id="10" name="boundary accent">
            <a:extLst>
              <a:ext uri="{C183D7F6-B498-43B3-948B-1728B52AA6E4}">
                <adec:decorative xmlns:adec="http://schemas.microsoft.com/office/drawing/2017/decorative" val="1"/>
              </a:ext>
            </a:extLst>
          </p:cNvPr>
          <p:cNvSpPr/>
          <p:nvPr/>
        </p:nvSpPr>
        <p:spPr>
          <a:xfrm>
            <a:off x="548640" y="4114800"/>
            <a:ext cx="45720" cy="621792"/>
          </a:xfrm>
          <a:prstGeom prst="rect">
            <a:avLst/>
          </a:prstGeom>
          <a:solidFill>
            <a:srgbClr val="3B82F6"/>
          </a:solidFill>
          <a:ln w="12700">
            <a:solidFill>
              <a:srgbClr val="3B82F6"/>
            </a:solidFill>
            <a:prstDash val="solid"/>
          </a:ln>
        </p:spPr>
        <p:txBody>
          <a:bodyPr/>
          <a:lstStyle/>
          <a:p>
            <a:endParaRPr lang="en-US"/>
          </a:p>
        </p:txBody>
      </p:sp>
      <p:sp>
        <p:nvSpPr>
          <p:cNvPr id="14" name="Text 11"/>
          <p:cNvSpPr/>
          <p:nvPr/>
        </p:nvSpPr>
        <p:spPr>
          <a:xfrm>
            <a:off x="713232" y="4169664"/>
            <a:ext cx="2304288" cy="512064"/>
          </a:xfrm>
          <a:prstGeom prst="rect">
            <a:avLst/>
          </a:prstGeom>
          <a:noFill/>
          <a:ln/>
        </p:spPr>
        <p:txBody>
          <a:bodyPr wrap="square" lIns="0" tIns="0" rIns="0" bIns="0" rtlCol="0" anchor="ctr"/>
          <a:lstStyle/>
          <a:p>
            <a:pPr marL="0" indent="0">
              <a:lnSpc>
                <a:spcPct val="115000"/>
              </a:lnSpc>
              <a:buNone/>
            </a:pPr>
            <a:r>
              <a:rPr lang="en-US" sz="1000" b="1" dirty="0">
                <a:solidFill>
                  <a:srgbClr val="1D4ED8"/>
                </a:solidFill>
                <a:latin typeface="Pretendard" pitchFamily="34" charset="0"/>
                <a:ea typeface="Pretendard" pitchFamily="34" charset="-122"/>
                <a:cs typeface="Pretendard" pitchFamily="34" charset="-120"/>
              </a:rPr>
              <a:t>저위험  </a:t>
            </a:r>
            <a:r>
              <a:rPr lang="en-US" sz="1100" b="1" dirty="0">
                <a:solidFill>
                  <a:srgbClr val="111827"/>
                </a:solidFill>
                <a:latin typeface="Pretendard" pitchFamily="34" charset="0"/>
                <a:ea typeface="Pretendard" pitchFamily="34" charset="-122"/>
                <a:cs typeface="Pretendard" pitchFamily="34" charset="-120"/>
              </a:rPr>
              <a:t>바로 수행</a:t>
            </a:r>
            <a:endParaRPr lang="en-US" sz="1000" dirty="0"/>
          </a:p>
          <a:p>
            <a:pPr marL="0" indent="0">
              <a:lnSpc>
                <a:spcPct val="115000"/>
              </a:lnSpc>
              <a:buNone/>
            </a:pPr>
            <a:r>
              <a:rPr lang="en-US" sz="900" dirty="0">
                <a:solidFill>
                  <a:srgbClr val="4B5563"/>
                </a:solidFill>
                <a:latin typeface="Pretendard" pitchFamily="34" charset="0"/>
                <a:ea typeface="Pretendard" pitchFamily="34" charset="-122"/>
                <a:cs typeface="Pretendard" pitchFamily="34" charset="-120"/>
              </a:rPr>
              <a:t>답 찾기, 문서 요약</a:t>
            </a:r>
            <a:endParaRPr lang="en-US" sz="1000" dirty="0"/>
          </a:p>
        </p:txBody>
      </p:sp>
      <p:sp>
        <p:nvSpPr>
          <p:cNvPr id="15" name="boundary card">
            <a:extLst>
              <a:ext uri="{C183D7F6-B498-43B3-948B-1728B52AA6E4}">
                <adec:decorative xmlns:adec="http://schemas.microsoft.com/office/drawing/2017/decorative" val="1"/>
              </a:ext>
            </a:extLst>
          </p:cNvPr>
          <p:cNvSpPr/>
          <p:nvPr/>
        </p:nvSpPr>
        <p:spPr>
          <a:xfrm>
            <a:off x="3264408" y="4114800"/>
            <a:ext cx="2615184" cy="621792"/>
          </a:xfrm>
          <a:prstGeom prst="rect">
            <a:avLst/>
          </a:prstGeom>
          <a:solidFill>
            <a:srgbClr val="FFFFFF"/>
          </a:solidFill>
          <a:ln w="12700">
            <a:solidFill>
              <a:srgbClr val="E5E7EB"/>
            </a:solidFill>
            <a:prstDash val="solid"/>
          </a:ln>
        </p:spPr>
        <p:txBody>
          <a:bodyPr/>
          <a:lstStyle/>
          <a:p>
            <a:endParaRPr lang="ko-KR" altLang="en-US"/>
          </a:p>
        </p:txBody>
      </p:sp>
      <p:sp>
        <p:nvSpPr>
          <p:cNvPr id="16" name="boundary accent">
            <a:extLst>
              <a:ext uri="{C183D7F6-B498-43B3-948B-1728B52AA6E4}">
                <adec:decorative xmlns:adec="http://schemas.microsoft.com/office/drawing/2017/decorative" val="1"/>
              </a:ext>
            </a:extLst>
          </p:cNvPr>
          <p:cNvSpPr/>
          <p:nvPr/>
        </p:nvSpPr>
        <p:spPr>
          <a:xfrm>
            <a:off x="3264408" y="4114800"/>
            <a:ext cx="45720" cy="621792"/>
          </a:xfrm>
          <a:prstGeom prst="rect">
            <a:avLst/>
          </a:prstGeom>
          <a:solidFill>
            <a:srgbClr val="3B82F6"/>
          </a:solidFill>
          <a:ln w="12700">
            <a:solidFill>
              <a:srgbClr val="3B82F6"/>
            </a:solidFill>
            <a:prstDash val="solid"/>
          </a:ln>
        </p:spPr>
        <p:txBody>
          <a:bodyPr/>
          <a:lstStyle/>
          <a:p>
            <a:endParaRPr lang="ko-KR" altLang="en-US"/>
          </a:p>
        </p:txBody>
      </p:sp>
      <p:sp>
        <p:nvSpPr>
          <p:cNvPr id="17" name="Text 14"/>
          <p:cNvSpPr/>
          <p:nvPr/>
        </p:nvSpPr>
        <p:spPr>
          <a:xfrm>
            <a:off x="3429000" y="4169664"/>
            <a:ext cx="2304288" cy="512064"/>
          </a:xfrm>
          <a:prstGeom prst="rect">
            <a:avLst/>
          </a:prstGeom>
          <a:noFill/>
          <a:ln/>
        </p:spPr>
        <p:txBody>
          <a:bodyPr wrap="square" lIns="0" tIns="0" rIns="0" bIns="0" rtlCol="0" anchor="ctr"/>
          <a:lstStyle/>
          <a:p>
            <a:pPr marL="0" indent="0">
              <a:lnSpc>
                <a:spcPct val="115000"/>
              </a:lnSpc>
              <a:buNone/>
            </a:pPr>
            <a:r>
              <a:rPr lang="en-US" sz="1000" b="1" dirty="0">
                <a:solidFill>
                  <a:srgbClr val="1D4ED8"/>
                </a:solidFill>
                <a:latin typeface="Pretendard" pitchFamily="34" charset="0"/>
                <a:ea typeface="Pretendard" pitchFamily="34" charset="-122"/>
                <a:cs typeface="Pretendard" pitchFamily="34" charset="-120"/>
              </a:rPr>
              <a:t>중위험  </a:t>
            </a:r>
            <a:r>
              <a:rPr lang="en-US" sz="1100" b="1" dirty="0">
                <a:solidFill>
                  <a:srgbClr val="111827"/>
                </a:solidFill>
                <a:latin typeface="Pretendard" pitchFamily="34" charset="0"/>
                <a:ea typeface="Pretendard" pitchFamily="34" charset="-122"/>
                <a:cs typeface="Pretendard" pitchFamily="34" charset="-120"/>
              </a:rPr>
              <a:t>먼저 확인 요청</a:t>
            </a:r>
            <a:endParaRPr lang="en-US" sz="1000" dirty="0"/>
          </a:p>
          <a:p>
            <a:pPr marL="0" indent="0">
              <a:lnSpc>
                <a:spcPct val="115000"/>
              </a:lnSpc>
              <a:buNone/>
            </a:pPr>
            <a:r>
              <a:rPr lang="en-US" sz="900" dirty="0">
                <a:solidFill>
                  <a:srgbClr val="4B5563"/>
                </a:solidFill>
                <a:latin typeface="Pretendard" pitchFamily="34" charset="0"/>
                <a:ea typeface="Pretendard" pitchFamily="34" charset="-122"/>
                <a:cs typeface="Pretendard" pitchFamily="34" charset="-120"/>
              </a:rPr>
              <a:t>전송하거나 변경하기 전에 확인</a:t>
            </a:r>
            <a:endParaRPr lang="en-US" sz="1000" dirty="0"/>
          </a:p>
        </p:txBody>
      </p:sp>
      <p:sp>
        <p:nvSpPr>
          <p:cNvPr id="18" name="boundary card">
            <a:extLst>
              <a:ext uri="{C183D7F6-B498-43B3-948B-1728B52AA6E4}">
                <adec:decorative xmlns:adec="http://schemas.microsoft.com/office/drawing/2017/decorative" val="1"/>
              </a:ext>
            </a:extLst>
          </p:cNvPr>
          <p:cNvSpPr/>
          <p:nvPr/>
        </p:nvSpPr>
        <p:spPr>
          <a:xfrm>
            <a:off x="5980176" y="4114800"/>
            <a:ext cx="2615184" cy="621792"/>
          </a:xfrm>
          <a:prstGeom prst="rect">
            <a:avLst/>
          </a:prstGeom>
          <a:solidFill>
            <a:srgbClr val="FFFFFF"/>
          </a:solidFill>
          <a:ln w="12700">
            <a:solidFill>
              <a:srgbClr val="E5E7EB"/>
            </a:solidFill>
            <a:prstDash val="solid"/>
          </a:ln>
        </p:spPr>
        <p:txBody>
          <a:bodyPr/>
          <a:lstStyle/>
          <a:p>
            <a:endParaRPr lang="ko-KR" altLang="en-US"/>
          </a:p>
        </p:txBody>
      </p:sp>
      <p:sp>
        <p:nvSpPr>
          <p:cNvPr id="19" name="boundary accent">
            <a:extLst>
              <a:ext uri="{C183D7F6-B498-43B3-948B-1728B52AA6E4}">
                <adec:decorative xmlns:adec="http://schemas.microsoft.com/office/drawing/2017/decorative" val="1"/>
              </a:ext>
            </a:extLst>
          </p:cNvPr>
          <p:cNvSpPr/>
          <p:nvPr/>
        </p:nvSpPr>
        <p:spPr>
          <a:xfrm>
            <a:off x="5980176" y="4114800"/>
            <a:ext cx="45720" cy="621792"/>
          </a:xfrm>
          <a:prstGeom prst="rect">
            <a:avLst/>
          </a:prstGeom>
          <a:solidFill>
            <a:srgbClr val="3B82F6"/>
          </a:solidFill>
          <a:ln w="12700">
            <a:solidFill>
              <a:srgbClr val="3B82F6"/>
            </a:solidFill>
            <a:prstDash val="solid"/>
          </a:ln>
        </p:spPr>
        <p:txBody>
          <a:bodyPr/>
          <a:lstStyle/>
          <a:p>
            <a:endParaRPr lang="ko-KR" altLang="en-US"/>
          </a:p>
        </p:txBody>
      </p:sp>
      <p:sp>
        <p:nvSpPr>
          <p:cNvPr id="20" name="Text 17"/>
          <p:cNvSpPr/>
          <p:nvPr/>
        </p:nvSpPr>
        <p:spPr>
          <a:xfrm>
            <a:off x="6144768" y="4169664"/>
            <a:ext cx="2304288" cy="512064"/>
          </a:xfrm>
          <a:prstGeom prst="rect">
            <a:avLst/>
          </a:prstGeom>
          <a:noFill/>
          <a:ln/>
        </p:spPr>
        <p:txBody>
          <a:bodyPr wrap="square" lIns="0" tIns="0" rIns="0" bIns="0" rtlCol="0" anchor="ctr"/>
          <a:lstStyle/>
          <a:p>
            <a:pPr marL="0" indent="0">
              <a:lnSpc>
                <a:spcPct val="115000"/>
              </a:lnSpc>
              <a:buNone/>
            </a:pPr>
            <a:r>
              <a:rPr lang="en-US" sz="1000" b="1" dirty="0">
                <a:solidFill>
                  <a:srgbClr val="1D4ED8"/>
                </a:solidFill>
                <a:latin typeface="Pretendard" pitchFamily="34" charset="0"/>
                <a:ea typeface="Pretendard" pitchFamily="34" charset="-122"/>
                <a:cs typeface="Pretendard" pitchFamily="34" charset="-120"/>
              </a:rPr>
              <a:t>고위험  </a:t>
            </a:r>
            <a:r>
              <a:rPr lang="en-US" sz="1100" b="1" dirty="0">
                <a:solidFill>
                  <a:srgbClr val="111827"/>
                </a:solidFill>
                <a:latin typeface="Pretendard" pitchFamily="34" charset="0"/>
                <a:ea typeface="Pretendard" pitchFamily="34" charset="-122"/>
                <a:cs typeface="Pretendard" pitchFamily="34" charset="-120"/>
              </a:rPr>
              <a:t>승인 요청</a:t>
            </a:r>
            <a:endParaRPr lang="en-US" sz="1000" dirty="0"/>
          </a:p>
          <a:p>
            <a:pPr marL="0" indent="0">
              <a:lnSpc>
                <a:spcPct val="115000"/>
              </a:lnSpc>
              <a:buNone/>
            </a:pPr>
            <a:r>
              <a:rPr lang="en-US" sz="900" dirty="0">
                <a:solidFill>
                  <a:srgbClr val="4B5563"/>
                </a:solidFill>
                <a:latin typeface="Pretendard" pitchFamily="34" charset="0"/>
                <a:ea typeface="Pretendard" pitchFamily="34" charset="-122"/>
                <a:cs typeface="Pretendard" pitchFamily="34" charset="-120"/>
              </a:rPr>
              <a:t>결제나 삭제는 사람이 반드시 승인</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a:extLst>
              <a:ext uri="{C183D7F6-B498-43B3-948B-1728B52AA6E4}">
                <adec:decorative xmlns:adec="http://schemas.microsoft.com/office/drawing/2017/decorative" val="1"/>
              </a:ext>
            </a:extLst>
          </p:cNvPr>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개념 6</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에이전트는 어디에서 구축될까요</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01  ·  구축 환경</a:t>
            </a:r>
            <a:endParaRPr lang="en-US" sz="950" dirty="0"/>
          </a:p>
        </p:txBody>
      </p:sp>
      <p:sp>
        <p:nvSpPr>
          <p:cNvPr id="7" name="key message band">
            <a:extLst>
              <a:ext uri="{C183D7F6-B498-43B3-948B-1728B52AA6E4}">
                <adec:decorative xmlns:adec="http://schemas.microsoft.com/office/drawing/2017/decorative" val="1"/>
              </a:ext>
            </a:extLst>
          </p:cNvPr>
          <p:cNvSpPr/>
          <p:nvPr/>
        </p:nvSpPr>
        <p:spPr>
          <a:xfrm>
            <a:off x="548640" y="1417320"/>
            <a:ext cx="8046720" cy="566928"/>
          </a:xfrm>
          <a:prstGeom prst="rect">
            <a:avLst/>
          </a:prstGeom>
          <a:solidFill>
            <a:srgbClr val="F3F5F9"/>
          </a:solidFill>
          <a:ln w="12700">
            <a:solidFill>
              <a:srgbClr val="F3F5F9"/>
            </a:solidFill>
            <a:prstDash val="solid"/>
          </a:ln>
        </p:spPr>
        <p:txBody>
          <a:bodyPr/>
          <a:lstStyle/>
          <a:p>
            <a:endParaRPr lang="ko-KR" altLang="en-US"/>
          </a:p>
        </p:txBody>
      </p:sp>
      <p:sp>
        <p:nvSpPr>
          <p:cNvPr id="8" name="accent bar">
            <a:extLst>
              <a:ext uri="{C183D7F6-B498-43B3-948B-1728B52AA6E4}">
                <adec:decorative xmlns:adec="http://schemas.microsoft.com/office/drawing/2017/decorative" val="1"/>
              </a:ext>
            </a:extLst>
          </p:cNvPr>
          <p:cNvSpPr/>
          <p:nvPr/>
        </p:nvSpPr>
        <p:spPr>
          <a:xfrm>
            <a:off x="548640" y="1417320"/>
            <a:ext cx="50292" cy="566928"/>
          </a:xfrm>
          <a:prstGeom prst="rect">
            <a:avLst/>
          </a:prstGeom>
          <a:solidFill>
            <a:srgbClr val="1D4ED8"/>
          </a:solidFill>
          <a:ln w="12700">
            <a:solidFill>
              <a:srgbClr val="1D4ED8"/>
            </a:solidFill>
            <a:prstDash val="solid"/>
          </a:ln>
        </p:spPr>
        <p:txBody>
          <a:bodyPr/>
          <a:lstStyle/>
          <a:p>
            <a:endParaRPr lang="en-US"/>
          </a:p>
        </p:txBody>
      </p:sp>
      <p:sp>
        <p:nvSpPr>
          <p:cNvPr id="9" name="Text 7">
            <a:extLst>
              <a:ext uri="{C183D7F6-B498-43B3-948B-1728B52AA6E4}">
                <adec:decorative xmlns:adec="http://schemas.microsoft.com/office/drawing/2017/decorative" val="1"/>
              </a:ext>
            </a:extLst>
          </p:cNvPr>
          <p:cNvSpPr/>
          <p:nvPr/>
        </p:nvSpPr>
        <p:spPr>
          <a:xfrm>
            <a:off x="749808" y="1417320"/>
            <a:ext cx="7680960" cy="566928"/>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고정된 단계가 아닙니다. 누가 만들고, 어디서 쓰고, 얼마나 제어가 필요한지에 따라 달라집니다.</a:t>
            </a:r>
            <a:endParaRPr lang="en-US" sz="13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212848"/>
          <a:ext cx="8046720" cy="1908048"/>
        </p:xfrm>
        <a:graphic>
          <a:graphicData uri="http://schemas.openxmlformats.org/drawingml/2006/table">
            <a:tbl>
              <a:tblPr/>
              <a:tblGrid>
                <a:gridCol w="155448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tblGrid>
              <a:tr h="310896">
                <a:tc>
                  <a:txBody>
                    <a:bodyPr/>
                    <a:lstStyle/>
                    <a:p>
                      <a:pPr marL="0" indent="0">
                        <a:buNone/>
                      </a:pPr>
                      <a:r>
                        <a:rPr lang="en-US" sz="1100" b="1" dirty="0">
                          <a:solidFill>
                            <a:srgbClr val="FFFFFF"/>
                          </a:solidFill>
                          <a:latin typeface="Pretendard" pitchFamily="34" charset="0"/>
                          <a:ea typeface="Pretendard" pitchFamily="34" charset="-122"/>
                          <a:cs typeface="Pretendard" pitchFamily="34" charset="-120"/>
                        </a:rPr>
                        <a:t>접근 방식</a:t>
                      </a:r>
                      <a:endParaRPr lang="en-US" sz="11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D4ED8"/>
                    </a:solidFill>
                  </a:tcPr>
                </a:tc>
                <a:tc>
                  <a:txBody>
                    <a:bodyPr/>
                    <a:lstStyle/>
                    <a:p>
                      <a:pPr marL="0" indent="0">
                        <a:buNone/>
                      </a:pPr>
                      <a:r>
                        <a:rPr lang="en-US" sz="1100" b="1" dirty="0">
                          <a:solidFill>
                            <a:srgbClr val="FFFFFF"/>
                          </a:solidFill>
                          <a:latin typeface="Pretendard" pitchFamily="34" charset="0"/>
                          <a:ea typeface="Pretendard" pitchFamily="34" charset="-122"/>
                          <a:cs typeface="Pretendard" pitchFamily="34" charset="-120"/>
                        </a:rPr>
                        <a:t>Microsoft 옵션</a:t>
                      </a:r>
                      <a:endParaRPr lang="en-US" sz="11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D4ED8"/>
                    </a:solidFill>
                  </a:tcPr>
                </a:tc>
                <a:tc>
                  <a:txBody>
                    <a:bodyPr/>
                    <a:lstStyle/>
                    <a:p>
                      <a:pPr marL="0" indent="0">
                        <a:buNone/>
                      </a:pPr>
                      <a:r>
                        <a:rPr lang="en-US" sz="1100" b="1" dirty="0">
                          <a:solidFill>
                            <a:srgbClr val="FFFFFF"/>
                          </a:solidFill>
                          <a:latin typeface="Pretendard" pitchFamily="34" charset="0"/>
                          <a:ea typeface="Pretendard" pitchFamily="34" charset="-122"/>
                          <a:cs typeface="Pretendard" pitchFamily="34" charset="-120"/>
                        </a:rPr>
                        <a:t>적합한 용도</a:t>
                      </a:r>
                      <a:endParaRPr lang="en-US" sz="11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D4ED8"/>
                    </a:solidFill>
                  </a:tcPr>
                </a:tc>
                <a:extLst>
                  <a:ext uri="{0D108BD9-81ED-4DB2-BD59-A6C34878D82A}">
                    <a16:rowId xmlns:a16="http://schemas.microsoft.com/office/drawing/2014/main" val="10000"/>
                  </a:ext>
                </a:extLst>
              </a:tr>
              <a:tr h="457200">
                <a:tc>
                  <a:txBody>
                    <a:bodyPr/>
                    <a:lstStyle/>
                    <a:p>
                      <a:pPr marL="0" indent="0">
                        <a:buNone/>
                      </a:pPr>
                      <a:r>
                        <a:rPr lang="en-US" sz="1050" b="1" dirty="0">
                          <a:solidFill>
                            <a:srgbClr val="111827"/>
                          </a:solidFill>
                          <a:latin typeface="Pretendard" pitchFamily="34" charset="0"/>
                          <a:ea typeface="Pretendard" pitchFamily="34" charset="-122"/>
                          <a:cs typeface="Pretendard" pitchFamily="34" charset="-120"/>
                        </a:rPr>
                        <a:t>No-code</a:t>
                      </a:r>
                      <a:endParaRPr lang="en-US" sz="10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5F9"/>
                    </a:solidFill>
                  </a:tcPr>
                </a:tc>
                <a:tc>
                  <a:txBody>
                    <a:bodyPr/>
                    <a:lstStyle/>
                    <a:p>
                      <a:pPr marL="0" indent="0">
                        <a:buNone/>
                      </a:pPr>
                      <a:r>
                        <a:rPr lang="en-US" sz="1050" b="1" dirty="0">
                          <a:solidFill>
                            <a:srgbClr val="111827"/>
                          </a:solidFill>
                          <a:latin typeface="Pretendard" pitchFamily="34" charset="0"/>
                          <a:ea typeface="Pretendard" pitchFamily="34" charset="-122"/>
                          <a:cs typeface="Pretendard" pitchFamily="34" charset="-120"/>
                        </a:rPr>
                        <a:t>Microsoft 365 Copilot의 Agent Builder</a:t>
                      </a:r>
                      <a:endParaRPr lang="en-US" sz="10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1050" dirty="0">
                          <a:solidFill>
                            <a:srgbClr val="4B5563"/>
                          </a:solidFill>
                          <a:latin typeface="Pretendard" pitchFamily="34" charset="0"/>
                          <a:ea typeface="Pretendard" pitchFamily="34" charset="-122"/>
                          <a:cs typeface="Pretendard" pitchFamily="34" charset="-120"/>
                        </a:rPr>
                        <a:t>Microsoft 365 콘텐츠 기반의 집중형 에이전트를 빠르게 만들기</a:t>
                      </a:r>
                      <a:endParaRPr lang="en-US" sz="10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050" b="1" dirty="0">
                          <a:solidFill>
                            <a:srgbClr val="111827"/>
                          </a:solidFill>
                          <a:latin typeface="Pretendard" pitchFamily="34" charset="0"/>
                          <a:ea typeface="Pretendard" pitchFamily="34" charset="-122"/>
                          <a:cs typeface="Pretendard" pitchFamily="34" charset="-120"/>
                        </a:rPr>
                        <a:t>Low-code</a:t>
                      </a:r>
                      <a:endParaRPr lang="en-US" sz="10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5F9"/>
                    </a:solidFill>
                  </a:tcPr>
                </a:tc>
                <a:tc>
                  <a:txBody>
                    <a:bodyPr/>
                    <a:lstStyle/>
                    <a:p>
                      <a:pPr marL="0" indent="0">
                        <a:buNone/>
                      </a:pPr>
                      <a:r>
                        <a:rPr lang="en-US" sz="1050" b="1" dirty="0">
                          <a:solidFill>
                            <a:srgbClr val="111827"/>
                          </a:solidFill>
                          <a:latin typeface="Pretendard" pitchFamily="34" charset="0"/>
                          <a:ea typeface="Pretendard" pitchFamily="34" charset="-122"/>
                          <a:cs typeface="Pretendard" pitchFamily="34" charset="-120"/>
                        </a:rPr>
                        <a:t>Microsoft Copilot Studio</a:t>
                      </a:r>
                      <a:endParaRPr lang="en-US" sz="10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1050" dirty="0">
                          <a:solidFill>
                            <a:srgbClr val="4B5563"/>
                          </a:solidFill>
                          <a:latin typeface="Pretendard" pitchFamily="34" charset="0"/>
                          <a:ea typeface="Pretendard" pitchFamily="34" charset="-122"/>
                          <a:cs typeface="Pretendard" pitchFamily="34" charset="-120"/>
                        </a:rPr>
                        <a:t>도구, workflow, 게시, 거버넌스가 필요한 비즈니스 에이전트</a:t>
                      </a:r>
                      <a:endParaRPr lang="en-US" sz="10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buNone/>
                      </a:pPr>
                      <a:r>
                        <a:rPr lang="en-US" sz="1050" b="1" dirty="0">
                          <a:solidFill>
                            <a:srgbClr val="111827"/>
                          </a:solidFill>
                          <a:latin typeface="Pretendard" pitchFamily="34" charset="0"/>
                          <a:ea typeface="Pretendard" pitchFamily="34" charset="-122"/>
                          <a:cs typeface="Pretendard" pitchFamily="34" charset="-120"/>
                        </a:rPr>
                        <a:t>Pro-code</a:t>
                      </a:r>
                      <a:endParaRPr lang="en-US" sz="10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5F9"/>
                    </a:solidFill>
                  </a:tcPr>
                </a:tc>
                <a:tc>
                  <a:txBody>
                    <a:bodyPr/>
                    <a:lstStyle/>
                    <a:p>
                      <a:pPr marL="0" indent="0">
                        <a:buNone/>
                      </a:pPr>
                      <a:r>
                        <a:rPr lang="en-US" sz="1050" b="1" dirty="0">
                          <a:solidFill>
                            <a:srgbClr val="111827"/>
                          </a:solidFill>
                          <a:latin typeface="Pretendard" pitchFamily="34" charset="0"/>
                          <a:ea typeface="Pretendard" pitchFamily="34" charset="-122"/>
                          <a:cs typeface="Pretendard" pitchFamily="34" charset="-120"/>
                        </a:rPr>
                        <a:t>Microsoft 365 Agents SDK, Microsoft Agent Framework, Microsoft Foundry</a:t>
                      </a:r>
                      <a:endParaRPr lang="en-US" sz="10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1050" dirty="0">
                          <a:solidFill>
                            <a:srgbClr val="4B5563"/>
                          </a:solidFill>
                          <a:latin typeface="Pretendard" pitchFamily="34" charset="0"/>
                          <a:ea typeface="Pretendard" pitchFamily="34" charset="-122"/>
                          <a:cs typeface="Pretendard" pitchFamily="34" charset="-120"/>
                        </a:rPr>
                        <a:t>사용자 지정 애플리케이션, 오케스트레이션, 런타임, 인프라, 배포</a:t>
                      </a:r>
                      <a:endParaRPr lang="en-US" sz="10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1" name="callout">
            <a:extLst>
              <a:ext uri="{C183D7F6-B498-43B3-948B-1728B52AA6E4}">
                <adec:decorative xmlns:adec="http://schemas.microsoft.com/office/drawing/2017/decorative" val="1"/>
              </a:ext>
            </a:extLst>
          </p:cNvPr>
          <p:cNvSpPr/>
          <p:nvPr/>
        </p:nvSpPr>
        <p:spPr>
          <a:xfrm>
            <a:off x="548640" y="4114800"/>
            <a:ext cx="8046720" cy="603504"/>
          </a:xfrm>
          <a:prstGeom prst="rect">
            <a:avLst/>
          </a:prstGeom>
          <a:solidFill>
            <a:srgbClr val="F3F5F9"/>
          </a:solidFill>
          <a:ln w="12700">
            <a:solidFill>
              <a:srgbClr val="F3F5F9"/>
            </a:solidFill>
            <a:prstDash val="solid"/>
          </a:ln>
        </p:spPr>
        <p:txBody>
          <a:bodyPr/>
          <a:lstStyle/>
          <a:p>
            <a:endParaRPr lang="ko-KR" altLang="en-US"/>
          </a:p>
        </p:txBody>
      </p:sp>
      <p:sp>
        <p:nvSpPr>
          <p:cNvPr id="12" name="accent bar">
            <a:extLst>
              <a:ext uri="{C183D7F6-B498-43B3-948B-1728B52AA6E4}">
                <adec:decorative xmlns:adec="http://schemas.microsoft.com/office/drawing/2017/decorative" val="1"/>
              </a:ext>
            </a:extLst>
          </p:cNvPr>
          <p:cNvSpPr/>
          <p:nvPr/>
        </p:nvSpPr>
        <p:spPr>
          <a:xfrm>
            <a:off x="548640" y="4114800"/>
            <a:ext cx="50292" cy="603504"/>
          </a:xfrm>
          <a:prstGeom prst="rect">
            <a:avLst/>
          </a:prstGeom>
          <a:solidFill>
            <a:srgbClr val="1D4ED8"/>
          </a:solidFill>
          <a:ln w="12700">
            <a:solidFill>
              <a:srgbClr val="1D4ED8"/>
            </a:solidFill>
            <a:prstDash val="solid"/>
          </a:ln>
        </p:spPr>
        <p:txBody>
          <a:bodyPr/>
          <a:lstStyle/>
          <a:p>
            <a:endParaRPr lang="en-US"/>
          </a:p>
        </p:txBody>
      </p:sp>
      <p:sp>
        <p:nvSpPr>
          <p:cNvPr id="13" name="Text 10">
            <a:extLst>
              <a:ext uri="{C183D7F6-B498-43B3-948B-1728B52AA6E4}">
                <adec:decorative xmlns:adec="http://schemas.microsoft.com/office/drawing/2017/decorative" val="1"/>
              </a:ext>
            </a:extLst>
          </p:cNvPr>
          <p:cNvSpPr/>
          <p:nvPr/>
        </p:nvSpPr>
        <p:spPr>
          <a:xfrm>
            <a:off x="777240" y="4114800"/>
            <a:ext cx="7635240" cy="603504"/>
          </a:xfrm>
          <a:prstGeom prst="rect">
            <a:avLst/>
          </a:prstGeom>
          <a:noFill/>
          <a:ln/>
        </p:spPr>
        <p:txBody>
          <a:bodyPr wrap="square" lIns="0" tIns="0" rIns="0" bIns="0" rtlCol="0" anchor="ctr"/>
          <a:lstStyle/>
          <a:p>
            <a:pPr marL="0" indent="0">
              <a:lnSpc>
                <a:spcPct val="120000"/>
              </a:lnSpc>
              <a:buNone/>
            </a:pPr>
            <a:r>
              <a:rPr lang="en-US" sz="1050" b="1" dirty="0">
                <a:solidFill>
                  <a:srgbClr val="1D4ED8"/>
                </a:solidFill>
                <a:latin typeface="Pretendard" pitchFamily="34" charset="0"/>
                <a:ea typeface="Pretendard" pitchFamily="34" charset="-122"/>
                <a:cs typeface="Pretendard" pitchFamily="34" charset="-120"/>
              </a:rPr>
              <a:t>이 과정의 선택  </a:t>
            </a:r>
            <a:r>
              <a:rPr lang="en-US" sz="1050" dirty="0">
                <a:solidFill>
                  <a:srgbClr val="4B5563"/>
                </a:solidFill>
                <a:latin typeface="Pretendard" pitchFamily="34" charset="0"/>
                <a:ea typeface="Pretendard" pitchFamily="34" charset="-122"/>
                <a:cs typeface="Pretendard" pitchFamily="34" charset="-120"/>
              </a:rPr>
              <a:t>비즈니스 에이전트를 구축하고 거버넌스를 적용하는 low-code 플랫폼인 Microsoft Copilot Studio를 사용합니다. 만드는 에이전트는 Microsoft Teams와 Microsoft 365 Copilot 경험 안에서, 조직의 ID 및 권한 체계를 존중하며 동작합니다.</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name="Slide 14">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a:extLst>
              <a:ext uri="{C183D7F6-B498-43B3-948B-1728B52AA6E4}">
                <adec:decorative xmlns:adec="http://schemas.microsoft.com/office/drawing/2017/decorative" val="1"/>
              </a:ext>
            </a:extLst>
          </p:cNvPr>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작업 요약</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이제 이런 개념적 모델을 갖추었습니다</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01  ·  정리</a:t>
            </a:r>
            <a:endParaRPr lang="en-US" sz="950" dirty="0"/>
          </a:p>
        </p:txBody>
      </p:sp>
      <p:sp>
        <p:nvSpPr>
          <p:cNvPr id="7" name="check accent">
            <a:extLst>
              <a:ext uri="{C183D7F6-B498-43B3-948B-1728B52AA6E4}">
                <adec:decorative xmlns:adec="http://schemas.microsoft.com/office/drawing/2017/decorative" val="1"/>
              </a:ext>
            </a:extLst>
          </p:cNvPr>
          <p:cNvSpPr/>
          <p:nvPr/>
        </p:nvSpPr>
        <p:spPr>
          <a:xfrm>
            <a:off x="548640" y="1481328"/>
            <a:ext cx="45720" cy="411480"/>
          </a:xfrm>
          <a:prstGeom prst="rect">
            <a:avLst/>
          </a:prstGeom>
          <a:solidFill>
            <a:srgbClr val="3B82F6"/>
          </a:solidFill>
          <a:ln w="12700">
            <a:solidFill>
              <a:srgbClr val="3B82F6"/>
            </a:solidFill>
            <a:prstDash val="solid"/>
          </a:ln>
        </p:spPr>
        <p:txBody>
          <a:bodyPr/>
          <a:lstStyle/>
          <a:p>
            <a:endParaRPr lang="ko-KR" altLang="en-US"/>
          </a:p>
        </p:txBody>
      </p:sp>
      <p:sp>
        <p:nvSpPr>
          <p:cNvPr id="8" name="Text 6">
            <a:extLst>
              <a:ext uri="{C183D7F6-B498-43B3-948B-1728B52AA6E4}">
                <adec:decorative xmlns:adec="http://schemas.microsoft.com/office/drawing/2017/decorative" val="1"/>
              </a:ext>
            </a:extLst>
          </p:cNvPr>
          <p:cNvSpPr/>
          <p:nvPr/>
        </p:nvSpPr>
        <p:spPr>
          <a:xfrm>
            <a:off x="749808" y="1481328"/>
            <a:ext cx="5120640" cy="411480"/>
          </a:xfrm>
          <a:prstGeom prst="rect">
            <a:avLst/>
          </a:prstGeom>
          <a:noFill/>
          <a:ln/>
        </p:spPr>
        <p:txBody>
          <a:bodyPr wrap="square" lIns="0" tIns="0" rIns="0" bIns="0" rtlCol="0" anchor="ctr"/>
          <a:lstStyle/>
          <a:p>
            <a:pPr marL="0" indent="0">
              <a:lnSpc>
                <a:spcPct val="115000"/>
              </a:lnSpc>
              <a:buNone/>
            </a:pPr>
            <a:r>
              <a:rPr lang="en-US" sz="1150" b="1" dirty="0">
                <a:solidFill>
                  <a:srgbClr val="111827"/>
                </a:solidFill>
                <a:latin typeface="Pretendard" pitchFamily="34" charset="0"/>
                <a:ea typeface="Pretendard" pitchFamily="34" charset="-122"/>
                <a:cs typeface="Pretendard" pitchFamily="34" charset="-120"/>
              </a:rPr>
              <a:t>에이전트 경험 비교   </a:t>
            </a:r>
            <a:r>
              <a:rPr lang="en-US" sz="1000" dirty="0">
                <a:solidFill>
                  <a:srgbClr val="4B5563"/>
                </a:solidFill>
                <a:latin typeface="Pretendard" pitchFamily="34" charset="0"/>
                <a:ea typeface="Pretendard" pitchFamily="34" charset="-122"/>
                <a:cs typeface="Pretendard" pitchFamily="34" charset="-120"/>
              </a:rPr>
              <a:t>topic 기반과 추론 우선 접근이 어떻게 다르고 어디서 겹치는지, assistant가 어디에 위치하는지 설명할 수 있습니다.</a:t>
            </a:r>
            <a:endParaRPr lang="en-US" sz="1150" dirty="0"/>
          </a:p>
        </p:txBody>
      </p:sp>
      <p:sp>
        <p:nvSpPr>
          <p:cNvPr id="9" name="check accent">
            <a:extLst>
              <a:ext uri="{C183D7F6-B498-43B3-948B-1728B52AA6E4}">
                <adec:decorative xmlns:adec="http://schemas.microsoft.com/office/drawing/2017/decorative" val="1"/>
              </a:ext>
            </a:extLst>
          </p:cNvPr>
          <p:cNvSpPr/>
          <p:nvPr/>
        </p:nvSpPr>
        <p:spPr>
          <a:xfrm>
            <a:off x="548640" y="1965960"/>
            <a:ext cx="45720" cy="411480"/>
          </a:xfrm>
          <a:prstGeom prst="rect">
            <a:avLst/>
          </a:prstGeom>
          <a:solidFill>
            <a:srgbClr val="3B82F6"/>
          </a:solidFill>
          <a:ln w="12700">
            <a:solidFill>
              <a:srgbClr val="3B82F6"/>
            </a:solidFill>
            <a:prstDash val="solid"/>
          </a:ln>
        </p:spPr>
        <p:txBody>
          <a:bodyPr/>
          <a:lstStyle/>
          <a:p>
            <a:endParaRPr lang="en-US"/>
          </a:p>
        </p:txBody>
      </p:sp>
      <p:sp>
        <p:nvSpPr>
          <p:cNvPr id="10" name="Text 8"/>
          <p:cNvSpPr/>
          <p:nvPr/>
        </p:nvSpPr>
        <p:spPr>
          <a:xfrm>
            <a:off x="749808" y="1965960"/>
            <a:ext cx="5120640" cy="411480"/>
          </a:xfrm>
          <a:prstGeom prst="rect">
            <a:avLst/>
          </a:prstGeom>
          <a:noFill/>
          <a:ln/>
        </p:spPr>
        <p:txBody>
          <a:bodyPr wrap="square" lIns="0" tIns="0" rIns="0" bIns="0" rtlCol="0" anchor="ctr"/>
          <a:lstStyle/>
          <a:p>
            <a:pPr marL="0" indent="0">
              <a:lnSpc>
                <a:spcPct val="115000"/>
              </a:lnSpc>
              <a:buNone/>
            </a:pPr>
            <a:r>
              <a:rPr lang="en-US" sz="1150" b="1" dirty="0">
                <a:solidFill>
                  <a:srgbClr val="111827"/>
                </a:solidFill>
                <a:latin typeface="Pretendard" pitchFamily="34" charset="0"/>
                <a:ea typeface="Pretendard" pitchFamily="34" charset="-122"/>
                <a:cs typeface="Pretendard" pitchFamily="34" charset="-120"/>
              </a:rPr>
              <a:t>에이전트 기초 설명   </a:t>
            </a:r>
            <a:r>
              <a:rPr lang="en-US" sz="1000" dirty="0">
                <a:solidFill>
                  <a:srgbClr val="4B5563"/>
                </a:solidFill>
                <a:latin typeface="Pretendard" pitchFamily="34" charset="0"/>
                <a:ea typeface="Pretendard" pitchFamily="34" charset="-122"/>
                <a:cs typeface="Pretendard" pitchFamily="34" charset="-120"/>
              </a:rPr>
              <a:t>모델, instructions, RAG가 추론과 grounding된 응답을 어떻게 지원하는지 설명할 수 있습니다.</a:t>
            </a:r>
            <a:endParaRPr lang="en-US" sz="1150" dirty="0"/>
          </a:p>
        </p:txBody>
      </p:sp>
      <p:sp>
        <p:nvSpPr>
          <p:cNvPr id="11" name="check accent">
            <a:extLst>
              <a:ext uri="{C183D7F6-B498-43B3-948B-1728B52AA6E4}">
                <adec:decorative xmlns:adec="http://schemas.microsoft.com/office/drawing/2017/decorative" val="1"/>
              </a:ext>
            </a:extLst>
          </p:cNvPr>
          <p:cNvSpPr/>
          <p:nvPr/>
        </p:nvSpPr>
        <p:spPr>
          <a:xfrm>
            <a:off x="548640" y="2450592"/>
            <a:ext cx="45720" cy="411480"/>
          </a:xfrm>
          <a:prstGeom prst="rect">
            <a:avLst/>
          </a:prstGeom>
          <a:solidFill>
            <a:srgbClr val="3B82F6"/>
          </a:solidFill>
          <a:ln w="12700">
            <a:solidFill>
              <a:srgbClr val="3B82F6"/>
            </a:solidFill>
            <a:prstDash val="solid"/>
          </a:ln>
        </p:spPr>
        <p:txBody>
          <a:bodyPr/>
          <a:lstStyle/>
          <a:p>
            <a:endParaRPr lang="ko-KR" altLang="en-US"/>
          </a:p>
        </p:txBody>
      </p:sp>
      <p:sp>
        <p:nvSpPr>
          <p:cNvPr id="12" name="Text 10"/>
          <p:cNvSpPr/>
          <p:nvPr/>
        </p:nvSpPr>
        <p:spPr>
          <a:xfrm>
            <a:off x="749808" y="2450592"/>
            <a:ext cx="5120640" cy="411480"/>
          </a:xfrm>
          <a:prstGeom prst="rect">
            <a:avLst/>
          </a:prstGeom>
          <a:noFill/>
          <a:ln/>
        </p:spPr>
        <p:txBody>
          <a:bodyPr wrap="square" lIns="0" tIns="0" rIns="0" bIns="0" rtlCol="0" anchor="ctr"/>
          <a:lstStyle/>
          <a:p>
            <a:pPr marL="0" indent="0">
              <a:lnSpc>
                <a:spcPct val="115000"/>
              </a:lnSpc>
              <a:buNone/>
            </a:pPr>
            <a:r>
              <a:rPr lang="en-US" sz="1150" b="1" dirty="0">
                <a:solidFill>
                  <a:srgbClr val="111827"/>
                </a:solidFill>
                <a:latin typeface="Pretendard" pitchFamily="34" charset="0"/>
                <a:ea typeface="Pretendard" pitchFamily="34" charset="-122"/>
                <a:cs typeface="Pretendard" pitchFamily="34" charset="-120"/>
              </a:rPr>
              <a:t>오케스트레이션 설명   </a:t>
            </a:r>
            <a:r>
              <a:rPr lang="en-US" sz="1000" dirty="0">
                <a:solidFill>
                  <a:srgbClr val="4B5563"/>
                </a:solidFill>
                <a:latin typeface="Pretendard" pitchFamily="34" charset="0"/>
                <a:ea typeface="Pretendard" pitchFamily="34" charset="-122"/>
                <a:cs typeface="Pretendard" pitchFamily="34" charset="-120"/>
              </a:rPr>
              <a:t>지식 검색, 도구 선택, 다음 작업 단계를 어떻게 지시하는지 설명할 수 있습니다.</a:t>
            </a:r>
            <a:endParaRPr lang="en-US" sz="1150" dirty="0"/>
          </a:p>
        </p:txBody>
      </p:sp>
      <p:sp>
        <p:nvSpPr>
          <p:cNvPr id="13" name="check accent">
            <a:extLst>
              <a:ext uri="{C183D7F6-B498-43B3-948B-1728B52AA6E4}">
                <adec:decorative xmlns:adec="http://schemas.microsoft.com/office/drawing/2017/decorative" val="1"/>
              </a:ext>
            </a:extLst>
          </p:cNvPr>
          <p:cNvSpPr/>
          <p:nvPr/>
        </p:nvSpPr>
        <p:spPr>
          <a:xfrm>
            <a:off x="548640" y="2935224"/>
            <a:ext cx="45720" cy="411480"/>
          </a:xfrm>
          <a:prstGeom prst="rect">
            <a:avLst/>
          </a:prstGeom>
          <a:solidFill>
            <a:srgbClr val="3B82F6"/>
          </a:solidFill>
          <a:ln w="12700">
            <a:solidFill>
              <a:srgbClr val="3B82F6"/>
            </a:solidFill>
            <a:prstDash val="solid"/>
          </a:ln>
        </p:spPr>
        <p:txBody>
          <a:bodyPr/>
          <a:lstStyle/>
          <a:p>
            <a:endParaRPr lang="ko-KR" altLang="en-US"/>
          </a:p>
        </p:txBody>
      </p:sp>
      <p:sp>
        <p:nvSpPr>
          <p:cNvPr id="14" name="Text 12"/>
          <p:cNvSpPr/>
          <p:nvPr/>
        </p:nvSpPr>
        <p:spPr>
          <a:xfrm>
            <a:off x="749808" y="2935224"/>
            <a:ext cx="5120640" cy="411480"/>
          </a:xfrm>
          <a:prstGeom prst="rect">
            <a:avLst/>
          </a:prstGeom>
          <a:noFill/>
          <a:ln/>
        </p:spPr>
        <p:txBody>
          <a:bodyPr wrap="square" lIns="0" tIns="0" rIns="0" bIns="0" rtlCol="0" anchor="ctr"/>
          <a:lstStyle/>
          <a:p>
            <a:pPr marL="0" indent="0">
              <a:lnSpc>
                <a:spcPct val="115000"/>
              </a:lnSpc>
              <a:buNone/>
            </a:pPr>
            <a:r>
              <a:rPr lang="en-US" sz="1150" b="1" dirty="0">
                <a:solidFill>
                  <a:srgbClr val="111827"/>
                </a:solidFill>
                <a:latin typeface="Pretendard" pitchFamily="34" charset="0"/>
                <a:ea typeface="Pretendard" pitchFamily="34" charset="-122"/>
                <a:cs typeface="Pretendard" pitchFamily="34" charset="-120"/>
              </a:rPr>
              <a:t>harness 개념 구분   </a:t>
            </a:r>
            <a:r>
              <a:rPr lang="en-US" sz="1000" dirty="0">
                <a:solidFill>
                  <a:srgbClr val="4B5563"/>
                </a:solidFill>
                <a:latin typeface="Pretendard" pitchFamily="34" charset="0"/>
                <a:ea typeface="Pretendard" pitchFamily="34" charset="-122"/>
                <a:cs typeface="Pretendard" pitchFamily="34" charset="-120"/>
              </a:rPr>
              <a:t>모델, harness, orchestration의 역할을 구분할 수 있습니다.</a:t>
            </a:r>
            <a:endParaRPr lang="en-US" sz="1150" dirty="0"/>
          </a:p>
        </p:txBody>
      </p:sp>
      <p:sp>
        <p:nvSpPr>
          <p:cNvPr id="15" name="check accent">
            <a:extLst>
              <a:ext uri="{C183D7F6-B498-43B3-948B-1728B52AA6E4}">
                <adec:decorative xmlns:adec="http://schemas.microsoft.com/office/drawing/2017/decorative" val="1"/>
              </a:ext>
            </a:extLst>
          </p:cNvPr>
          <p:cNvSpPr/>
          <p:nvPr/>
        </p:nvSpPr>
        <p:spPr>
          <a:xfrm>
            <a:off x="548640" y="3419856"/>
            <a:ext cx="45720" cy="411480"/>
          </a:xfrm>
          <a:prstGeom prst="rect">
            <a:avLst/>
          </a:prstGeom>
          <a:solidFill>
            <a:srgbClr val="3B82F6"/>
          </a:solidFill>
          <a:ln w="12700">
            <a:solidFill>
              <a:srgbClr val="3B82F6"/>
            </a:solidFill>
            <a:prstDash val="solid"/>
          </a:ln>
        </p:spPr>
        <p:txBody>
          <a:bodyPr/>
          <a:lstStyle/>
          <a:p>
            <a:endParaRPr lang="ko-KR" altLang="en-US"/>
          </a:p>
        </p:txBody>
      </p:sp>
      <p:sp>
        <p:nvSpPr>
          <p:cNvPr id="16" name="Text 14"/>
          <p:cNvSpPr/>
          <p:nvPr/>
        </p:nvSpPr>
        <p:spPr>
          <a:xfrm>
            <a:off x="749808" y="3419856"/>
            <a:ext cx="5120640" cy="411480"/>
          </a:xfrm>
          <a:prstGeom prst="rect">
            <a:avLst/>
          </a:prstGeom>
          <a:noFill/>
          <a:ln/>
        </p:spPr>
        <p:txBody>
          <a:bodyPr wrap="square" lIns="0" tIns="0" rIns="0" bIns="0" rtlCol="0" anchor="ctr"/>
          <a:lstStyle/>
          <a:p>
            <a:pPr marL="0" indent="0">
              <a:lnSpc>
                <a:spcPct val="115000"/>
              </a:lnSpc>
              <a:buNone/>
            </a:pPr>
            <a:r>
              <a:rPr lang="en-US" sz="1150" b="1" dirty="0">
                <a:solidFill>
                  <a:srgbClr val="111827"/>
                </a:solidFill>
                <a:latin typeface="Pretendard" pitchFamily="34" charset="0"/>
                <a:ea typeface="Pretendard" pitchFamily="34" charset="-122"/>
                <a:cs typeface="Pretendard" pitchFamily="34" charset="-120"/>
              </a:rPr>
              <a:t>구축 환경 인식   </a:t>
            </a:r>
            <a:r>
              <a:rPr lang="en-US" sz="1000" dirty="0">
                <a:solidFill>
                  <a:srgbClr val="4B5563"/>
                </a:solidFill>
                <a:latin typeface="Pretendard" pitchFamily="34" charset="0"/>
                <a:ea typeface="Pretendard" pitchFamily="34" charset="-122"/>
                <a:cs typeface="Pretendard" pitchFamily="34" charset="-120"/>
              </a:rPr>
              <a:t>Microsoft의 no-code, low-code, pro-code 옵션을 식별할 수 있습니다.</a:t>
            </a:r>
            <a:endParaRPr lang="en-US" sz="1150" dirty="0"/>
          </a:p>
        </p:txBody>
      </p:sp>
      <p:sp>
        <p:nvSpPr>
          <p:cNvPr id="17" name="next panel">
            <a:extLst>
              <a:ext uri="{C183D7F6-B498-43B3-948B-1728B52AA6E4}">
                <adec:decorative xmlns:adec="http://schemas.microsoft.com/office/drawing/2017/decorative" val="1"/>
              </a:ext>
            </a:extLst>
          </p:cNvPr>
          <p:cNvSpPr/>
          <p:nvPr/>
        </p:nvSpPr>
        <p:spPr>
          <a:xfrm>
            <a:off x="6126480" y="1481328"/>
            <a:ext cx="2468880" cy="1874520"/>
          </a:xfrm>
          <a:prstGeom prst="rect">
            <a:avLst/>
          </a:prstGeom>
          <a:solidFill>
            <a:srgbClr val="F3F5F9"/>
          </a:solidFill>
          <a:ln w="12700">
            <a:solidFill>
              <a:srgbClr val="F3F5F9"/>
            </a:solidFill>
            <a:prstDash val="solid"/>
          </a:ln>
        </p:spPr>
        <p:txBody>
          <a:bodyPr/>
          <a:lstStyle/>
          <a:p>
            <a:endParaRPr lang="ko-KR" altLang="en-US"/>
          </a:p>
        </p:txBody>
      </p:sp>
      <p:sp>
        <p:nvSpPr>
          <p:cNvPr id="18" name="Text 16"/>
          <p:cNvSpPr/>
          <p:nvPr/>
        </p:nvSpPr>
        <p:spPr>
          <a:xfrm>
            <a:off x="6355080" y="1691640"/>
            <a:ext cx="2011680" cy="237744"/>
          </a:xfrm>
          <a:prstGeom prst="rect">
            <a:avLst/>
          </a:prstGeom>
          <a:noFill/>
          <a:ln/>
        </p:spPr>
        <p:txBody>
          <a:bodyPr wrap="square" lIns="0" tIns="0" rIns="0" bIns="0" rtlCol="0" anchor="ctr"/>
          <a:lstStyle/>
          <a:p>
            <a:pPr marL="0" indent="0">
              <a:buNone/>
            </a:pPr>
            <a:r>
              <a:rPr lang="en-US" sz="1050" b="1" kern="0" spc="100" dirty="0">
                <a:solidFill>
                  <a:srgbClr val="1D4ED8"/>
                </a:solidFill>
                <a:latin typeface="Pretendard" pitchFamily="34" charset="0"/>
                <a:ea typeface="Pretendard" pitchFamily="34" charset="-122"/>
                <a:cs typeface="Pretendard" pitchFamily="34" charset="-120"/>
              </a:rPr>
              <a:t>다음 작업</a:t>
            </a:r>
            <a:endParaRPr lang="en-US" sz="1050" dirty="0"/>
          </a:p>
        </p:txBody>
      </p:sp>
      <p:sp>
        <p:nvSpPr>
          <p:cNvPr id="19" name="Text 17"/>
          <p:cNvSpPr/>
          <p:nvPr/>
        </p:nvSpPr>
        <p:spPr>
          <a:xfrm>
            <a:off x="6355080" y="1975104"/>
            <a:ext cx="2011680" cy="640080"/>
          </a:xfrm>
          <a:prstGeom prst="rect">
            <a:avLst/>
          </a:prstGeom>
          <a:noFill/>
          <a:ln/>
        </p:spPr>
        <p:txBody>
          <a:bodyPr wrap="square" lIns="0" tIns="0" rIns="0" bIns="0" rtlCol="0" anchor="ctr"/>
          <a:lstStyle/>
          <a:p>
            <a:pPr marL="0" indent="0">
              <a:lnSpc>
                <a:spcPct val="120000"/>
              </a:lnSpc>
              <a:buNone/>
            </a:pPr>
            <a:r>
              <a:rPr lang="en-US" sz="1600" b="1" dirty="0">
                <a:solidFill>
                  <a:srgbClr val="111827"/>
                </a:solidFill>
                <a:latin typeface="Pretendard" pitchFamily="34" charset="0"/>
                <a:ea typeface="Pretendard" pitchFamily="34" charset="-122"/>
                <a:cs typeface="Pretendard" pitchFamily="34" charset="-120"/>
              </a:rPr>
              <a:t>작업 02</a:t>
            </a:r>
            <a:endParaRPr lang="en-US" sz="1600" dirty="0"/>
          </a:p>
          <a:p>
            <a:pPr marL="0" indent="0">
              <a:lnSpc>
                <a:spcPct val="120000"/>
              </a:lnSpc>
              <a:buNone/>
            </a:pPr>
            <a:r>
              <a:rPr lang="en-US" sz="1600" b="1" dirty="0">
                <a:solidFill>
                  <a:srgbClr val="111827"/>
                </a:solidFill>
                <a:latin typeface="Pretendard" pitchFamily="34" charset="0"/>
                <a:ea typeface="Pretendard" pitchFamily="34" charset="-122"/>
                <a:cs typeface="Pretendard" pitchFamily="34" charset="-120"/>
              </a:rPr>
              <a:t>Copilot Studio 기초</a:t>
            </a:r>
            <a:endParaRPr lang="en-US" sz="1600" dirty="0"/>
          </a:p>
        </p:txBody>
      </p:sp>
      <p:sp>
        <p:nvSpPr>
          <p:cNvPr id="20" name="Text 18"/>
          <p:cNvSpPr/>
          <p:nvPr/>
        </p:nvSpPr>
        <p:spPr>
          <a:xfrm>
            <a:off x="6355080" y="2651760"/>
            <a:ext cx="2011680" cy="594360"/>
          </a:xfrm>
          <a:prstGeom prst="rect">
            <a:avLst/>
          </a:prstGeom>
          <a:noFill/>
          <a:ln/>
        </p:spPr>
        <p:txBody>
          <a:bodyPr wrap="square" lIns="0" tIns="0" rIns="0" bIns="0" rtlCol="0" anchor="ctr"/>
          <a:lstStyle/>
          <a:p>
            <a:pPr marL="0" indent="0">
              <a:lnSpc>
                <a:spcPct val="125000"/>
              </a:lnSpc>
              <a:buNone/>
            </a:pPr>
            <a:r>
              <a:rPr lang="en-US" sz="1000" dirty="0">
                <a:solidFill>
                  <a:srgbClr val="4B5563"/>
                </a:solidFill>
                <a:latin typeface="Pretendard" pitchFamily="34" charset="0"/>
                <a:ea typeface="Pretendard" pitchFamily="34" charset="-122"/>
                <a:cs typeface="Pretendard" pitchFamily="34" charset="-120"/>
              </a:rPr>
              <a:t>세 가지 harness를 비교하고, 이 과정 전반에서 사용할 핵심 구성 요소를 살펴봅니다.</a:t>
            </a:r>
            <a:endParaRPr lang="en-US" sz="1000" dirty="0"/>
          </a:p>
        </p:txBody>
      </p:sp>
      <p:sp>
        <p:nvSpPr>
          <p:cNvPr id="21" name="reference frame">
            <a:extLst>
              <a:ext uri="{C183D7F6-B498-43B3-948B-1728B52AA6E4}">
                <adec:decorative xmlns:adec="http://schemas.microsoft.com/office/drawing/2017/decorative" val="1"/>
              </a:ext>
            </a:extLst>
          </p:cNvPr>
          <p:cNvSpPr/>
          <p:nvPr/>
        </p:nvSpPr>
        <p:spPr>
          <a:xfrm>
            <a:off x="548640" y="3968496"/>
            <a:ext cx="8046720" cy="658368"/>
          </a:xfrm>
          <a:prstGeom prst="rect">
            <a:avLst/>
          </a:prstGeom>
          <a:solidFill>
            <a:srgbClr val="FFFFFF"/>
          </a:solidFill>
          <a:ln w="12700">
            <a:solidFill>
              <a:srgbClr val="E5E7EB"/>
            </a:solidFill>
            <a:prstDash val="solid"/>
          </a:ln>
        </p:spPr>
        <p:txBody>
          <a:bodyPr/>
          <a:lstStyle/>
          <a:p>
            <a:endParaRPr lang="ko-KR" altLang="en-US"/>
          </a:p>
        </p:txBody>
      </p:sp>
      <p:sp>
        <p:nvSpPr>
          <p:cNvPr id="22" name="Text 20"/>
          <p:cNvSpPr/>
          <p:nvPr/>
        </p:nvSpPr>
        <p:spPr>
          <a:xfrm>
            <a:off x="777240" y="3968496"/>
            <a:ext cx="7589520" cy="658368"/>
          </a:xfrm>
          <a:prstGeom prst="rect">
            <a:avLst/>
          </a:prstGeom>
          <a:noFill/>
          <a:ln/>
        </p:spPr>
        <p:txBody>
          <a:bodyPr wrap="square" lIns="0" tIns="0" rIns="0" bIns="0" rtlCol="0" anchor="ctr"/>
          <a:lstStyle/>
          <a:p>
            <a:pPr marL="0" indent="0">
              <a:buNone/>
            </a:pPr>
            <a:r>
              <a:rPr lang="en-US" sz="1050" b="1" dirty="0">
                <a:solidFill>
                  <a:srgbClr val="1D4ED8"/>
                </a:solidFill>
                <a:latin typeface="Pretendard" pitchFamily="34" charset="0"/>
                <a:ea typeface="Pretendard" pitchFamily="34" charset="-122"/>
                <a:cs typeface="Pretendard" pitchFamily="34" charset="-120"/>
              </a:rPr>
              <a:t>참고 자료   </a:t>
            </a:r>
            <a:r>
              <a:rPr lang="en-US" sz="1050" dirty="0">
                <a:solidFill>
                  <a:srgbClr val="4B5563"/>
                </a:solidFill>
                <a:latin typeface="Pretendard" pitchFamily="34" charset="0"/>
                <a:ea typeface="Pretendard" pitchFamily="34" charset="-122"/>
                <a:cs typeface="Pretendard" pitchFamily="34" charset="-120"/>
              </a:rPr>
              <a:t>Copilot Studio 문서 홈  ·  Copilot Studio에서 harness 선택하기  ·  생성형 오케스트레이션 기능 적용(Microsoft 원문)</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pic>
        <p:nvPicPr>
          <p:cNvPr id="2" name="Image 0" descr="모듈형 구성 요소가 연결된 로우코드 에이전트 플랫폼을 표현한 추상 일러스트"/>
          <p:cNvPicPr>
            <a:picLocks noChangeAspect="1"/>
          </p:cNvPicPr>
          <p:nvPr/>
        </p:nvPicPr>
        <p:blipFill>
          <a:blip r:embed="rId3"/>
          <a:srcRect l="23800" r="23800"/>
          <a:stretch/>
        </p:blipFill>
        <p:spPr>
          <a:xfrm>
            <a:off x="4892040" y="0"/>
            <a:ext cx="4251960" cy="5143500"/>
          </a:xfrm>
          <a:prstGeom prst="rect">
            <a:avLst/>
          </a:prstGeom>
        </p:spPr>
      </p:pic>
      <p:sp>
        <p:nvSpPr>
          <p:cNvPr id="3" name="left accent">
            <a:extLst>
              <a:ext uri="{C183D7F6-B498-43B3-948B-1728B52AA6E4}">
                <adec:decorative xmlns:adec="http://schemas.microsoft.com/office/drawing/2017/decorative" val="1"/>
              </a:ext>
            </a:extLst>
          </p:cNvPr>
          <p:cNvSpPr/>
          <p:nvPr/>
        </p:nvSpPr>
        <p:spPr>
          <a:xfrm>
            <a:off x="0" y="0"/>
            <a:ext cx="82296" cy="5143500"/>
          </a:xfrm>
          <a:prstGeom prst="rect">
            <a:avLst/>
          </a:prstGeom>
          <a:solidFill>
            <a:srgbClr val="1D4ED8"/>
          </a:solidFill>
          <a:ln w="12700">
            <a:solidFill>
              <a:srgbClr val="1D4ED8"/>
            </a:solidFill>
            <a:prstDash val="solid"/>
          </a:ln>
        </p:spPr>
        <p:txBody>
          <a:bodyPr/>
          <a:lstStyle/>
          <a:p>
            <a:endParaRPr lang="en-US"/>
          </a:p>
        </p:txBody>
      </p:sp>
      <p:sp>
        <p:nvSpPr>
          <p:cNvPr id="4" name="Text 1"/>
          <p:cNvSpPr/>
          <p:nvPr/>
        </p:nvSpPr>
        <p:spPr>
          <a:xfrm>
            <a:off x="640080" y="914400"/>
            <a:ext cx="4023360" cy="256032"/>
          </a:xfrm>
          <a:prstGeom prst="rect">
            <a:avLst/>
          </a:prstGeom>
          <a:noFill/>
          <a:ln/>
        </p:spPr>
        <p:txBody>
          <a:bodyPr wrap="square" lIns="0" tIns="0" rIns="0" bIns="0" rtlCol="0" anchor="ctr"/>
          <a:lstStyle/>
          <a:p>
            <a:pPr marL="0" indent="0">
              <a:buNone/>
            </a:pPr>
            <a:endParaRPr lang="en-US" sz="1050" dirty="0"/>
          </a:p>
        </p:txBody>
      </p:sp>
      <p:sp>
        <p:nvSpPr>
          <p:cNvPr id="5" name="Text 2">
            <a:extLst>
              <a:ext uri="{C183D7F6-B498-43B3-948B-1728B52AA6E4}">
                <adec:decorative xmlns:adec="http://schemas.microsoft.com/office/drawing/2017/decorative" val="1"/>
              </a:ext>
            </a:extLst>
          </p:cNvPr>
          <p:cNvSpPr/>
          <p:nvPr/>
        </p:nvSpPr>
        <p:spPr>
          <a:xfrm>
            <a:off x="640080" y="1261872"/>
            <a:ext cx="4023360" cy="457200"/>
          </a:xfrm>
          <a:prstGeom prst="rect">
            <a:avLst/>
          </a:prstGeom>
          <a:noFill/>
          <a:ln/>
        </p:spPr>
        <p:txBody>
          <a:bodyPr wrap="square" lIns="0" tIns="0" rIns="0" bIns="0" rtlCol="0" anchor="ctr"/>
          <a:lstStyle/>
          <a:p>
            <a:pPr marL="0" indent="0">
              <a:buNone/>
            </a:pPr>
            <a:r>
              <a:rPr lang="en-US" sz="1500" b="1" dirty="0">
                <a:solidFill>
                  <a:srgbClr val="6B7280"/>
                </a:solidFill>
                <a:latin typeface="Pretendard" pitchFamily="34" charset="0"/>
                <a:ea typeface="Pretendard" pitchFamily="34" charset="-122"/>
                <a:cs typeface="Pretendard" pitchFamily="34" charset="-120"/>
              </a:rPr>
              <a:t>작업 02</a:t>
            </a:r>
            <a:endParaRPr lang="en-US" sz="1500" dirty="0"/>
          </a:p>
        </p:txBody>
      </p:sp>
      <p:sp>
        <p:nvSpPr>
          <p:cNvPr id="6" name="Text 3"/>
          <p:cNvSpPr/>
          <p:nvPr/>
        </p:nvSpPr>
        <p:spPr>
          <a:xfrm>
            <a:off x="640080" y="1627632"/>
            <a:ext cx="4114800" cy="868680"/>
          </a:xfrm>
          <a:prstGeom prst="rect">
            <a:avLst/>
          </a:prstGeom>
          <a:noFill/>
          <a:ln/>
        </p:spPr>
        <p:txBody>
          <a:bodyPr wrap="square" lIns="0" tIns="0" rIns="0" bIns="0" rtlCol="0" anchor="ctr"/>
          <a:lstStyle/>
          <a:p>
            <a:pPr marL="0" indent="0">
              <a:buNone/>
            </a:pPr>
            <a:r>
              <a:rPr lang="en-US" sz="3600" b="1" dirty="0">
                <a:solidFill>
                  <a:srgbClr val="111827"/>
                </a:solidFill>
                <a:latin typeface="Pretendard" pitchFamily="34" charset="0"/>
                <a:ea typeface="Pretendard" pitchFamily="34" charset="-122"/>
                <a:cs typeface="Pretendard" pitchFamily="34" charset="-120"/>
              </a:rPr>
              <a:t>Copilot Studio 기초</a:t>
            </a:r>
            <a:endParaRPr lang="en-US" sz="3600" dirty="0"/>
          </a:p>
        </p:txBody>
      </p:sp>
      <p:sp>
        <p:nvSpPr>
          <p:cNvPr id="7" name="rule">
            <a:extLst>
              <a:ext uri="{C183D7F6-B498-43B3-948B-1728B52AA6E4}">
                <adec:decorative xmlns:adec="http://schemas.microsoft.com/office/drawing/2017/decorative" val="1"/>
              </a:ext>
            </a:extLst>
          </p:cNvPr>
          <p:cNvSpPr/>
          <p:nvPr/>
        </p:nvSpPr>
        <p:spPr>
          <a:xfrm>
            <a:off x="640080" y="2578608"/>
            <a:ext cx="822960" cy="36576"/>
          </a:xfrm>
          <a:prstGeom prst="rect">
            <a:avLst/>
          </a:prstGeom>
          <a:solidFill>
            <a:srgbClr val="1D4ED8"/>
          </a:solidFill>
          <a:ln w="12700">
            <a:solidFill>
              <a:srgbClr val="1D4ED8"/>
            </a:solidFill>
            <a:prstDash val="solid"/>
          </a:ln>
        </p:spPr>
        <p:txBody>
          <a:bodyPr/>
          <a:lstStyle/>
          <a:p>
            <a:endParaRPr lang="ko-KR" altLang="en-US"/>
          </a:p>
        </p:txBody>
      </p:sp>
      <p:sp>
        <p:nvSpPr>
          <p:cNvPr id="8" name="Text 5">
            <a:extLst>
              <a:ext uri="{C183D7F6-B498-43B3-948B-1728B52AA6E4}">
                <adec:decorative xmlns:adec="http://schemas.microsoft.com/office/drawing/2017/decorative" val="1"/>
              </a:ext>
            </a:extLst>
          </p:cNvPr>
          <p:cNvSpPr/>
          <p:nvPr/>
        </p:nvSpPr>
        <p:spPr>
          <a:xfrm>
            <a:off x="640080" y="2788920"/>
            <a:ext cx="4023360" cy="731520"/>
          </a:xfrm>
          <a:prstGeom prst="rect">
            <a:avLst/>
          </a:prstGeom>
          <a:noFill/>
          <a:ln/>
        </p:spPr>
        <p:txBody>
          <a:bodyPr wrap="square" lIns="0" tIns="0" rIns="0" bIns="0" rtlCol="0" anchor="ctr"/>
          <a:lstStyle/>
          <a:p>
            <a:pPr marL="0" indent="0">
              <a:lnSpc>
                <a:spcPct val="130000"/>
              </a:lnSpc>
              <a:buNone/>
            </a:pPr>
            <a:r>
              <a:rPr lang="en-US" sz="1500" dirty="0">
                <a:solidFill>
                  <a:srgbClr val="4B5563"/>
                </a:solidFill>
                <a:latin typeface="Pretendard" pitchFamily="34" charset="0"/>
                <a:ea typeface="Pretendard" pitchFamily="34" charset="-122"/>
                <a:cs typeface="Pretendard" pitchFamily="34" charset="-120"/>
              </a:rPr>
              <a:t>개념을 익혔다면, 이제 도구 상자를</a:t>
            </a:r>
            <a:endParaRPr lang="en-US" sz="1500" dirty="0"/>
          </a:p>
          <a:p>
            <a:pPr marL="0" indent="0">
              <a:lnSpc>
                <a:spcPct val="130000"/>
              </a:lnSpc>
              <a:buNone/>
            </a:pPr>
            <a:r>
              <a:rPr lang="en-US" sz="1500" dirty="0">
                <a:solidFill>
                  <a:srgbClr val="4B5563"/>
                </a:solidFill>
                <a:latin typeface="Pretendard" pitchFamily="34" charset="0"/>
                <a:ea typeface="Pretendard" pitchFamily="34" charset="-122"/>
                <a:cs typeface="Pretendard" pitchFamily="34" charset="-120"/>
              </a:rPr>
              <a:t>열어 볼 차례입니다</a:t>
            </a:r>
            <a:endParaRPr lang="en-US" sz="1500" dirty="0"/>
          </a:p>
        </p:txBody>
      </p:sp>
      <p:sp>
        <p:nvSpPr>
          <p:cNvPr id="9" name="Text 6"/>
          <p:cNvSpPr/>
          <p:nvPr/>
        </p:nvSpPr>
        <p:spPr>
          <a:xfrm>
            <a:off x="640080" y="3794760"/>
            <a:ext cx="4023360" cy="640080"/>
          </a:xfrm>
          <a:prstGeom prst="rect">
            <a:avLst/>
          </a:prstGeom>
          <a:noFill/>
          <a:ln/>
        </p:spPr>
        <p:txBody>
          <a:bodyPr wrap="square" lIns="0" tIns="0" rIns="0" bIns="0" rtlCol="0" anchor="ctr"/>
          <a:lstStyle/>
          <a:p>
            <a:pPr marL="0" indent="0">
              <a:lnSpc>
                <a:spcPct val="140000"/>
              </a:lnSpc>
              <a:buNone/>
            </a:pPr>
            <a:r>
              <a:rPr lang="en-US" sz="1000" dirty="0">
                <a:solidFill>
                  <a:srgbClr val="6B7280"/>
                </a:solidFill>
                <a:latin typeface="Pretendard" pitchFamily="34" charset="0"/>
                <a:ea typeface="Pretendard" pitchFamily="34" charset="-122"/>
                <a:cs typeface="Pretendard" pitchFamily="34" charset="-120"/>
              </a:rPr>
              <a:t>선행 작업  </a:t>
            </a:r>
            <a:r>
              <a:rPr lang="en-US" sz="1000" b="1" dirty="0">
                <a:solidFill>
                  <a:srgbClr val="111827"/>
                </a:solidFill>
                <a:latin typeface="Pretendard" pitchFamily="34" charset="0"/>
                <a:ea typeface="Pretendard" pitchFamily="34" charset="-122"/>
                <a:cs typeface="Pretendard" pitchFamily="34" charset="-120"/>
              </a:rPr>
              <a:t>작업 01 에이전트 소개</a:t>
            </a:r>
            <a:endParaRPr lang="en-US" sz="1000" dirty="0"/>
          </a:p>
          <a:p>
            <a:pPr marL="0" indent="0">
              <a:lnSpc>
                <a:spcPct val="140000"/>
              </a:lnSpc>
              <a:buNone/>
            </a:pPr>
            <a:r>
              <a:rPr lang="en-US" sz="1000" dirty="0">
                <a:solidFill>
                  <a:srgbClr val="6B7280"/>
                </a:solidFill>
                <a:latin typeface="Pretendard" pitchFamily="34" charset="0"/>
                <a:ea typeface="Pretendard" pitchFamily="34" charset="-122"/>
                <a:cs typeface="Pretendard" pitchFamily="34" charset="-120"/>
              </a:rPr>
              <a:t>이 작업의 성격  </a:t>
            </a:r>
            <a:r>
              <a:rPr lang="en-US" sz="1000" b="1" dirty="0">
                <a:solidFill>
                  <a:srgbClr val="111827"/>
                </a:solidFill>
                <a:latin typeface="Pretendard" pitchFamily="34" charset="0"/>
                <a:ea typeface="Pretendard" pitchFamily="34" charset="-122"/>
                <a:cs typeface="Pretendard" pitchFamily="34" charset="-120"/>
              </a:rPr>
              <a:t>빌드할 때 옆에 열어 두는 지도</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작업 브리핑</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이 작업을 마치면 할 수 있는 것</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ko-KR" alt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02  ·  학습 목표</a:t>
            </a:r>
            <a:endParaRPr lang="en-US" sz="950" dirty="0"/>
          </a:p>
        </p:txBody>
      </p:sp>
      <p:sp>
        <p:nvSpPr>
          <p:cNvPr id="7" name="key message band">
            <a:extLst>
              <a:ext uri="{C183D7F6-B498-43B3-948B-1728B52AA6E4}">
                <adec:decorative xmlns:adec="http://schemas.microsoft.com/office/drawing/2017/decorative" val="1"/>
              </a:ext>
            </a:extLst>
          </p:cNvPr>
          <p:cNvSpPr/>
          <p:nvPr/>
        </p:nvSpPr>
        <p:spPr>
          <a:xfrm>
            <a:off x="548640" y="1417320"/>
            <a:ext cx="8046720" cy="566928"/>
          </a:xfrm>
          <a:prstGeom prst="rect">
            <a:avLst/>
          </a:prstGeom>
          <a:solidFill>
            <a:srgbClr val="F3F5F9"/>
          </a:solidFill>
          <a:ln w="12700">
            <a:solidFill>
              <a:srgbClr val="F3F5F9"/>
            </a:solidFill>
            <a:prstDash val="solid"/>
          </a:ln>
        </p:spPr>
        <p:txBody>
          <a:bodyPr/>
          <a:lstStyle/>
          <a:p>
            <a:endParaRPr lang="ko-KR" altLang="en-US"/>
          </a:p>
        </p:txBody>
      </p:sp>
      <p:sp>
        <p:nvSpPr>
          <p:cNvPr id="8" name="accent bar">
            <a:extLst>
              <a:ext uri="{C183D7F6-B498-43B3-948B-1728B52AA6E4}">
                <adec:decorative xmlns:adec="http://schemas.microsoft.com/office/drawing/2017/decorative" val="1"/>
              </a:ext>
            </a:extLst>
          </p:cNvPr>
          <p:cNvSpPr/>
          <p:nvPr/>
        </p:nvSpPr>
        <p:spPr>
          <a:xfrm>
            <a:off x="548640" y="1417320"/>
            <a:ext cx="50292" cy="566928"/>
          </a:xfrm>
          <a:prstGeom prst="rect">
            <a:avLst/>
          </a:prstGeom>
          <a:solidFill>
            <a:srgbClr val="1D4ED8"/>
          </a:solidFill>
          <a:ln w="12700">
            <a:solidFill>
              <a:srgbClr val="1D4ED8"/>
            </a:solidFill>
            <a:prstDash val="solid"/>
          </a:ln>
        </p:spPr>
        <p:txBody>
          <a:bodyPr/>
          <a:lstStyle/>
          <a:p>
            <a:endParaRPr lang="ko-KR" altLang="en-US"/>
          </a:p>
        </p:txBody>
      </p:sp>
      <p:sp>
        <p:nvSpPr>
          <p:cNvPr id="9" name="Text 7"/>
          <p:cNvSpPr/>
          <p:nvPr/>
        </p:nvSpPr>
        <p:spPr>
          <a:xfrm>
            <a:off x="749808" y="1417320"/>
            <a:ext cx="7680960" cy="566928"/>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같은 비즈니스 요청도 요구 사항에 따라 전혀 다른 설계로 이어집니다.</a:t>
            </a:r>
            <a:endParaRPr lang="en-US" sz="1350" dirty="0"/>
          </a:p>
        </p:txBody>
      </p:sp>
      <p:sp>
        <p:nvSpPr>
          <p:cNvPr id="10" name="objective card">
            <a:extLst>
              <a:ext uri="{C183D7F6-B498-43B3-948B-1728B52AA6E4}">
                <adec:decorative xmlns:adec="http://schemas.microsoft.com/office/drawing/2017/decorative" val="1"/>
              </a:ext>
            </a:extLst>
          </p:cNvPr>
          <p:cNvSpPr/>
          <p:nvPr/>
        </p:nvSpPr>
        <p:spPr>
          <a:xfrm>
            <a:off x="548640" y="2240280"/>
            <a:ext cx="1298448" cy="2194560"/>
          </a:xfrm>
          <a:prstGeom prst="rect">
            <a:avLst/>
          </a:prstGeom>
          <a:solidFill>
            <a:srgbClr val="FFFFFF"/>
          </a:solidFill>
          <a:ln w="12700">
            <a:solidFill>
              <a:srgbClr val="E5E7EB"/>
            </a:solidFill>
            <a:prstDash val="solid"/>
          </a:ln>
        </p:spPr>
        <p:txBody>
          <a:bodyPr/>
          <a:lstStyle/>
          <a:p>
            <a:endParaRPr lang="ko-KR" altLang="en-US"/>
          </a:p>
        </p:txBody>
      </p:sp>
      <p:sp>
        <p:nvSpPr>
          <p:cNvPr id="11" name="card rule">
            <a:extLst>
              <a:ext uri="{C183D7F6-B498-43B3-948B-1728B52AA6E4}">
                <adec:decorative xmlns:adec="http://schemas.microsoft.com/office/drawing/2017/decorative" val="1"/>
              </a:ext>
            </a:extLst>
          </p:cNvPr>
          <p:cNvSpPr/>
          <p:nvPr/>
        </p:nvSpPr>
        <p:spPr>
          <a:xfrm>
            <a:off x="548640" y="2240280"/>
            <a:ext cx="1298448" cy="36576"/>
          </a:xfrm>
          <a:prstGeom prst="rect">
            <a:avLst/>
          </a:prstGeom>
          <a:solidFill>
            <a:srgbClr val="3B82F6"/>
          </a:solidFill>
          <a:ln w="12700">
            <a:solidFill>
              <a:srgbClr val="3B82F6"/>
            </a:solidFill>
            <a:prstDash val="solid"/>
          </a:ln>
        </p:spPr>
        <p:txBody>
          <a:bodyPr/>
          <a:lstStyle/>
          <a:p>
            <a:endParaRPr lang="ko-KR" altLang="en-US"/>
          </a:p>
        </p:txBody>
      </p:sp>
      <p:sp>
        <p:nvSpPr>
          <p:cNvPr id="12" name="Text 10"/>
          <p:cNvSpPr/>
          <p:nvPr/>
        </p:nvSpPr>
        <p:spPr>
          <a:xfrm>
            <a:off x="704088" y="2395728"/>
            <a:ext cx="987552" cy="274320"/>
          </a:xfrm>
          <a:prstGeom prst="rect">
            <a:avLst/>
          </a:prstGeom>
          <a:noFill/>
          <a:ln/>
        </p:spPr>
        <p:txBody>
          <a:bodyPr wrap="square" lIns="0" tIns="0" rIns="0" bIns="0" rtlCol="0" anchor="ctr"/>
          <a:lstStyle/>
          <a:p>
            <a:pPr marL="0" indent="0">
              <a:buNone/>
            </a:pPr>
            <a:r>
              <a:rPr lang="en-US" sz="1250" b="1" dirty="0">
                <a:solidFill>
                  <a:srgbClr val="1D4ED8"/>
                </a:solidFill>
                <a:latin typeface="Pretendard" pitchFamily="34" charset="0"/>
                <a:ea typeface="Pretendard" pitchFamily="34" charset="-122"/>
                <a:cs typeface="Pretendard" pitchFamily="34" charset="-120"/>
              </a:rPr>
              <a:t>01</a:t>
            </a:r>
            <a:endParaRPr lang="en-US" sz="1250" dirty="0"/>
          </a:p>
        </p:txBody>
      </p:sp>
      <p:sp>
        <p:nvSpPr>
          <p:cNvPr id="13" name="Text 11"/>
          <p:cNvSpPr/>
          <p:nvPr/>
        </p:nvSpPr>
        <p:spPr>
          <a:xfrm>
            <a:off x="704088" y="2670048"/>
            <a:ext cx="987552" cy="566928"/>
          </a:xfrm>
          <a:prstGeom prst="rect">
            <a:avLst/>
          </a:prstGeom>
          <a:noFill/>
          <a:ln/>
        </p:spPr>
        <p:txBody>
          <a:bodyPr wrap="square" lIns="0" tIns="0" rIns="0" bIns="0" rtlCol="0" anchor="t"/>
          <a:lstStyle/>
          <a:p>
            <a:pPr marL="0" indent="0">
              <a:lnSpc>
                <a:spcPct val="115000"/>
              </a:lnSpc>
              <a:buNone/>
            </a:pPr>
            <a:r>
              <a:rPr lang="en-US" sz="1100" b="1" dirty="0">
                <a:solidFill>
                  <a:srgbClr val="111827"/>
                </a:solidFill>
                <a:latin typeface="Pretendard" pitchFamily="34" charset="0"/>
                <a:ea typeface="Pretendard" pitchFamily="34" charset="-122"/>
                <a:cs typeface="Pretendard" pitchFamily="34" charset="-120"/>
              </a:rPr>
              <a:t>Copilot Studio의</a:t>
            </a:r>
            <a:endParaRPr lang="en-US" sz="1100" dirty="0"/>
          </a:p>
          <a:p>
            <a:pPr marL="0" indent="0">
              <a:lnSpc>
                <a:spcPct val="115000"/>
              </a:lnSpc>
              <a:buNone/>
            </a:pPr>
            <a:r>
              <a:rPr lang="en-US" sz="1100" b="1" dirty="0">
                <a:solidFill>
                  <a:srgbClr val="111827"/>
                </a:solidFill>
                <a:latin typeface="Pretendard" pitchFamily="34" charset="0"/>
                <a:ea typeface="Pretendard" pitchFamily="34" charset="-122"/>
                <a:cs typeface="Pretendard" pitchFamily="34" charset="-120"/>
              </a:rPr>
              <a:t>위치</a:t>
            </a:r>
            <a:endParaRPr lang="en-US" sz="1100" dirty="0"/>
          </a:p>
        </p:txBody>
      </p:sp>
      <p:sp>
        <p:nvSpPr>
          <p:cNvPr id="14" name="Text 12"/>
          <p:cNvSpPr/>
          <p:nvPr/>
        </p:nvSpPr>
        <p:spPr>
          <a:xfrm>
            <a:off x="704088" y="3291840"/>
            <a:ext cx="987552" cy="987552"/>
          </a:xfrm>
          <a:prstGeom prst="rect">
            <a:avLst/>
          </a:prstGeom>
          <a:noFill/>
          <a:ln/>
        </p:spPr>
        <p:txBody>
          <a:bodyPr wrap="square" lIns="0" tIns="0" rIns="0" bIns="0" rtlCol="0" anchor="ctr"/>
          <a:lstStyle/>
          <a:p>
            <a:pPr marL="0" indent="0">
              <a:lnSpc>
                <a:spcPct val="125000"/>
              </a:lnSpc>
              <a:buNone/>
            </a:pPr>
            <a:r>
              <a:rPr lang="en-US" sz="900" dirty="0">
                <a:solidFill>
                  <a:srgbClr val="4B5563"/>
                </a:solidFill>
                <a:latin typeface="Pretendard" pitchFamily="34" charset="0"/>
                <a:ea typeface="Pretendard" pitchFamily="34" charset="-122"/>
                <a:cs typeface="Pretendard" pitchFamily="34" charset="-120"/>
              </a:rPr>
              <a:t>더 넓은 Microsoft AI 스택 안에서 어디에 놓이는지 설명하기</a:t>
            </a:r>
            <a:endParaRPr lang="en-US" sz="900" dirty="0"/>
          </a:p>
        </p:txBody>
      </p:sp>
      <p:sp>
        <p:nvSpPr>
          <p:cNvPr id="15" name="objective card">
            <a:extLst>
              <a:ext uri="{C183D7F6-B498-43B3-948B-1728B52AA6E4}">
                <adec:decorative xmlns:adec="http://schemas.microsoft.com/office/drawing/2017/decorative" val="1"/>
              </a:ext>
            </a:extLst>
          </p:cNvPr>
          <p:cNvSpPr/>
          <p:nvPr/>
        </p:nvSpPr>
        <p:spPr>
          <a:xfrm>
            <a:off x="1903781" y="2240280"/>
            <a:ext cx="1298448" cy="2194560"/>
          </a:xfrm>
          <a:prstGeom prst="rect">
            <a:avLst/>
          </a:prstGeom>
          <a:solidFill>
            <a:srgbClr val="FFFFFF"/>
          </a:solidFill>
          <a:ln w="12700">
            <a:solidFill>
              <a:srgbClr val="E5E7EB"/>
            </a:solidFill>
            <a:prstDash val="solid"/>
          </a:ln>
        </p:spPr>
        <p:txBody>
          <a:bodyPr/>
          <a:lstStyle/>
          <a:p>
            <a:endParaRPr lang="ko-KR" altLang="en-US"/>
          </a:p>
        </p:txBody>
      </p:sp>
      <p:sp>
        <p:nvSpPr>
          <p:cNvPr id="16" name="card rule">
            <a:extLst>
              <a:ext uri="{C183D7F6-B498-43B3-948B-1728B52AA6E4}">
                <adec:decorative xmlns:adec="http://schemas.microsoft.com/office/drawing/2017/decorative" val="1"/>
              </a:ext>
            </a:extLst>
          </p:cNvPr>
          <p:cNvSpPr/>
          <p:nvPr/>
        </p:nvSpPr>
        <p:spPr>
          <a:xfrm>
            <a:off x="1903781" y="2240280"/>
            <a:ext cx="1298448" cy="36576"/>
          </a:xfrm>
          <a:prstGeom prst="rect">
            <a:avLst/>
          </a:prstGeom>
          <a:solidFill>
            <a:srgbClr val="3B82F6"/>
          </a:solidFill>
          <a:ln w="12700">
            <a:solidFill>
              <a:srgbClr val="3B82F6"/>
            </a:solidFill>
            <a:prstDash val="solid"/>
          </a:ln>
        </p:spPr>
        <p:txBody>
          <a:bodyPr/>
          <a:lstStyle/>
          <a:p>
            <a:endParaRPr lang="ko-KR" altLang="en-US"/>
          </a:p>
        </p:txBody>
      </p:sp>
      <p:sp>
        <p:nvSpPr>
          <p:cNvPr id="17" name="Text 15"/>
          <p:cNvSpPr/>
          <p:nvPr/>
        </p:nvSpPr>
        <p:spPr>
          <a:xfrm>
            <a:off x="2059229" y="2395728"/>
            <a:ext cx="987552" cy="274320"/>
          </a:xfrm>
          <a:prstGeom prst="rect">
            <a:avLst/>
          </a:prstGeom>
          <a:noFill/>
          <a:ln/>
        </p:spPr>
        <p:txBody>
          <a:bodyPr wrap="square" lIns="0" tIns="0" rIns="0" bIns="0" rtlCol="0" anchor="ctr"/>
          <a:lstStyle/>
          <a:p>
            <a:pPr marL="0" indent="0">
              <a:buNone/>
            </a:pPr>
            <a:r>
              <a:rPr lang="en-US" sz="1250" b="1" dirty="0">
                <a:solidFill>
                  <a:srgbClr val="1D4ED8"/>
                </a:solidFill>
                <a:latin typeface="Pretendard" pitchFamily="34" charset="0"/>
                <a:ea typeface="Pretendard" pitchFamily="34" charset="-122"/>
                <a:cs typeface="Pretendard" pitchFamily="34" charset="-120"/>
              </a:rPr>
              <a:t>02</a:t>
            </a:r>
            <a:endParaRPr lang="en-US" sz="1250" dirty="0"/>
          </a:p>
        </p:txBody>
      </p:sp>
      <p:sp>
        <p:nvSpPr>
          <p:cNvPr id="18" name="Text 16"/>
          <p:cNvSpPr/>
          <p:nvPr/>
        </p:nvSpPr>
        <p:spPr>
          <a:xfrm>
            <a:off x="2059229" y="2670048"/>
            <a:ext cx="987552" cy="566928"/>
          </a:xfrm>
          <a:prstGeom prst="rect">
            <a:avLst/>
          </a:prstGeom>
          <a:noFill/>
          <a:ln/>
        </p:spPr>
        <p:txBody>
          <a:bodyPr wrap="square" lIns="0" tIns="0" rIns="0" bIns="0" rtlCol="0" anchor="t"/>
          <a:lstStyle/>
          <a:p>
            <a:pPr marL="0" indent="0">
              <a:lnSpc>
                <a:spcPct val="115000"/>
              </a:lnSpc>
              <a:buNone/>
            </a:pPr>
            <a:r>
              <a:rPr lang="en-US" sz="1100" b="1" dirty="0">
                <a:solidFill>
                  <a:srgbClr val="111827"/>
                </a:solidFill>
                <a:latin typeface="Pretendard" pitchFamily="34" charset="0"/>
                <a:ea typeface="Pretendard" pitchFamily="34" charset="-122"/>
                <a:cs typeface="Pretendard" pitchFamily="34" charset="-120"/>
              </a:rPr>
              <a:t>harness</a:t>
            </a:r>
            <a:endParaRPr lang="en-US" sz="1100" dirty="0"/>
          </a:p>
          <a:p>
            <a:pPr marL="0" indent="0">
              <a:lnSpc>
                <a:spcPct val="115000"/>
              </a:lnSpc>
              <a:buNone/>
            </a:pPr>
            <a:r>
              <a:rPr lang="en-US" sz="1100" b="1" dirty="0">
                <a:solidFill>
                  <a:srgbClr val="111827"/>
                </a:solidFill>
                <a:latin typeface="Pretendard" pitchFamily="34" charset="0"/>
                <a:ea typeface="Pretendard" pitchFamily="34" charset="-122"/>
                <a:cs typeface="Pretendard" pitchFamily="34" charset="-120"/>
              </a:rPr>
              <a:t>선택</a:t>
            </a:r>
            <a:endParaRPr lang="en-US" sz="1100" dirty="0"/>
          </a:p>
        </p:txBody>
      </p:sp>
      <p:sp>
        <p:nvSpPr>
          <p:cNvPr id="19" name="Text 17"/>
          <p:cNvSpPr/>
          <p:nvPr/>
        </p:nvSpPr>
        <p:spPr>
          <a:xfrm>
            <a:off x="2059229" y="3291840"/>
            <a:ext cx="987552" cy="987552"/>
          </a:xfrm>
          <a:prstGeom prst="rect">
            <a:avLst/>
          </a:prstGeom>
          <a:noFill/>
          <a:ln/>
        </p:spPr>
        <p:txBody>
          <a:bodyPr wrap="square" lIns="0" tIns="0" rIns="0" bIns="0" rtlCol="0" anchor="ctr"/>
          <a:lstStyle/>
          <a:p>
            <a:pPr marL="0" indent="0">
              <a:lnSpc>
                <a:spcPct val="125000"/>
              </a:lnSpc>
              <a:buNone/>
            </a:pPr>
            <a:r>
              <a:rPr lang="en-US" sz="900" dirty="0">
                <a:solidFill>
                  <a:srgbClr val="4B5563"/>
                </a:solidFill>
                <a:latin typeface="Pretendard" pitchFamily="34" charset="0"/>
                <a:ea typeface="Pretendard" pitchFamily="34" charset="-122"/>
                <a:cs typeface="Pretendard" pitchFamily="34" charset="-120"/>
              </a:rPr>
              <a:t>GitHub Copilot, standard, Copilot chat 중에서 고르기</a:t>
            </a:r>
            <a:endParaRPr lang="en-US" sz="900" dirty="0"/>
          </a:p>
        </p:txBody>
      </p:sp>
      <p:sp>
        <p:nvSpPr>
          <p:cNvPr id="20" name="objective card">
            <a:extLst>
              <a:ext uri="{C183D7F6-B498-43B3-948B-1728B52AA6E4}">
                <adec:decorative xmlns:adec="http://schemas.microsoft.com/office/drawing/2017/decorative" val="1"/>
              </a:ext>
            </a:extLst>
          </p:cNvPr>
          <p:cNvSpPr/>
          <p:nvPr/>
        </p:nvSpPr>
        <p:spPr>
          <a:xfrm>
            <a:off x="3258922" y="2240280"/>
            <a:ext cx="1298448" cy="2194560"/>
          </a:xfrm>
          <a:prstGeom prst="rect">
            <a:avLst/>
          </a:prstGeom>
          <a:solidFill>
            <a:srgbClr val="FFFFFF"/>
          </a:solidFill>
          <a:ln w="12700">
            <a:solidFill>
              <a:srgbClr val="E5E7EB"/>
            </a:solidFill>
            <a:prstDash val="solid"/>
          </a:ln>
        </p:spPr>
        <p:txBody>
          <a:bodyPr/>
          <a:lstStyle/>
          <a:p>
            <a:endParaRPr lang="ko-KR" altLang="en-US"/>
          </a:p>
        </p:txBody>
      </p:sp>
      <p:sp>
        <p:nvSpPr>
          <p:cNvPr id="21" name="card rule">
            <a:extLst>
              <a:ext uri="{C183D7F6-B498-43B3-948B-1728B52AA6E4}">
                <adec:decorative xmlns:adec="http://schemas.microsoft.com/office/drawing/2017/decorative" val="1"/>
              </a:ext>
            </a:extLst>
          </p:cNvPr>
          <p:cNvSpPr/>
          <p:nvPr/>
        </p:nvSpPr>
        <p:spPr>
          <a:xfrm>
            <a:off x="3258922" y="2240280"/>
            <a:ext cx="1298448" cy="36576"/>
          </a:xfrm>
          <a:prstGeom prst="rect">
            <a:avLst/>
          </a:prstGeom>
          <a:solidFill>
            <a:srgbClr val="3B82F6"/>
          </a:solidFill>
          <a:ln w="12700">
            <a:solidFill>
              <a:srgbClr val="3B82F6"/>
            </a:solidFill>
            <a:prstDash val="solid"/>
          </a:ln>
        </p:spPr>
        <p:txBody>
          <a:bodyPr/>
          <a:lstStyle/>
          <a:p>
            <a:endParaRPr lang="ko-KR" altLang="en-US"/>
          </a:p>
        </p:txBody>
      </p:sp>
      <p:sp>
        <p:nvSpPr>
          <p:cNvPr id="22" name="Text 20"/>
          <p:cNvSpPr/>
          <p:nvPr/>
        </p:nvSpPr>
        <p:spPr>
          <a:xfrm>
            <a:off x="3414370" y="2395728"/>
            <a:ext cx="987552" cy="274320"/>
          </a:xfrm>
          <a:prstGeom prst="rect">
            <a:avLst/>
          </a:prstGeom>
          <a:noFill/>
          <a:ln/>
        </p:spPr>
        <p:txBody>
          <a:bodyPr wrap="square" lIns="0" tIns="0" rIns="0" bIns="0" rtlCol="0" anchor="ctr"/>
          <a:lstStyle/>
          <a:p>
            <a:pPr marL="0" indent="0">
              <a:buNone/>
            </a:pPr>
            <a:r>
              <a:rPr lang="en-US" sz="1250" b="1" dirty="0">
                <a:solidFill>
                  <a:srgbClr val="1D4ED8"/>
                </a:solidFill>
                <a:latin typeface="Pretendard" pitchFamily="34" charset="0"/>
                <a:ea typeface="Pretendard" pitchFamily="34" charset="-122"/>
                <a:cs typeface="Pretendard" pitchFamily="34" charset="-120"/>
              </a:rPr>
              <a:t>03</a:t>
            </a:r>
            <a:endParaRPr lang="en-US" sz="1250" dirty="0"/>
          </a:p>
        </p:txBody>
      </p:sp>
      <p:sp>
        <p:nvSpPr>
          <p:cNvPr id="23" name="Text 21"/>
          <p:cNvSpPr/>
          <p:nvPr/>
        </p:nvSpPr>
        <p:spPr>
          <a:xfrm>
            <a:off x="3414370" y="2670048"/>
            <a:ext cx="987552" cy="566928"/>
          </a:xfrm>
          <a:prstGeom prst="rect">
            <a:avLst/>
          </a:prstGeom>
          <a:noFill/>
          <a:ln/>
        </p:spPr>
        <p:txBody>
          <a:bodyPr wrap="square" lIns="0" tIns="0" rIns="0" bIns="0" rtlCol="0" anchor="t"/>
          <a:lstStyle/>
          <a:p>
            <a:pPr marL="0" indent="0">
              <a:lnSpc>
                <a:spcPct val="115000"/>
              </a:lnSpc>
              <a:buNone/>
            </a:pPr>
            <a:r>
              <a:rPr lang="en-US" sz="1100" b="1" dirty="0">
                <a:solidFill>
                  <a:srgbClr val="111827"/>
                </a:solidFill>
                <a:latin typeface="Pretendard" pitchFamily="34" charset="0"/>
                <a:ea typeface="Pretendard" pitchFamily="34" charset="-122"/>
                <a:cs typeface="Pretendard" pitchFamily="34" charset="-120"/>
              </a:rPr>
              <a:t>구성 요소</a:t>
            </a:r>
            <a:endParaRPr lang="en-US" sz="1100" dirty="0"/>
          </a:p>
          <a:p>
            <a:pPr marL="0" indent="0">
              <a:lnSpc>
                <a:spcPct val="115000"/>
              </a:lnSpc>
              <a:buNone/>
            </a:pPr>
            <a:r>
              <a:rPr lang="en-US" sz="1100" b="1" dirty="0">
                <a:solidFill>
                  <a:srgbClr val="111827"/>
                </a:solidFill>
                <a:latin typeface="Pretendard" pitchFamily="34" charset="0"/>
                <a:ea typeface="Pretendard" pitchFamily="34" charset="-122"/>
                <a:cs typeface="Pretendard" pitchFamily="34" charset="-120"/>
              </a:rPr>
              <a:t>이해</a:t>
            </a:r>
            <a:endParaRPr lang="en-US" sz="1100" dirty="0"/>
          </a:p>
        </p:txBody>
      </p:sp>
      <p:sp>
        <p:nvSpPr>
          <p:cNvPr id="24" name="Text 22"/>
          <p:cNvSpPr/>
          <p:nvPr/>
        </p:nvSpPr>
        <p:spPr>
          <a:xfrm>
            <a:off x="3414370" y="3291840"/>
            <a:ext cx="987552" cy="987552"/>
          </a:xfrm>
          <a:prstGeom prst="rect">
            <a:avLst/>
          </a:prstGeom>
          <a:noFill/>
          <a:ln/>
        </p:spPr>
        <p:txBody>
          <a:bodyPr wrap="square" lIns="0" tIns="0" rIns="0" bIns="0" rtlCol="0" anchor="ctr"/>
          <a:lstStyle/>
          <a:p>
            <a:pPr marL="0" indent="0">
              <a:lnSpc>
                <a:spcPct val="125000"/>
              </a:lnSpc>
              <a:buNone/>
            </a:pPr>
            <a:r>
              <a:rPr lang="en-US" sz="900" dirty="0">
                <a:solidFill>
                  <a:srgbClr val="4B5563"/>
                </a:solidFill>
                <a:latin typeface="Pretendard" pitchFamily="34" charset="0"/>
                <a:ea typeface="Pretendard" pitchFamily="34" charset="-122"/>
                <a:cs typeface="Pretendard" pitchFamily="34" charset="-120"/>
              </a:rPr>
              <a:t>GitHub Copilot harness에서 쓸 수 있는 요소와 각각의 역할</a:t>
            </a:r>
            <a:endParaRPr lang="en-US" sz="900" dirty="0"/>
          </a:p>
        </p:txBody>
      </p:sp>
      <p:sp>
        <p:nvSpPr>
          <p:cNvPr id="25" name="objective card">
            <a:extLst>
              <a:ext uri="{C183D7F6-B498-43B3-948B-1728B52AA6E4}">
                <adec:decorative xmlns:adec="http://schemas.microsoft.com/office/drawing/2017/decorative" val="1"/>
              </a:ext>
            </a:extLst>
          </p:cNvPr>
          <p:cNvSpPr/>
          <p:nvPr/>
        </p:nvSpPr>
        <p:spPr>
          <a:xfrm>
            <a:off x="4614062" y="2240280"/>
            <a:ext cx="1298448" cy="2194560"/>
          </a:xfrm>
          <a:prstGeom prst="rect">
            <a:avLst/>
          </a:prstGeom>
          <a:solidFill>
            <a:srgbClr val="FFFFFF"/>
          </a:solidFill>
          <a:ln w="12700">
            <a:solidFill>
              <a:srgbClr val="E5E7EB"/>
            </a:solidFill>
            <a:prstDash val="solid"/>
          </a:ln>
        </p:spPr>
        <p:txBody>
          <a:bodyPr/>
          <a:lstStyle/>
          <a:p>
            <a:endParaRPr lang="ko-KR" altLang="en-US"/>
          </a:p>
        </p:txBody>
      </p:sp>
      <p:sp>
        <p:nvSpPr>
          <p:cNvPr id="26" name="card rule">
            <a:extLst>
              <a:ext uri="{C183D7F6-B498-43B3-948B-1728B52AA6E4}">
                <adec:decorative xmlns:adec="http://schemas.microsoft.com/office/drawing/2017/decorative" val="1"/>
              </a:ext>
            </a:extLst>
          </p:cNvPr>
          <p:cNvSpPr/>
          <p:nvPr/>
        </p:nvSpPr>
        <p:spPr>
          <a:xfrm>
            <a:off x="4614062" y="2240280"/>
            <a:ext cx="1298448" cy="36576"/>
          </a:xfrm>
          <a:prstGeom prst="rect">
            <a:avLst/>
          </a:prstGeom>
          <a:solidFill>
            <a:srgbClr val="3B82F6"/>
          </a:solidFill>
          <a:ln w="12700">
            <a:solidFill>
              <a:srgbClr val="3B82F6"/>
            </a:solidFill>
            <a:prstDash val="solid"/>
          </a:ln>
        </p:spPr>
        <p:txBody>
          <a:bodyPr/>
          <a:lstStyle/>
          <a:p>
            <a:endParaRPr lang="ko-KR" altLang="en-US"/>
          </a:p>
        </p:txBody>
      </p:sp>
      <p:sp>
        <p:nvSpPr>
          <p:cNvPr id="27" name="Text 25"/>
          <p:cNvSpPr/>
          <p:nvPr/>
        </p:nvSpPr>
        <p:spPr>
          <a:xfrm>
            <a:off x="4769510" y="2395728"/>
            <a:ext cx="987552" cy="274320"/>
          </a:xfrm>
          <a:prstGeom prst="rect">
            <a:avLst/>
          </a:prstGeom>
          <a:noFill/>
          <a:ln/>
        </p:spPr>
        <p:txBody>
          <a:bodyPr wrap="square" lIns="0" tIns="0" rIns="0" bIns="0" rtlCol="0" anchor="ctr"/>
          <a:lstStyle/>
          <a:p>
            <a:pPr marL="0" indent="0">
              <a:buNone/>
            </a:pPr>
            <a:r>
              <a:rPr lang="en-US" sz="1250" b="1" dirty="0">
                <a:solidFill>
                  <a:srgbClr val="1D4ED8"/>
                </a:solidFill>
                <a:latin typeface="Pretendard" pitchFamily="34" charset="0"/>
                <a:ea typeface="Pretendard" pitchFamily="34" charset="-122"/>
                <a:cs typeface="Pretendard" pitchFamily="34" charset="-120"/>
              </a:rPr>
              <a:t>04</a:t>
            </a:r>
            <a:endParaRPr lang="en-US" sz="1250" dirty="0"/>
          </a:p>
        </p:txBody>
      </p:sp>
      <p:sp>
        <p:nvSpPr>
          <p:cNvPr id="28" name="Text 26"/>
          <p:cNvSpPr/>
          <p:nvPr/>
        </p:nvSpPr>
        <p:spPr>
          <a:xfrm>
            <a:off x="4769510" y="2670048"/>
            <a:ext cx="987552" cy="566928"/>
          </a:xfrm>
          <a:prstGeom prst="rect">
            <a:avLst/>
          </a:prstGeom>
          <a:noFill/>
          <a:ln/>
        </p:spPr>
        <p:txBody>
          <a:bodyPr wrap="square" lIns="0" tIns="0" rIns="0" bIns="0" rtlCol="0" anchor="t"/>
          <a:lstStyle/>
          <a:p>
            <a:pPr marL="0" indent="0">
              <a:lnSpc>
                <a:spcPct val="115000"/>
              </a:lnSpc>
              <a:buNone/>
            </a:pPr>
            <a:r>
              <a:rPr lang="en-US" sz="1100" b="1" dirty="0">
                <a:solidFill>
                  <a:srgbClr val="111827"/>
                </a:solidFill>
                <a:latin typeface="Pretendard" pitchFamily="34" charset="0"/>
                <a:ea typeface="Pretendard" pitchFamily="34" charset="-122"/>
                <a:cs typeface="Pretendard" pitchFamily="34" charset="-120"/>
              </a:rPr>
              <a:t>역량</a:t>
            </a:r>
            <a:endParaRPr lang="en-US" sz="1100" dirty="0"/>
          </a:p>
          <a:p>
            <a:pPr marL="0" indent="0">
              <a:lnSpc>
                <a:spcPct val="115000"/>
              </a:lnSpc>
              <a:buNone/>
            </a:pPr>
            <a:r>
              <a:rPr lang="en-US" sz="1100" b="1" dirty="0">
                <a:solidFill>
                  <a:srgbClr val="111827"/>
                </a:solidFill>
                <a:latin typeface="Pretendard" pitchFamily="34" charset="0"/>
                <a:ea typeface="Pretendard" pitchFamily="34" charset="-122"/>
                <a:cs typeface="Pretendard" pitchFamily="34" charset="-120"/>
              </a:rPr>
              <a:t>확장</a:t>
            </a:r>
            <a:endParaRPr lang="en-US" sz="1100" dirty="0"/>
          </a:p>
        </p:txBody>
      </p:sp>
      <p:sp>
        <p:nvSpPr>
          <p:cNvPr id="29" name="Text 27"/>
          <p:cNvSpPr/>
          <p:nvPr/>
        </p:nvSpPr>
        <p:spPr>
          <a:xfrm>
            <a:off x="4769510" y="3291840"/>
            <a:ext cx="987552" cy="987552"/>
          </a:xfrm>
          <a:prstGeom prst="rect">
            <a:avLst/>
          </a:prstGeom>
          <a:noFill/>
          <a:ln/>
        </p:spPr>
        <p:txBody>
          <a:bodyPr wrap="square" lIns="0" tIns="0" rIns="0" bIns="0" rtlCol="0" anchor="ctr"/>
          <a:lstStyle/>
          <a:p>
            <a:pPr marL="0" indent="0">
              <a:lnSpc>
                <a:spcPct val="125000"/>
              </a:lnSpc>
              <a:buNone/>
            </a:pPr>
            <a:r>
              <a:rPr lang="en-US" sz="900" dirty="0">
                <a:solidFill>
                  <a:srgbClr val="4B5563"/>
                </a:solidFill>
                <a:latin typeface="Pretendard" pitchFamily="34" charset="0"/>
                <a:ea typeface="Pretendard" pitchFamily="34" charset="-122"/>
                <a:cs typeface="Pretendard" pitchFamily="34" charset="-120"/>
              </a:rPr>
              <a:t>Work IQ, Skills, Workflows가 역량을 어떻게 넓히는지</a:t>
            </a:r>
            <a:endParaRPr lang="en-US" sz="900" dirty="0"/>
          </a:p>
        </p:txBody>
      </p:sp>
      <p:sp>
        <p:nvSpPr>
          <p:cNvPr id="30" name="objective card">
            <a:extLst>
              <a:ext uri="{C183D7F6-B498-43B3-948B-1728B52AA6E4}">
                <adec:decorative xmlns:adec="http://schemas.microsoft.com/office/drawing/2017/decorative" val="1"/>
              </a:ext>
            </a:extLst>
          </p:cNvPr>
          <p:cNvSpPr/>
          <p:nvPr/>
        </p:nvSpPr>
        <p:spPr>
          <a:xfrm>
            <a:off x="5969203" y="2240280"/>
            <a:ext cx="1298448" cy="2194560"/>
          </a:xfrm>
          <a:prstGeom prst="rect">
            <a:avLst/>
          </a:prstGeom>
          <a:solidFill>
            <a:srgbClr val="FFFFFF"/>
          </a:solidFill>
          <a:ln w="12700">
            <a:solidFill>
              <a:srgbClr val="E5E7EB"/>
            </a:solidFill>
            <a:prstDash val="solid"/>
          </a:ln>
        </p:spPr>
        <p:txBody>
          <a:bodyPr/>
          <a:lstStyle/>
          <a:p>
            <a:endParaRPr lang="ko-KR" altLang="en-US"/>
          </a:p>
        </p:txBody>
      </p:sp>
      <p:sp>
        <p:nvSpPr>
          <p:cNvPr id="31" name="card rule">
            <a:extLst>
              <a:ext uri="{C183D7F6-B498-43B3-948B-1728B52AA6E4}">
                <adec:decorative xmlns:adec="http://schemas.microsoft.com/office/drawing/2017/decorative" val="1"/>
              </a:ext>
            </a:extLst>
          </p:cNvPr>
          <p:cNvSpPr/>
          <p:nvPr/>
        </p:nvSpPr>
        <p:spPr>
          <a:xfrm>
            <a:off x="5969203" y="2240280"/>
            <a:ext cx="1298448" cy="36576"/>
          </a:xfrm>
          <a:prstGeom prst="rect">
            <a:avLst/>
          </a:prstGeom>
          <a:solidFill>
            <a:srgbClr val="3B82F6"/>
          </a:solidFill>
          <a:ln w="12700">
            <a:solidFill>
              <a:srgbClr val="3B82F6"/>
            </a:solidFill>
            <a:prstDash val="solid"/>
          </a:ln>
        </p:spPr>
        <p:txBody>
          <a:bodyPr/>
          <a:lstStyle/>
          <a:p>
            <a:endParaRPr lang="ko-KR" altLang="en-US"/>
          </a:p>
        </p:txBody>
      </p:sp>
      <p:sp>
        <p:nvSpPr>
          <p:cNvPr id="32" name="Text 30"/>
          <p:cNvSpPr/>
          <p:nvPr/>
        </p:nvSpPr>
        <p:spPr>
          <a:xfrm>
            <a:off x="6124651" y="2395728"/>
            <a:ext cx="987552" cy="274320"/>
          </a:xfrm>
          <a:prstGeom prst="rect">
            <a:avLst/>
          </a:prstGeom>
          <a:noFill/>
          <a:ln/>
        </p:spPr>
        <p:txBody>
          <a:bodyPr wrap="square" lIns="0" tIns="0" rIns="0" bIns="0" rtlCol="0" anchor="ctr"/>
          <a:lstStyle/>
          <a:p>
            <a:pPr marL="0" indent="0">
              <a:buNone/>
            </a:pPr>
            <a:r>
              <a:rPr lang="en-US" sz="1250" b="1" dirty="0">
                <a:solidFill>
                  <a:srgbClr val="1D4ED8"/>
                </a:solidFill>
                <a:latin typeface="Pretendard" pitchFamily="34" charset="0"/>
                <a:ea typeface="Pretendard" pitchFamily="34" charset="-122"/>
                <a:cs typeface="Pretendard" pitchFamily="34" charset="-120"/>
              </a:rPr>
              <a:t>05</a:t>
            </a:r>
            <a:endParaRPr lang="en-US" sz="1250" dirty="0"/>
          </a:p>
        </p:txBody>
      </p:sp>
      <p:sp>
        <p:nvSpPr>
          <p:cNvPr id="33" name="Text 31"/>
          <p:cNvSpPr/>
          <p:nvPr/>
        </p:nvSpPr>
        <p:spPr>
          <a:xfrm>
            <a:off x="6124651" y="2670048"/>
            <a:ext cx="987552" cy="566928"/>
          </a:xfrm>
          <a:prstGeom prst="rect">
            <a:avLst/>
          </a:prstGeom>
          <a:noFill/>
          <a:ln/>
        </p:spPr>
        <p:txBody>
          <a:bodyPr wrap="square" lIns="0" tIns="0" rIns="0" bIns="0" rtlCol="0" anchor="t"/>
          <a:lstStyle/>
          <a:p>
            <a:pPr marL="0" indent="0">
              <a:lnSpc>
                <a:spcPct val="115000"/>
              </a:lnSpc>
              <a:buNone/>
            </a:pPr>
            <a:r>
              <a:rPr lang="en-US" sz="1100" b="1" dirty="0">
                <a:solidFill>
                  <a:srgbClr val="111827"/>
                </a:solidFill>
                <a:latin typeface="Pretendard" pitchFamily="34" charset="0"/>
                <a:ea typeface="Pretendard" pitchFamily="34" charset="-122"/>
                <a:cs typeface="Pretendard" pitchFamily="34" charset="-120"/>
              </a:rPr>
              <a:t>workflow</a:t>
            </a:r>
            <a:endParaRPr lang="en-US" sz="1100" dirty="0"/>
          </a:p>
          <a:p>
            <a:pPr marL="0" indent="0">
              <a:lnSpc>
                <a:spcPct val="115000"/>
              </a:lnSpc>
              <a:buNone/>
            </a:pPr>
            <a:r>
              <a:rPr lang="en-US" sz="1100" b="1" dirty="0">
                <a:solidFill>
                  <a:srgbClr val="111827"/>
                </a:solidFill>
                <a:latin typeface="Pretendard" pitchFamily="34" charset="0"/>
                <a:ea typeface="Pretendard" pitchFamily="34" charset="-122"/>
                <a:cs typeface="Pretendard" pitchFamily="34" charset="-120"/>
              </a:rPr>
              <a:t>판단</a:t>
            </a:r>
            <a:endParaRPr lang="en-US" sz="1100" dirty="0"/>
          </a:p>
        </p:txBody>
      </p:sp>
      <p:sp>
        <p:nvSpPr>
          <p:cNvPr id="34" name="Text 32"/>
          <p:cNvSpPr/>
          <p:nvPr/>
        </p:nvSpPr>
        <p:spPr>
          <a:xfrm>
            <a:off x="6124651" y="3291840"/>
            <a:ext cx="987552" cy="987552"/>
          </a:xfrm>
          <a:prstGeom prst="rect">
            <a:avLst/>
          </a:prstGeom>
          <a:noFill/>
          <a:ln/>
        </p:spPr>
        <p:txBody>
          <a:bodyPr wrap="square" lIns="0" tIns="0" rIns="0" bIns="0" rtlCol="0" anchor="ctr"/>
          <a:lstStyle/>
          <a:p>
            <a:pPr marL="0" indent="0">
              <a:lnSpc>
                <a:spcPct val="125000"/>
              </a:lnSpc>
              <a:buNone/>
            </a:pPr>
            <a:r>
              <a:rPr lang="en-US" sz="900" dirty="0">
                <a:solidFill>
                  <a:srgbClr val="4B5563"/>
                </a:solidFill>
                <a:latin typeface="Pretendard" pitchFamily="34" charset="0"/>
                <a:ea typeface="Pretendard" pitchFamily="34" charset="-122"/>
                <a:cs typeface="Pretendard" pitchFamily="34" charset="-120"/>
              </a:rPr>
              <a:t>오케스트레이터에게 맡기지 않고 workflow를 써야 할 시점</a:t>
            </a:r>
            <a:endParaRPr lang="en-US" sz="900" dirty="0"/>
          </a:p>
        </p:txBody>
      </p:sp>
      <p:sp>
        <p:nvSpPr>
          <p:cNvPr id="35" name="objective card">
            <a:extLst>
              <a:ext uri="{C183D7F6-B498-43B3-948B-1728B52AA6E4}">
                <adec:decorative xmlns:adec="http://schemas.microsoft.com/office/drawing/2017/decorative" val="1"/>
              </a:ext>
            </a:extLst>
          </p:cNvPr>
          <p:cNvSpPr/>
          <p:nvPr/>
        </p:nvSpPr>
        <p:spPr>
          <a:xfrm>
            <a:off x="7324344" y="2240280"/>
            <a:ext cx="1298448" cy="2194560"/>
          </a:xfrm>
          <a:prstGeom prst="rect">
            <a:avLst/>
          </a:prstGeom>
          <a:solidFill>
            <a:srgbClr val="FFFFFF"/>
          </a:solidFill>
          <a:ln w="12700">
            <a:solidFill>
              <a:srgbClr val="E5E7EB"/>
            </a:solidFill>
            <a:prstDash val="solid"/>
          </a:ln>
        </p:spPr>
        <p:txBody>
          <a:bodyPr/>
          <a:lstStyle/>
          <a:p>
            <a:endParaRPr lang="ko-KR" altLang="en-US"/>
          </a:p>
        </p:txBody>
      </p:sp>
      <p:sp>
        <p:nvSpPr>
          <p:cNvPr id="36" name="card rule">
            <a:extLst>
              <a:ext uri="{C183D7F6-B498-43B3-948B-1728B52AA6E4}">
                <adec:decorative xmlns:adec="http://schemas.microsoft.com/office/drawing/2017/decorative" val="1"/>
              </a:ext>
            </a:extLst>
          </p:cNvPr>
          <p:cNvSpPr/>
          <p:nvPr/>
        </p:nvSpPr>
        <p:spPr>
          <a:xfrm>
            <a:off x="7324344" y="2240280"/>
            <a:ext cx="1298448" cy="36576"/>
          </a:xfrm>
          <a:prstGeom prst="rect">
            <a:avLst/>
          </a:prstGeom>
          <a:solidFill>
            <a:srgbClr val="3B82F6"/>
          </a:solidFill>
          <a:ln w="12700">
            <a:solidFill>
              <a:srgbClr val="3B82F6"/>
            </a:solidFill>
            <a:prstDash val="solid"/>
          </a:ln>
        </p:spPr>
        <p:txBody>
          <a:bodyPr/>
          <a:lstStyle/>
          <a:p>
            <a:endParaRPr lang="ko-KR" altLang="en-US"/>
          </a:p>
        </p:txBody>
      </p:sp>
      <p:sp>
        <p:nvSpPr>
          <p:cNvPr id="37" name="Text 35"/>
          <p:cNvSpPr/>
          <p:nvPr/>
        </p:nvSpPr>
        <p:spPr>
          <a:xfrm>
            <a:off x="7479792" y="2395728"/>
            <a:ext cx="987552" cy="274320"/>
          </a:xfrm>
          <a:prstGeom prst="rect">
            <a:avLst/>
          </a:prstGeom>
          <a:noFill/>
          <a:ln/>
        </p:spPr>
        <p:txBody>
          <a:bodyPr wrap="square" lIns="0" tIns="0" rIns="0" bIns="0" rtlCol="0" anchor="ctr"/>
          <a:lstStyle/>
          <a:p>
            <a:pPr marL="0" indent="0">
              <a:buNone/>
            </a:pPr>
            <a:r>
              <a:rPr lang="en-US" sz="1250" b="1" dirty="0">
                <a:solidFill>
                  <a:srgbClr val="1D4ED8"/>
                </a:solidFill>
                <a:latin typeface="Pretendard" pitchFamily="34" charset="0"/>
                <a:ea typeface="Pretendard" pitchFamily="34" charset="-122"/>
                <a:cs typeface="Pretendard" pitchFamily="34" charset="-120"/>
              </a:rPr>
              <a:t>06</a:t>
            </a:r>
            <a:endParaRPr lang="en-US" sz="1250" dirty="0"/>
          </a:p>
        </p:txBody>
      </p:sp>
      <p:sp>
        <p:nvSpPr>
          <p:cNvPr id="38" name="Text 36"/>
          <p:cNvSpPr/>
          <p:nvPr/>
        </p:nvSpPr>
        <p:spPr>
          <a:xfrm>
            <a:off x="7479792" y="2670048"/>
            <a:ext cx="987552" cy="566928"/>
          </a:xfrm>
          <a:prstGeom prst="rect">
            <a:avLst/>
          </a:prstGeom>
          <a:noFill/>
          <a:ln/>
        </p:spPr>
        <p:txBody>
          <a:bodyPr wrap="square" lIns="0" tIns="0" rIns="0" bIns="0" rtlCol="0" anchor="t"/>
          <a:lstStyle/>
          <a:p>
            <a:pPr marL="0" indent="0">
              <a:lnSpc>
                <a:spcPct val="115000"/>
              </a:lnSpc>
              <a:buNone/>
            </a:pPr>
            <a:r>
              <a:rPr lang="en-US" sz="1100" b="1" dirty="0">
                <a:solidFill>
                  <a:srgbClr val="111827"/>
                </a:solidFill>
                <a:latin typeface="Pretendard" pitchFamily="34" charset="0"/>
                <a:ea typeface="Pretendard" pitchFamily="34" charset="-122"/>
                <a:cs typeface="Pretendard" pitchFamily="34" charset="-120"/>
              </a:rPr>
              <a:t>채널과</a:t>
            </a:r>
            <a:endParaRPr lang="en-US" sz="1100" dirty="0"/>
          </a:p>
          <a:p>
            <a:pPr marL="0" indent="0">
              <a:lnSpc>
                <a:spcPct val="115000"/>
              </a:lnSpc>
              <a:buNone/>
            </a:pPr>
            <a:r>
              <a:rPr lang="en-US" sz="1100" b="1" dirty="0">
                <a:solidFill>
                  <a:srgbClr val="111827"/>
                </a:solidFill>
                <a:latin typeface="Pretendard" pitchFamily="34" charset="0"/>
                <a:ea typeface="Pretendard" pitchFamily="34" charset="-122"/>
                <a:cs typeface="Pretendard" pitchFamily="34" charset="-120"/>
              </a:rPr>
              <a:t>거버넌스</a:t>
            </a:r>
            <a:endParaRPr lang="en-US" sz="1100" dirty="0"/>
          </a:p>
        </p:txBody>
      </p:sp>
      <p:sp>
        <p:nvSpPr>
          <p:cNvPr id="39" name="Text 37"/>
          <p:cNvSpPr/>
          <p:nvPr/>
        </p:nvSpPr>
        <p:spPr>
          <a:xfrm>
            <a:off x="7479792" y="3291840"/>
            <a:ext cx="987552" cy="987552"/>
          </a:xfrm>
          <a:prstGeom prst="rect">
            <a:avLst/>
          </a:prstGeom>
          <a:noFill/>
          <a:ln/>
        </p:spPr>
        <p:txBody>
          <a:bodyPr wrap="square" lIns="0" tIns="0" rIns="0" bIns="0" rtlCol="0" anchor="ctr"/>
          <a:lstStyle/>
          <a:p>
            <a:pPr marL="0" indent="0">
              <a:lnSpc>
                <a:spcPct val="125000"/>
              </a:lnSpc>
              <a:buNone/>
            </a:pPr>
            <a:r>
              <a:rPr lang="en-US" sz="900" dirty="0">
                <a:solidFill>
                  <a:srgbClr val="4B5563"/>
                </a:solidFill>
                <a:latin typeface="Pretendard" pitchFamily="34" charset="0"/>
                <a:ea typeface="Pretendard" pitchFamily="34" charset="-122"/>
                <a:cs typeface="Pretendard" pitchFamily="34" charset="-120"/>
              </a:rPr>
              <a:t>게시 채널과 거버넌스를 하이 레벨에서 파악하기</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플랫폼 이해</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Copilot Studio는 무엇이고, 무엇이 아닌가</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ko-KR" alt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02  ·  포지셔닝</a:t>
            </a:r>
            <a:endParaRPr lang="en-US" sz="950" dirty="0"/>
          </a:p>
        </p:txBody>
      </p:sp>
      <p:sp>
        <p:nvSpPr>
          <p:cNvPr id="7" name="key message band">
            <a:extLst>
              <a:ext uri="{C183D7F6-B498-43B3-948B-1728B52AA6E4}">
                <adec:decorative xmlns:adec="http://schemas.microsoft.com/office/drawing/2017/decorative" val="1"/>
              </a:ext>
            </a:extLst>
          </p:cNvPr>
          <p:cNvSpPr/>
          <p:nvPr/>
        </p:nvSpPr>
        <p:spPr>
          <a:xfrm>
            <a:off x="548640" y="1417320"/>
            <a:ext cx="8046720" cy="566928"/>
          </a:xfrm>
          <a:prstGeom prst="rect">
            <a:avLst/>
          </a:prstGeom>
          <a:solidFill>
            <a:srgbClr val="F3F5F9"/>
          </a:solidFill>
          <a:ln w="12700">
            <a:solidFill>
              <a:srgbClr val="F3F5F9"/>
            </a:solidFill>
            <a:prstDash val="solid"/>
          </a:ln>
        </p:spPr>
        <p:txBody>
          <a:bodyPr/>
          <a:lstStyle/>
          <a:p>
            <a:endParaRPr lang="ko-KR" altLang="en-US"/>
          </a:p>
        </p:txBody>
      </p:sp>
      <p:sp>
        <p:nvSpPr>
          <p:cNvPr id="8" name="accent bar">
            <a:extLst>
              <a:ext uri="{C183D7F6-B498-43B3-948B-1728B52AA6E4}">
                <adec:decorative xmlns:adec="http://schemas.microsoft.com/office/drawing/2017/decorative" val="1"/>
              </a:ext>
            </a:extLst>
          </p:cNvPr>
          <p:cNvSpPr/>
          <p:nvPr/>
        </p:nvSpPr>
        <p:spPr>
          <a:xfrm>
            <a:off x="548640" y="1417320"/>
            <a:ext cx="50292" cy="566928"/>
          </a:xfrm>
          <a:prstGeom prst="rect">
            <a:avLst/>
          </a:prstGeom>
          <a:solidFill>
            <a:srgbClr val="1D4ED8"/>
          </a:solidFill>
          <a:ln w="12700">
            <a:solidFill>
              <a:srgbClr val="1D4ED8"/>
            </a:solidFill>
            <a:prstDash val="solid"/>
          </a:ln>
        </p:spPr>
        <p:txBody>
          <a:bodyPr/>
          <a:lstStyle/>
          <a:p>
            <a:endParaRPr lang="ko-KR" altLang="en-US"/>
          </a:p>
        </p:txBody>
      </p:sp>
      <p:sp>
        <p:nvSpPr>
          <p:cNvPr id="9" name="Text 7"/>
          <p:cNvSpPr/>
          <p:nvPr/>
        </p:nvSpPr>
        <p:spPr>
          <a:xfrm>
            <a:off x="749808" y="1417320"/>
            <a:ext cx="7680960" cy="566928"/>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챗봇 디자이너가 아니라, 구축·테스트·게시·모니터링을 아우르는 low-code 에이전트 플랫폼입니다.</a:t>
            </a:r>
            <a:endParaRPr lang="en-US" sz="1350" dirty="0"/>
          </a:p>
        </p:txBody>
      </p:sp>
      <p:sp>
        <p:nvSpPr>
          <p:cNvPr id="10" name="card frame">
            <a:extLst>
              <a:ext uri="{C183D7F6-B498-43B3-948B-1728B52AA6E4}">
                <adec:decorative xmlns:adec="http://schemas.microsoft.com/office/drawing/2017/decorative" val="1"/>
              </a:ext>
            </a:extLst>
          </p:cNvPr>
          <p:cNvSpPr/>
          <p:nvPr/>
        </p:nvSpPr>
        <p:spPr>
          <a:xfrm>
            <a:off x="548640" y="2286000"/>
            <a:ext cx="2560320" cy="1783080"/>
          </a:xfrm>
          <a:prstGeom prst="rect">
            <a:avLst/>
          </a:prstGeom>
          <a:solidFill>
            <a:srgbClr val="FFFFFF"/>
          </a:solidFill>
          <a:ln w="12700">
            <a:solidFill>
              <a:srgbClr val="E5E7EB"/>
            </a:solidFill>
            <a:prstDash val="solid"/>
          </a:ln>
        </p:spPr>
        <p:txBody>
          <a:bodyPr/>
          <a:lstStyle/>
          <a:p>
            <a:endParaRPr lang="ko-KR" altLang="en-US"/>
          </a:p>
        </p:txBody>
      </p:sp>
      <p:sp>
        <p:nvSpPr>
          <p:cNvPr id="11" name="card top rule">
            <a:extLst>
              <a:ext uri="{C183D7F6-B498-43B3-948B-1728B52AA6E4}">
                <adec:decorative xmlns:adec="http://schemas.microsoft.com/office/drawing/2017/decorative" val="1"/>
              </a:ext>
            </a:extLst>
          </p:cNvPr>
          <p:cNvSpPr/>
          <p:nvPr/>
        </p:nvSpPr>
        <p:spPr>
          <a:xfrm>
            <a:off x="548640" y="2286000"/>
            <a:ext cx="2560320" cy="36576"/>
          </a:xfrm>
          <a:prstGeom prst="rect">
            <a:avLst/>
          </a:prstGeom>
          <a:solidFill>
            <a:srgbClr val="3B82F6"/>
          </a:solidFill>
          <a:ln w="12700">
            <a:solidFill>
              <a:srgbClr val="3B82F6"/>
            </a:solidFill>
            <a:prstDash val="solid"/>
          </a:ln>
        </p:spPr>
        <p:txBody>
          <a:bodyPr/>
          <a:lstStyle/>
          <a:p>
            <a:endParaRPr lang="ko-KR" altLang="en-US"/>
          </a:p>
        </p:txBody>
      </p:sp>
      <p:sp>
        <p:nvSpPr>
          <p:cNvPr id="12" name="Text 10"/>
          <p:cNvSpPr/>
          <p:nvPr/>
        </p:nvSpPr>
        <p:spPr>
          <a:xfrm>
            <a:off x="786384" y="2487168"/>
            <a:ext cx="2084832"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01</a:t>
            </a:r>
            <a:endParaRPr lang="en-US" sz="1300" dirty="0"/>
          </a:p>
        </p:txBody>
      </p:sp>
      <p:sp>
        <p:nvSpPr>
          <p:cNvPr id="13" name="Text 11"/>
          <p:cNvSpPr/>
          <p:nvPr/>
        </p:nvSpPr>
        <p:spPr>
          <a:xfrm>
            <a:off x="786384" y="2788920"/>
            <a:ext cx="2084832" cy="310896"/>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Microsoft 365 Copilot 확장</a:t>
            </a:r>
            <a:endParaRPr lang="en-US" sz="1350" dirty="0"/>
          </a:p>
        </p:txBody>
      </p:sp>
      <p:sp>
        <p:nvSpPr>
          <p:cNvPr id="14" name="Text 12"/>
          <p:cNvSpPr/>
          <p:nvPr/>
        </p:nvSpPr>
        <p:spPr>
          <a:xfrm>
            <a:off x="786384" y="3127248"/>
            <a:ext cx="2084832" cy="740664"/>
          </a:xfrm>
          <a:prstGeom prst="rect">
            <a:avLst/>
          </a:prstGeom>
          <a:noFill/>
          <a:ln/>
        </p:spPr>
        <p:txBody>
          <a:bodyPr wrap="square" lIns="0" tIns="0" rIns="0" bIns="0" rtlCol="0" anchor="t"/>
          <a:lstStyle/>
          <a:p>
            <a:pPr marL="0" indent="0">
              <a:lnSpc>
                <a:spcPct val="125000"/>
              </a:lnSpc>
              <a:buNone/>
            </a:pPr>
            <a:r>
              <a:rPr lang="en-US" sz="1050" dirty="0">
                <a:solidFill>
                  <a:srgbClr val="4B5563"/>
                </a:solidFill>
                <a:latin typeface="Pretendard" pitchFamily="34" charset="0"/>
                <a:ea typeface="Pretendard" pitchFamily="34" charset="-122"/>
                <a:cs typeface="Pretendard" pitchFamily="34" charset="-120"/>
              </a:rPr>
              <a:t>여러분이 만든 에이전트가 Teams와 Microsoft 365 Copilot 경험 안에 바로 나타날 수 있습니다.</a:t>
            </a:r>
            <a:endParaRPr lang="en-US" sz="1050" dirty="0"/>
          </a:p>
        </p:txBody>
      </p:sp>
      <p:sp>
        <p:nvSpPr>
          <p:cNvPr id="15" name="card frame">
            <a:extLst>
              <a:ext uri="{C183D7F6-B498-43B3-948B-1728B52AA6E4}">
                <adec:decorative xmlns:adec="http://schemas.microsoft.com/office/drawing/2017/decorative" val="1"/>
              </a:ext>
            </a:extLst>
          </p:cNvPr>
          <p:cNvSpPr/>
          <p:nvPr/>
        </p:nvSpPr>
        <p:spPr>
          <a:xfrm>
            <a:off x="3291840" y="2286000"/>
            <a:ext cx="2560320" cy="1783080"/>
          </a:xfrm>
          <a:prstGeom prst="rect">
            <a:avLst/>
          </a:prstGeom>
          <a:solidFill>
            <a:srgbClr val="FFFFFF"/>
          </a:solidFill>
          <a:ln w="12700">
            <a:solidFill>
              <a:srgbClr val="E5E7EB"/>
            </a:solidFill>
            <a:prstDash val="solid"/>
          </a:ln>
        </p:spPr>
        <p:txBody>
          <a:bodyPr/>
          <a:lstStyle/>
          <a:p>
            <a:endParaRPr lang="ko-KR" altLang="en-US"/>
          </a:p>
        </p:txBody>
      </p:sp>
      <p:sp>
        <p:nvSpPr>
          <p:cNvPr id="16" name="card top rule">
            <a:extLst>
              <a:ext uri="{C183D7F6-B498-43B3-948B-1728B52AA6E4}">
                <adec:decorative xmlns:adec="http://schemas.microsoft.com/office/drawing/2017/decorative" val="1"/>
              </a:ext>
            </a:extLst>
          </p:cNvPr>
          <p:cNvSpPr/>
          <p:nvPr/>
        </p:nvSpPr>
        <p:spPr>
          <a:xfrm>
            <a:off x="3291840" y="2286000"/>
            <a:ext cx="2560320" cy="36576"/>
          </a:xfrm>
          <a:prstGeom prst="rect">
            <a:avLst/>
          </a:prstGeom>
          <a:solidFill>
            <a:srgbClr val="3B82F6"/>
          </a:solidFill>
          <a:ln w="12700">
            <a:solidFill>
              <a:srgbClr val="3B82F6"/>
            </a:solidFill>
            <a:prstDash val="solid"/>
          </a:ln>
        </p:spPr>
        <p:txBody>
          <a:bodyPr/>
          <a:lstStyle/>
          <a:p>
            <a:endParaRPr lang="ko-KR" altLang="en-US"/>
          </a:p>
        </p:txBody>
      </p:sp>
      <p:sp>
        <p:nvSpPr>
          <p:cNvPr id="17" name="Text 15"/>
          <p:cNvSpPr/>
          <p:nvPr/>
        </p:nvSpPr>
        <p:spPr>
          <a:xfrm>
            <a:off x="3529584" y="2487168"/>
            <a:ext cx="2084832"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02</a:t>
            </a:r>
            <a:endParaRPr lang="en-US" sz="1300" dirty="0"/>
          </a:p>
        </p:txBody>
      </p:sp>
      <p:sp>
        <p:nvSpPr>
          <p:cNvPr id="18" name="Text 16"/>
          <p:cNvSpPr/>
          <p:nvPr/>
        </p:nvSpPr>
        <p:spPr>
          <a:xfrm>
            <a:off x="3529584" y="2788920"/>
            <a:ext cx="2084832" cy="310896"/>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Power Platform의 일부</a:t>
            </a:r>
            <a:endParaRPr lang="en-US" sz="1350" dirty="0"/>
          </a:p>
        </p:txBody>
      </p:sp>
      <p:sp>
        <p:nvSpPr>
          <p:cNvPr id="19" name="Text 17"/>
          <p:cNvSpPr/>
          <p:nvPr/>
        </p:nvSpPr>
        <p:spPr>
          <a:xfrm>
            <a:off x="3529584" y="3127248"/>
            <a:ext cx="2084832" cy="740664"/>
          </a:xfrm>
          <a:prstGeom prst="rect">
            <a:avLst/>
          </a:prstGeom>
          <a:noFill/>
          <a:ln/>
        </p:spPr>
        <p:txBody>
          <a:bodyPr wrap="square" lIns="0" tIns="0" rIns="0" bIns="0" rtlCol="0" anchor="t"/>
          <a:lstStyle/>
          <a:p>
            <a:pPr marL="0" indent="0">
              <a:lnSpc>
                <a:spcPct val="125000"/>
              </a:lnSpc>
              <a:buNone/>
            </a:pPr>
            <a:r>
              <a:rPr lang="en-US" sz="1050" dirty="0">
                <a:solidFill>
                  <a:srgbClr val="4B5563"/>
                </a:solidFill>
                <a:latin typeface="Pretendard" pitchFamily="34" charset="0"/>
                <a:ea typeface="Pretendard" pitchFamily="34" charset="-122"/>
                <a:cs typeface="Pretendard" pitchFamily="34" charset="-120"/>
              </a:rPr>
              <a:t>환경, 솔루션, 커넥터, Dataverse를 그대로 활용합니다.</a:t>
            </a:r>
            <a:endParaRPr lang="en-US" sz="1050" dirty="0"/>
          </a:p>
        </p:txBody>
      </p:sp>
      <p:sp>
        <p:nvSpPr>
          <p:cNvPr id="20" name="card frame">
            <a:extLst>
              <a:ext uri="{C183D7F6-B498-43B3-948B-1728B52AA6E4}">
                <adec:decorative xmlns:adec="http://schemas.microsoft.com/office/drawing/2017/decorative" val="1"/>
              </a:ext>
            </a:extLst>
          </p:cNvPr>
          <p:cNvSpPr/>
          <p:nvPr/>
        </p:nvSpPr>
        <p:spPr>
          <a:xfrm>
            <a:off x="6035040" y="2286000"/>
            <a:ext cx="2560320" cy="1783080"/>
          </a:xfrm>
          <a:prstGeom prst="rect">
            <a:avLst/>
          </a:prstGeom>
          <a:solidFill>
            <a:srgbClr val="FFFFFF"/>
          </a:solidFill>
          <a:ln w="12700">
            <a:solidFill>
              <a:srgbClr val="E5E7EB"/>
            </a:solidFill>
            <a:prstDash val="solid"/>
          </a:ln>
        </p:spPr>
        <p:txBody>
          <a:bodyPr/>
          <a:lstStyle/>
          <a:p>
            <a:endParaRPr lang="ko-KR" altLang="en-US"/>
          </a:p>
        </p:txBody>
      </p:sp>
      <p:sp>
        <p:nvSpPr>
          <p:cNvPr id="21" name="card top rule">
            <a:extLst>
              <a:ext uri="{C183D7F6-B498-43B3-948B-1728B52AA6E4}">
                <adec:decorative xmlns:adec="http://schemas.microsoft.com/office/drawing/2017/decorative" val="1"/>
              </a:ext>
            </a:extLst>
          </p:cNvPr>
          <p:cNvSpPr/>
          <p:nvPr/>
        </p:nvSpPr>
        <p:spPr>
          <a:xfrm>
            <a:off x="6035040" y="2286000"/>
            <a:ext cx="2560320" cy="36576"/>
          </a:xfrm>
          <a:prstGeom prst="rect">
            <a:avLst/>
          </a:prstGeom>
          <a:solidFill>
            <a:srgbClr val="3B82F6"/>
          </a:solidFill>
          <a:ln w="12700">
            <a:solidFill>
              <a:srgbClr val="3B82F6"/>
            </a:solidFill>
            <a:prstDash val="solid"/>
          </a:ln>
        </p:spPr>
        <p:txBody>
          <a:bodyPr/>
          <a:lstStyle/>
          <a:p>
            <a:endParaRPr lang="ko-KR" altLang="en-US"/>
          </a:p>
        </p:txBody>
      </p:sp>
      <p:sp>
        <p:nvSpPr>
          <p:cNvPr id="22" name="Text 20"/>
          <p:cNvSpPr/>
          <p:nvPr/>
        </p:nvSpPr>
        <p:spPr>
          <a:xfrm>
            <a:off x="6272784" y="2487168"/>
            <a:ext cx="2084832"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03</a:t>
            </a:r>
            <a:endParaRPr lang="en-US" sz="1300" dirty="0"/>
          </a:p>
        </p:txBody>
      </p:sp>
      <p:sp>
        <p:nvSpPr>
          <p:cNvPr id="23" name="Text 21"/>
          <p:cNvSpPr/>
          <p:nvPr/>
        </p:nvSpPr>
        <p:spPr>
          <a:xfrm>
            <a:off x="6272784" y="2788920"/>
            <a:ext cx="2084832" cy="310896"/>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Azure AI까지 연결</a:t>
            </a:r>
            <a:endParaRPr lang="en-US" sz="1350" dirty="0"/>
          </a:p>
        </p:txBody>
      </p:sp>
      <p:sp>
        <p:nvSpPr>
          <p:cNvPr id="24" name="Text 22"/>
          <p:cNvSpPr/>
          <p:nvPr/>
        </p:nvSpPr>
        <p:spPr>
          <a:xfrm>
            <a:off x="6272784" y="3127248"/>
            <a:ext cx="2084832" cy="740664"/>
          </a:xfrm>
          <a:prstGeom prst="rect">
            <a:avLst/>
          </a:prstGeom>
          <a:noFill/>
          <a:ln/>
        </p:spPr>
        <p:txBody>
          <a:bodyPr wrap="square" lIns="0" tIns="0" rIns="0" bIns="0" rtlCol="0" anchor="t"/>
          <a:lstStyle/>
          <a:p>
            <a:pPr marL="0" indent="0">
              <a:lnSpc>
                <a:spcPct val="125000"/>
              </a:lnSpc>
              <a:buNone/>
            </a:pPr>
            <a:r>
              <a:rPr lang="en-US" sz="1050" dirty="0">
                <a:solidFill>
                  <a:srgbClr val="4B5563"/>
                </a:solidFill>
                <a:latin typeface="Pretendard" pitchFamily="34" charset="0"/>
                <a:ea typeface="Pretendard" pitchFamily="34" charset="-122"/>
                <a:cs typeface="Pretendard" pitchFamily="34" charset="-120"/>
              </a:rPr>
              <a:t>필요할 때는 직접 선택한 모델과 search/knowledge도 가져올 수 있습니다.</a:t>
            </a:r>
            <a:endParaRPr lang="en-US" sz="1050" dirty="0"/>
          </a:p>
        </p:txBody>
      </p:sp>
      <p:sp>
        <p:nvSpPr>
          <p:cNvPr id="25" name="callout">
            <a:extLst>
              <a:ext uri="{C183D7F6-B498-43B3-948B-1728B52AA6E4}">
                <adec:decorative xmlns:adec="http://schemas.microsoft.com/office/drawing/2017/decorative" val="1"/>
              </a:ext>
            </a:extLst>
          </p:cNvPr>
          <p:cNvSpPr/>
          <p:nvPr/>
        </p:nvSpPr>
        <p:spPr>
          <a:xfrm>
            <a:off x="548640" y="4224528"/>
            <a:ext cx="8046720" cy="502920"/>
          </a:xfrm>
          <a:prstGeom prst="rect">
            <a:avLst/>
          </a:prstGeom>
          <a:solidFill>
            <a:srgbClr val="F3F5F9"/>
          </a:solidFill>
          <a:ln w="12700">
            <a:solidFill>
              <a:srgbClr val="F3F5F9"/>
            </a:solidFill>
            <a:prstDash val="solid"/>
          </a:ln>
        </p:spPr>
        <p:txBody>
          <a:bodyPr/>
          <a:lstStyle/>
          <a:p>
            <a:endParaRPr lang="ko-KR" altLang="en-US"/>
          </a:p>
        </p:txBody>
      </p:sp>
      <p:sp>
        <p:nvSpPr>
          <p:cNvPr id="26" name="accent bar">
            <a:extLst>
              <a:ext uri="{C183D7F6-B498-43B3-948B-1728B52AA6E4}">
                <adec:decorative xmlns:adec="http://schemas.microsoft.com/office/drawing/2017/decorative" val="1"/>
              </a:ext>
            </a:extLst>
          </p:cNvPr>
          <p:cNvSpPr/>
          <p:nvPr/>
        </p:nvSpPr>
        <p:spPr>
          <a:xfrm>
            <a:off x="548640" y="4224528"/>
            <a:ext cx="50292" cy="502920"/>
          </a:xfrm>
          <a:prstGeom prst="rect">
            <a:avLst/>
          </a:prstGeom>
          <a:solidFill>
            <a:srgbClr val="1D4ED8"/>
          </a:solidFill>
          <a:ln w="12700">
            <a:solidFill>
              <a:srgbClr val="1D4ED8"/>
            </a:solidFill>
            <a:prstDash val="solid"/>
          </a:ln>
        </p:spPr>
        <p:txBody>
          <a:bodyPr/>
          <a:lstStyle/>
          <a:p>
            <a:endParaRPr lang="ko-KR" altLang="en-US"/>
          </a:p>
        </p:txBody>
      </p:sp>
      <p:sp>
        <p:nvSpPr>
          <p:cNvPr id="27" name="Text 25"/>
          <p:cNvSpPr/>
          <p:nvPr/>
        </p:nvSpPr>
        <p:spPr>
          <a:xfrm>
            <a:off x="777240" y="4224528"/>
            <a:ext cx="7589520" cy="502920"/>
          </a:xfrm>
          <a:prstGeom prst="rect">
            <a:avLst/>
          </a:prstGeom>
          <a:noFill/>
          <a:ln/>
        </p:spPr>
        <p:txBody>
          <a:bodyPr wrap="square" lIns="0" tIns="0" rIns="0" bIns="0" rtlCol="0" anchor="ctr"/>
          <a:lstStyle/>
          <a:p>
            <a:pPr marL="0" indent="0">
              <a:buNone/>
            </a:pPr>
            <a:r>
              <a:rPr lang="en-US" sz="1050" b="1" dirty="0">
                <a:solidFill>
                  <a:srgbClr val="1D4ED8"/>
                </a:solidFill>
                <a:latin typeface="Pretendard" pitchFamily="34" charset="0"/>
                <a:ea typeface="Pretendard" pitchFamily="34" charset="-122"/>
                <a:cs typeface="Pretendard" pitchFamily="34" charset="-120"/>
              </a:rPr>
              <a:t>중요한 재포지셔닝  </a:t>
            </a:r>
            <a:r>
              <a:rPr lang="en-US" sz="1050" dirty="0">
                <a:solidFill>
                  <a:srgbClr val="4B5563"/>
                </a:solidFill>
                <a:latin typeface="Pretendard" pitchFamily="34" charset="0"/>
                <a:ea typeface="Pretendard" pitchFamily="34" charset="-122"/>
                <a:cs typeface="Pretendard" pitchFamily="34" charset="-120"/>
              </a:rPr>
              <a:t>대화 경로를 스크립트로 쓰지 않습니다. 에이전트를 설명하고 지식과 skills, tools를 제공한 뒤, harness가 목표를 향해 추론하도록 맡깁니다.</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결정 1</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첫 번째 결정: 어떤 빌드 환경을 사용할까</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ko-KR" alt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02  ·  빌드 surface</a:t>
            </a:r>
            <a:endParaRPr lang="en-US" sz="950" dirty="0"/>
          </a:p>
        </p:txBody>
      </p:sp>
      <p:sp>
        <p:nvSpPr>
          <p:cNvPr id="7" name="key message band">
            <a:extLst>
              <a:ext uri="{C183D7F6-B498-43B3-948B-1728B52AA6E4}">
                <adec:decorative xmlns:adec="http://schemas.microsoft.com/office/drawing/2017/decorative" val="1"/>
              </a:ext>
            </a:extLst>
          </p:cNvPr>
          <p:cNvSpPr/>
          <p:nvPr/>
        </p:nvSpPr>
        <p:spPr>
          <a:xfrm>
            <a:off x="548640" y="1371600"/>
            <a:ext cx="8046720" cy="566928"/>
          </a:xfrm>
          <a:prstGeom prst="rect">
            <a:avLst/>
          </a:prstGeom>
          <a:solidFill>
            <a:srgbClr val="F3F5F9"/>
          </a:solidFill>
          <a:ln w="12700">
            <a:solidFill>
              <a:srgbClr val="F3F5F9"/>
            </a:solidFill>
            <a:prstDash val="solid"/>
          </a:ln>
        </p:spPr>
        <p:txBody>
          <a:bodyPr/>
          <a:lstStyle/>
          <a:p>
            <a:endParaRPr lang="ko-KR" altLang="en-US"/>
          </a:p>
        </p:txBody>
      </p:sp>
      <p:sp>
        <p:nvSpPr>
          <p:cNvPr id="8" name="accent bar">
            <a:extLst>
              <a:ext uri="{C183D7F6-B498-43B3-948B-1728B52AA6E4}">
                <adec:decorative xmlns:adec="http://schemas.microsoft.com/office/drawing/2017/decorative" val="1"/>
              </a:ext>
            </a:extLst>
          </p:cNvPr>
          <p:cNvSpPr/>
          <p:nvPr/>
        </p:nvSpPr>
        <p:spPr>
          <a:xfrm>
            <a:off x="548640" y="1371600"/>
            <a:ext cx="50292" cy="566928"/>
          </a:xfrm>
          <a:prstGeom prst="rect">
            <a:avLst/>
          </a:prstGeom>
          <a:solidFill>
            <a:srgbClr val="1D4ED8"/>
          </a:solidFill>
          <a:ln w="12700">
            <a:solidFill>
              <a:srgbClr val="1D4ED8"/>
            </a:solidFill>
            <a:prstDash val="solid"/>
          </a:ln>
        </p:spPr>
        <p:txBody>
          <a:bodyPr/>
          <a:lstStyle/>
          <a:p>
            <a:endParaRPr lang="ko-KR" altLang="en-US"/>
          </a:p>
        </p:txBody>
      </p:sp>
      <p:sp>
        <p:nvSpPr>
          <p:cNvPr id="9" name="Text 7"/>
          <p:cNvSpPr/>
          <p:nvPr/>
        </p:nvSpPr>
        <p:spPr>
          <a:xfrm>
            <a:off x="749808" y="1371600"/>
            <a:ext cx="7680960" cy="566928"/>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구축 없음 → 노코드 → 로우코드 → 프로코드로 이어지는 하나의 제어 스펙트럼입니다.</a:t>
            </a:r>
            <a:endParaRPr lang="en-US" sz="13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2121408"/>
          <a:ext cx="8046720" cy="2631440"/>
        </p:xfrm>
        <a:graphic>
          <a:graphicData uri="http://schemas.openxmlformats.org/drawingml/2006/table">
            <a:tbl>
              <a:tblPr/>
              <a:tblGrid>
                <a:gridCol w="109728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tblGrid>
              <a:tr h="274320">
                <a:tc>
                  <a:txBody>
                    <a:bodyPr/>
                    <a:lstStyle/>
                    <a:p>
                      <a:pPr marL="0" indent="0">
                        <a:buNone/>
                      </a:pPr>
                      <a:endParaRPr lang="en-US" sz="11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D4ED8"/>
                    </a:solidFill>
                  </a:tcPr>
                </a:tc>
                <a:tc>
                  <a:txBody>
                    <a:bodyPr/>
                    <a:lstStyle/>
                    <a:p>
                      <a:pPr marL="0" indent="0">
                        <a:buNone/>
                      </a:pPr>
                      <a:r>
                        <a:rPr lang="en-US" sz="1100" b="1" dirty="0">
                          <a:solidFill>
                            <a:srgbClr val="FFFFFF"/>
                          </a:solidFill>
                          <a:latin typeface="Pretendard" pitchFamily="34" charset="0"/>
                          <a:ea typeface="Pretendard" pitchFamily="34" charset="-122"/>
                          <a:cs typeface="Pretendard" pitchFamily="34" charset="-120"/>
                        </a:rPr>
                        <a:t>Agent Builder</a:t>
                      </a:r>
                      <a:endParaRPr lang="en-US" sz="11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D4ED8"/>
                    </a:solidFill>
                  </a:tcPr>
                </a:tc>
                <a:tc>
                  <a:txBody>
                    <a:bodyPr/>
                    <a:lstStyle/>
                    <a:p>
                      <a:pPr marL="0" indent="0">
                        <a:buNone/>
                      </a:pPr>
                      <a:r>
                        <a:rPr lang="en-US" sz="1100" b="1" dirty="0">
                          <a:solidFill>
                            <a:srgbClr val="FFFFFF"/>
                          </a:solidFill>
                          <a:latin typeface="Pretendard" pitchFamily="34" charset="0"/>
                          <a:ea typeface="Pretendard" pitchFamily="34" charset="-122"/>
                          <a:cs typeface="Pretendard" pitchFamily="34" charset="-120"/>
                        </a:rPr>
                        <a:t>Copilot Studio</a:t>
                      </a:r>
                      <a:endParaRPr lang="en-US" sz="11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D4ED8"/>
                    </a:solidFill>
                  </a:tcPr>
                </a:tc>
                <a:tc>
                  <a:txBody>
                    <a:bodyPr/>
                    <a:lstStyle/>
                    <a:p>
                      <a:pPr marL="0" indent="0">
                        <a:buNone/>
                      </a:pPr>
                      <a:r>
                        <a:rPr lang="en-US" sz="1100" b="1" dirty="0">
                          <a:solidFill>
                            <a:srgbClr val="FFFFFF"/>
                          </a:solidFill>
                          <a:latin typeface="Pretendard" pitchFamily="34" charset="0"/>
                          <a:ea typeface="Pretendard" pitchFamily="34" charset="-122"/>
                          <a:cs typeface="Pretendard" pitchFamily="34" charset="-120"/>
                        </a:rPr>
                        <a:t>Microsoft Foundry</a:t>
                      </a:r>
                      <a:endParaRPr lang="en-US" sz="11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D4ED8"/>
                    </a:solidFill>
                  </a:tcPr>
                </a:tc>
                <a:extLst>
                  <a:ext uri="{0D108BD9-81ED-4DB2-BD59-A6C34878D82A}">
                    <a16:rowId xmlns:a16="http://schemas.microsoft.com/office/drawing/2014/main" val="10000"/>
                  </a:ext>
                </a:extLst>
              </a:tr>
              <a:tr h="292608">
                <a:tc>
                  <a:txBody>
                    <a:bodyPr/>
                    <a:lstStyle/>
                    <a:p>
                      <a:pPr marL="0" indent="0">
                        <a:buNone/>
                      </a:pPr>
                      <a:r>
                        <a:rPr lang="en-US" sz="1050" b="1" dirty="0">
                          <a:solidFill>
                            <a:srgbClr val="111827"/>
                          </a:solidFill>
                          <a:latin typeface="Pretendard" pitchFamily="34" charset="0"/>
                          <a:ea typeface="Pretendard" pitchFamily="34" charset="-122"/>
                          <a:cs typeface="Pretendard" pitchFamily="34" charset="-120"/>
                        </a:rPr>
                        <a:t>구축 방식</a:t>
                      </a:r>
                      <a:endParaRPr lang="en-US" sz="10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5F9"/>
                    </a:solidFill>
                  </a:tcPr>
                </a:tc>
                <a:tc>
                  <a:txBody>
                    <a:bodyPr/>
                    <a:lstStyle/>
                    <a:p>
                      <a:pPr marL="0" indent="0">
                        <a:buNone/>
                      </a:pPr>
                      <a:r>
                        <a:rPr lang="en-US" sz="950" dirty="0">
                          <a:solidFill>
                            <a:srgbClr val="4B5563"/>
                          </a:solidFill>
                          <a:latin typeface="Pretendard" pitchFamily="34" charset="0"/>
                          <a:ea typeface="Pretendard" pitchFamily="34" charset="-122"/>
                          <a:cs typeface="Pretendard" pitchFamily="34" charset="-120"/>
                        </a:rPr>
                        <a:t>No-code, 자연어, in-context</a:t>
                      </a:r>
                      <a:endParaRPr lang="en-US" sz="9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950" b="1" dirty="0">
                          <a:solidFill>
                            <a:srgbClr val="111827"/>
                          </a:solidFill>
                          <a:latin typeface="Pretendard" pitchFamily="34" charset="0"/>
                          <a:ea typeface="Pretendard" pitchFamily="34" charset="-122"/>
                          <a:cs typeface="Pretendard" pitchFamily="34" charset="-120"/>
                        </a:rPr>
                        <a:t>Low-code → pro-code</a:t>
                      </a:r>
                      <a:endParaRPr lang="en-US" sz="9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950" dirty="0">
                          <a:solidFill>
                            <a:srgbClr val="4B5563"/>
                          </a:solidFill>
                          <a:latin typeface="Pretendard" pitchFamily="34" charset="0"/>
                          <a:ea typeface="Pretendard" pitchFamily="34" charset="-122"/>
                          <a:cs typeface="Pretendard" pitchFamily="34" charset="-120"/>
                        </a:rPr>
                        <a:t>Code-first / pro-code</a:t>
                      </a:r>
                      <a:endParaRPr lang="en-US" sz="9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marL="0" indent="0">
                        <a:buNone/>
                      </a:pPr>
                      <a:r>
                        <a:rPr lang="en-US" sz="1050" b="1" dirty="0">
                          <a:solidFill>
                            <a:srgbClr val="111827"/>
                          </a:solidFill>
                          <a:latin typeface="Pretendard" pitchFamily="34" charset="0"/>
                          <a:ea typeface="Pretendard" pitchFamily="34" charset="-122"/>
                          <a:cs typeface="Pretendard" pitchFamily="34" charset="-120"/>
                        </a:rPr>
                        <a:t>대상 사용자</a:t>
                      </a:r>
                      <a:endParaRPr lang="en-US" sz="10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5F9"/>
                    </a:solidFill>
                  </a:tcPr>
                </a:tc>
                <a:tc>
                  <a:txBody>
                    <a:bodyPr/>
                    <a:lstStyle/>
                    <a:p>
                      <a:pPr marL="0" indent="0">
                        <a:buNone/>
                      </a:pPr>
                      <a:r>
                        <a:rPr lang="en-US" sz="950" dirty="0">
                          <a:solidFill>
                            <a:srgbClr val="4B5563"/>
                          </a:solidFill>
                          <a:latin typeface="Pretendard" pitchFamily="34" charset="0"/>
                          <a:ea typeface="Pretendard" pitchFamily="34" charset="-122"/>
                          <a:cs typeface="Pretendard" pitchFamily="34" charset="-120"/>
                        </a:rPr>
                        <a:t>정보 근로자</a:t>
                      </a:r>
                      <a:endParaRPr lang="en-US" sz="9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950" b="1" dirty="0">
                          <a:solidFill>
                            <a:srgbClr val="111827"/>
                          </a:solidFill>
                          <a:latin typeface="Pretendard" pitchFamily="34" charset="0"/>
                          <a:ea typeface="Pretendard" pitchFamily="34" charset="-122"/>
                          <a:cs typeface="Pretendard" pitchFamily="34" charset="-120"/>
                        </a:rPr>
                        <a:t>메이커와 개발자</a:t>
                      </a:r>
                      <a:endParaRPr lang="en-US" sz="9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950" dirty="0">
                          <a:solidFill>
                            <a:srgbClr val="4B5563"/>
                          </a:solidFill>
                          <a:latin typeface="Pretendard" pitchFamily="34" charset="0"/>
                          <a:ea typeface="Pretendard" pitchFamily="34" charset="-122"/>
                          <a:cs typeface="Pretendard" pitchFamily="34" charset="-120"/>
                        </a:rPr>
                        <a:t>개발자와 엔지니어</a:t>
                      </a:r>
                      <a:endParaRPr lang="en-US" sz="9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402336">
                <a:tc>
                  <a:txBody>
                    <a:bodyPr/>
                    <a:lstStyle/>
                    <a:p>
                      <a:pPr marL="0" indent="0">
                        <a:buNone/>
                      </a:pPr>
                      <a:r>
                        <a:rPr lang="en-US" sz="1050" b="1" dirty="0">
                          <a:solidFill>
                            <a:srgbClr val="111827"/>
                          </a:solidFill>
                          <a:latin typeface="Pretendard" pitchFamily="34" charset="0"/>
                          <a:ea typeface="Pretendard" pitchFamily="34" charset="-122"/>
                          <a:cs typeface="Pretendard" pitchFamily="34" charset="-120"/>
                        </a:rPr>
                        <a:t>도달 범위</a:t>
                      </a:r>
                      <a:endParaRPr lang="en-US" sz="10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5F9"/>
                    </a:solidFill>
                  </a:tcPr>
                </a:tc>
                <a:tc>
                  <a:txBody>
                    <a:bodyPr/>
                    <a:lstStyle/>
                    <a:p>
                      <a:pPr marL="0" indent="0">
                        <a:buNone/>
                      </a:pPr>
                      <a:r>
                        <a:rPr lang="en-US" sz="950" dirty="0">
                          <a:solidFill>
                            <a:srgbClr val="4B5563"/>
                          </a:solidFill>
                          <a:latin typeface="Pretendard" pitchFamily="34" charset="0"/>
                          <a:ea typeface="Pretendard" pitchFamily="34" charset="-122"/>
                          <a:cs typeface="Pretendard" pitchFamily="34" charset="-120"/>
                        </a:rPr>
                        <a:t>Microsoft 365 Copilot 전용(개인/팀)</a:t>
                      </a:r>
                      <a:endParaRPr lang="en-US" sz="9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950" b="1" dirty="0">
                          <a:solidFill>
                            <a:srgbClr val="111827"/>
                          </a:solidFill>
                          <a:latin typeface="Pretendard" pitchFamily="34" charset="0"/>
                          <a:ea typeface="Pretendard" pitchFamily="34" charset="-122"/>
                          <a:cs typeface="Pretendard" pitchFamily="34" charset="-120"/>
                        </a:rPr>
                        <a:t>부서·조직·외부 사용자, Teams·웹·음성·사용자 지정 앱</a:t>
                      </a:r>
                      <a:endParaRPr lang="en-US" sz="9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950" dirty="0">
                          <a:solidFill>
                            <a:srgbClr val="4B5563"/>
                          </a:solidFill>
                          <a:latin typeface="Pretendard" pitchFamily="34" charset="0"/>
                          <a:ea typeface="Pretendard" pitchFamily="34" charset="-122"/>
                          <a:cs typeface="Pretendard" pitchFamily="34" charset="-120"/>
                        </a:rPr>
                        <a:t>사용자 지정 앱(필요 시 M365 Copilot에 게시)</a:t>
                      </a:r>
                      <a:endParaRPr lang="en-US" sz="9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402336">
                <a:tc>
                  <a:txBody>
                    <a:bodyPr/>
                    <a:lstStyle/>
                    <a:p>
                      <a:pPr marL="0" indent="0">
                        <a:buNone/>
                      </a:pPr>
                      <a:r>
                        <a:rPr lang="en-US" sz="1050" b="1" dirty="0">
                          <a:solidFill>
                            <a:srgbClr val="111827"/>
                          </a:solidFill>
                          <a:latin typeface="Pretendard" pitchFamily="34" charset="0"/>
                          <a:ea typeface="Pretendard" pitchFamily="34" charset="-122"/>
                          <a:cs typeface="Pretendard" pitchFamily="34" charset="-120"/>
                        </a:rPr>
                        <a:t>구축 대상</a:t>
                      </a:r>
                      <a:endParaRPr lang="en-US" sz="10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5F9"/>
                    </a:solidFill>
                  </a:tcPr>
                </a:tc>
                <a:tc>
                  <a:txBody>
                    <a:bodyPr/>
                    <a:lstStyle/>
                    <a:p>
                      <a:pPr marL="0" indent="0">
                        <a:buNone/>
                      </a:pPr>
                      <a:r>
                        <a:rPr lang="en-US" sz="950" dirty="0">
                          <a:solidFill>
                            <a:srgbClr val="4B5563"/>
                          </a:solidFill>
                          <a:latin typeface="Pretendard" pitchFamily="34" charset="0"/>
                          <a:ea typeface="Pretendard" pitchFamily="34" charset="-122"/>
                          <a:cs typeface="Pretendard" pitchFamily="34" charset="-120"/>
                        </a:rPr>
                        <a:t>M365 콘텐츠 기반 경량 Q&amp;A 에이전트</a:t>
                      </a:r>
                      <a:endParaRPr lang="en-US" sz="9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950" b="1" dirty="0">
                          <a:solidFill>
                            <a:srgbClr val="111827"/>
                          </a:solidFill>
                          <a:latin typeface="Pretendard" pitchFamily="34" charset="0"/>
                          <a:ea typeface="Pretendard" pitchFamily="34" charset="-122"/>
                          <a:cs typeface="Pretendard" pitchFamily="34" charset="-120"/>
                        </a:rPr>
                        <a:t>커넥터·MCP·엔드 투 엔드 자동화를 포함한 비즈니스 에이전트</a:t>
                      </a:r>
                      <a:endParaRPr lang="en-US" sz="9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950" dirty="0">
                          <a:solidFill>
                            <a:srgbClr val="4B5563"/>
                          </a:solidFill>
                          <a:latin typeface="Pretendard" pitchFamily="34" charset="0"/>
                          <a:ea typeface="Pretendard" pitchFamily="34" charset="-122"/>
                          <a:cs typeface="Pretendard" pitchFamily="34" charset="-120"/>
                        </a:rPr>
                        <a:t>사용자 지정 AI 앱, 오케스트레이션, 모델, 인프라</a:t>
                      </a:r>
                      <a:endParaRPr lang="en-US" sz="9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4"/>
                  </a:ext>
                </a:extLst>
              </a:tr>
              <a:tr h="329184">
                <a:tc>
                  <a:txBody>
                    <a:bodyPr/>
                    <a:lstStyle/>
                    <a:p>
                      <a:pPr marL="0" indent="0">
                        <a:buNone/>
                      </a:pPr>
                      <a:r>
                        <a:rPr lang="en-US" sz="1050" b="1" dirty="0">
                          <a:solidFill>
                            <a:srgbClr val="111827"/>
                          </a:solidFill>
                          <a:latin typeface="Pretendard" pitchFamily="34" charset="0"/>
                          <a:ea typeface="Pretendard" pitchFamily="34" charset="-122"/>
                          <a:cs typeface="Pretendard" pitchFamily="34" charset="-120"/>
                        </a:rPr>
                        <a:t>거버넌스</a:t>
                      </a:r>
                      <a:endParaRPr lang="en-US" sz="10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5F9"/>
                    </a:solidFill>
                  </a:tcPr>
                </a:tc>
                <a:tc>
                  <a:txBody>
                    <a:bodyPr/>
                    <a:lstStyle/>
                    <a:p>
                      <a:pPr marL="0" indent="0">
                        <a:buNone/>
                      </a:pPr>
                      <a:r>
                        <a:rPr lang="en-US" sz="950" dirty="0">
                          <a:solidFill>
                            <a:srgbClr val="4B5563"/>
                          </a:solidFill>
                          <a:latin typeface="Pretendard" pitchFamily="34" charset="0"/>
                          <a:ea typeface="Pretendard" pitchFamily="34" charset="-122"/>
                          <a:cs typeface="Pretendard" pitchFamily="34" charset="-120"/>
                        </a:rPr>
                        <a:t>Microsoft 365 admin center</a:t>
                      </a:r>
                      <a:endParaRPr lang="en-US" sz="9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950" b="1" dirty="0">
                          <a:solidFill>
                            <a:srgbClr val="111827"/>
                          </a:solidFill>
                          <a:latin typeface="Pretendard" pitchFamily="34" charset="0"/>
                          <a:ea typeface="Pretendard" pitchFamily="34" charset="-122"/>
                          <a:cs typeface="Pretendard" pitchFamily="34" charset="-120"/>
                        </a:rPr>
                        <a:t>Power Platform admin center + ALM</a:t>
                      </a:r>
                      <a:endParaRPr lang="en-US" sz="9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950" dirty="0">
                          <a:solidFill>
                            <a:srgbClr val="4B5563"/>
                          </a:solidFill>
                          <a:latin typeface="Pretendard" pitchFamily="34" charset="0"/>
                          <a:ea typeface="Pretendard" pitchFamily="34" charset="-122"/>
                          <a:cs typeface="Pretendard" pitchFamily="34" charset="-120"/>
                        </a:rPr>
                        <a:t>Azure(RBAC, Entra Agent ID)</a:t>
                      </a:r>
                      <a:endParaRPr lang="en-US" sz="9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5"/>
                  </a:ext>
                </a:extLst>
              </a:tr>
              <a:tr h="274320">
                <a:tc>
                  <a:txBody>
                    <a:bodyPr/>
                    <a:lstStyle/>
                    <a:p>
                      <a:pPr marL="0" indent="0">
                        <a:buNone/>
                      </a:pPr>
                      <a:r>
                        <a:rPr lang="en-US" sz="1050" b="1" dirty="0">
                          <a:solidFill>
                            <a:srgbClr val="111827"/>
                          </a:solidFill>
                          <a:latin typeface="Pretendard" pitchFamily="34" charset="0"/>
                          <a:ea typeface="Pretendard" pitchFamily="34" charset="-122"/>
                          <a:cs typeface="Pretendard" pitchFamily="34" charset="-120"/>
                        </a:rPr>
                        <a:t>가치 실현</a:t>
                      </a:r>
                      <a:endParaRPr lang="en-US" sz="10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5F9"/>
                    </a:solidFill>
                  </a:tcPr>
                </a:tc>
                <a:tc>
                  <a:txBody>
                    <a:bodyPr/>
                    <a:lstStyle/>
                    <a:p>
                      <a:pPr marL="0" indent="0">
                        <a:buNone/>
                      </a:pPr>
                      <a:r>
                        <a:rPr lang="en-US" sz="950" dirty="0">
                          <a:solidFill>
                            <a:srgbClr val="4B5563"/>
                          </a:solidFill>
                          <a:latin typeface="Pretendard" pitchFamily="34" charset="0"/>
                          <a:ea typeface="Pretendard" pitchFamily="34" charset="-122"/>
                          <a:cs typeface="Pretendard" pitchFamily="34" charset="-120"/>
                        </a:rPr>
                        <a:t>즉시</a:t>
                      </a:r>
                      <a:endParaRPr lang="en-US" sz="9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950" b="1" dirty="0">
                          <a:solidFill>
                            <a:srgbClr val="111827"/>
                          </a:solidFill>
                          <a:latin typeface="Pretendard" pitchFamily="34" charset="0"/>
                          <a:ea typeface="Pretendard" pitchFamily="34" charset="-122"/>
                          <a:cs typeface="Pretendard" pitchFamily="34" charset="-120"/>
                        </a:rPr>
                        <a:t>수일~수주</a:t>
                      </a:r>
                      <a:endParaRPr lang="en-US" sz="9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950" dirty="0">
                          <a:solidFill>
                            <a:srgbClr val="4B5563"/>
                          </a:solidFill>
                          <a:latin typeface="Pretendard" pitchFamily="34" charset="0"/>
                          <a:ea typeface="Pretendard" pitchFamily="34" charset="-122"/>
                          <a:cs typeface="Pretendard" pitchFamily="34" charset="-120"/>
                        </a:rPr>
                        <a:t>수주~수개월</a:t>
                      </a:r>
                      <a:endParaRPr lang="en-US" sz="9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결정 1 · 보충</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위로 갈 때와 아래로 갈 때</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ko-KR" alt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02  ·  경계 판단</a:t>
            </a:r>
            <a:endParaRPr lang="en-US" sz="950" dirty="0"/>
          </a:p>
        </p:txBody>
      </p:sp>
      <p:sp>
        <p:nvSpPr>
          <p:cNvPr id="7" name="key message band">
            <a:extLst>
              <a:ext uri="{C183D7F6-B498-43B3-948B-1728B52AA6E4}">
                <adec:decorative xmlns:adec="http://schemas.microsoft.com/office/drawing/2017/decorative" val="1"/>
              </a:ext>
            </a:extLst>
          </p:cNvPr>
          <p:cNvSpPr/>
          <p:nvPr/>
        </p:nvSpPr>
        <p:spPr>
          <a:xfrm>
            <a:off x="548640" y="1417320"/>
            <a:ext cx="8046720" cy="566928"/>
          </a:xfrm>
          <a:prstGeom prst="rect">
            <a:avLst/>
          </a:prstGeom>
          <a:solidFill>
            <a:srgbClr val="F3F5F9"/>
          </a:solidFill>
          <a:ln w="12700">
            <a:solidFill>
              <a:srgbClr val="F3F5F9"/>
            </a:solidFill>
            <a:prstDash val="solid"/>
          </a:ln>
        </p:spPr>
        <p:txBody>
          <a:bodyPr/>
          <a:lstStyle/>
          <a:p>
            <a:endParaRPr lang="ko-KR" altLang="en-US"/>
          </a:p>
        </p:txBody>
      </p:sp>
      <p:sp>
        <p:nvSpPr>
          <p:cNvPr id="8" name="accent bar">
            <a:extLst>
              <a:ext uri="{C183D7F6-B498-43B3-948B-1728B52AA6E4}">
                <adec:decorative xmlns:adec="http://schemas.microsoft.com/office/drawing/2017/decorative" val="1"/>
              </a:ext>
            </a:extLst>
          </p:cNvPr>
          <p:cNvSpPr/>
          <p:nvPr/>
        </p:nvSpPr>
        <p:spPr>
          <a:xfrm>
            <a:off x="548640" y="1417320"/>
            <a:ext cx="50292" cy="566928"/>
          </a:xfrm>
          <a:prstGeom prst="rect">
            <a:avLst/>
          </a:prstGeom>
          <a:solidFill>
            <a:srgbClr val="1D4ED8"/>
          </a:solidFill>
          <a:ln w="12700">
            <a:solidFill>
              <a:srgbClr val="1D4ED8"/>
            </a:solidFill>
            <a:prstDash val="solid"/>
          </a:ln>
        </p:spPr>
        <p:txBody>
          <a:bodyPr/>
          <a:lstStyle/>
          <a:p>
            <a:endParaRPr lang="ko-KR" altLang="en-US"/>
          </a:p>
        </p:txBody>
      </p:sp>
      <p:sp>
        <p:nvSpPr>
          <p:cNvPr id="9" name="Text 7"/>
          <p:cNvSpPr/>
          <p:nvPr/>
        </p:nvSpPr>
        <p:spPr>
          <a:xfrm>
            <a:off x="749808" y="1417320"/>
            <a:ext cx="7680960" cy="566928"/>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전환은 기능 비교가 아니라 아키텍처 결정입니다.</a:t>
            </a:r>
            <a:endParaRPr lang="en-US" sz="1350" dirty="0"/>
          </a:p>
        </p:txBody>
      </p:sp>
      <p:sp>
        <p:nvSpPr>
          <p:cNvPr id="10" name="card frame">
            <a:extLst>
              <a:ext uri="{C183D7F6-B498-43B3-948B-1728B52AA6E4}">
                <adec:decorative xmlns:adec="http://schemas.microsoft.com/office/drawing/2017/decorative" val="1"/>
              </a:ext>
            </a:extLst>
          </p:cNvPr>
          <p:cNvSpPr/>
          <p:nvPr/>
        </p:nvSpPr>
        <p:spPr>
          <a:xfrm>
            <a:off x="548640" y="2240280"/>
            <a:ext cx="2560320" cy="2194560"/>
          </a:xfrm>
          <a:prstGeom prst="rect">
            <a:avLst/>
          </a:prstGeom>
          <a:solidFill>
            <a:srgbClr val="FFFFFF"/>
          </a:solidFill>
          <a:ln w="12700">
            <a:solidFill>
              <a:srgbClr val="E5E7EB"/>
            </a:solidFill>
            <a:prstDash val="solid"/>
          </a:ln>
        </p:spPr>
        <p:txBody>
          <a:bodyPr/>
          <a:lstStyle/>
          <a:p>
            <a:endParaRPr lang="ko-KR" altLang="en-US"/>
          </a:p>
        </p:txBody>
      </p:sp>
      <p:sp>
        <p:nvSpPr>
          <p:cNvPr id="11" name="card top rule">
            <a:extLst>
              <a:ext uri="{C183D7F6-B498-43B3-948B-1728B52AA6E4}">
                <adec:decorative xmlns:adec="http://schemas.microsoft.com/office/drawing/2017/decorative" val="1"/>
              </a:ext>
            </a:extLst>
          </p:cNvPr>
          <p:cNvSpPr/>
          <p:nvPr/>
        </p:nvSpPr>
        <p:spPr>
          <a:xfrm>
            <a:off x="548640" y="2240280"/>
            <a:ext cx="2560320" cy="36576"/>
          </a:xfrm>
          <a:prstGeom prst="rect">
            <a:avLst/>
          </a:prstGeom>
          <a:solidFill>
            <a:srgbClr val="3B82F6"/>
          </a:solidFill>
          <a:ln w="12700">
            <a:solidFill>
              <a:srgbClr val="3B82F6"/>
            </a:solidFill>
            <a:prstDash val="solid"/>
          </a:ln>
        </p:spPr>
        <p:txBody>
          <a:bodyPr/>
          <a:lstStyle/>
          <a:p>
            <a:endParaRPr lang="ko-KR" altLang="en-US"/>
          </a:p>
        </p:txBody>
      </p:sp>
      <p:sp>
        <p:nvSpPr>
          <p:cNvPr id="12" name="Text 10"/>
          <p:cNvSpPr/>
          <p:nvPr/>
        </p:nvSpPr>
        <p:spPr>
          <a:xfrm>
            <a:off x="786384" y="2441448"/>
            <a:ext cx="2084832"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Agent Builder</a:t>
            </a:r>
            <a:endParaRPr lang="en-US" sz="1300" dirty="0"/>
          </a:p>
        </p:txBody>
      </p:sp>
      <p:sp>
        <p:nvSpPr>
          <p:cNvPr id="13" name="Text 11"/>
          <p:cNvSpPr/>
          <p:nvPr/>
        </p:nvSpPr>
        <p:spPr>
          <a:xfrm>
            <a:off x="786384" y="2743200"/>
            <a:ext cx="2084832" cy="310896"/>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가벼운 진입 지점</a:t>
            </a:r>
            <a:endParaRPr lang="en-US" sz="1350" dirty="0"/>
          </a:p>
        </p:txBody>
      </p:sp>
      <p:sp>
        <p:nvSpPr>
          <p:cNvPr id="14" name="Text 12"/>
          <p:cNvSpPr/>
          <p:nvPr/>
        </p:nvSpPr>
        <p:spPr>
          <a:xfrm>
            <a:off x="786384" y="3081528"/>
            <a:ext cx="2084832" cy="1152144"/>
          </a:xfrm>
          <a:prstGeom prst="rect">
            <a:avLst/>
          </a:prstGeom>
          <a:noFill/>
          <a:ln/>
        </p:spPr>
        <p:txBody>
          <a:bodyPr wrap="square" lIns="0" tIns="0" rIns="0" bIns="0" rtlCol="0" anchor="t"/>
          <a:lstStyle/>
          <a:p>
            <a:pPr marL="0" indent="0">
              <a:lnSpc>
                <a:spcPct val="125000"/>
              </a:lnSpc>
              <a:buNone/>
            </a:pPr>
            <a:r>
              <a:rPr lang="en-US" sz="1050" dirty="0">
                <a:solidFill>
                  <a:srgbClr val="4B5563"/>
                </a:solidFill>
                <a:latin typeface="Pretendard" pitchFamily="34" charset="0"/>
                <a:ea typeface="Pretendard" pitchFamily="34" charset="-122"/>
                <a:cs typeface="Pretendard" pitchFamily="34" charset="-120"/>
              </a:rPr>
              <a:t>Microsoft 365 Copilot 앱 내부(Copilot Chat, Teams, microsoft365.com)에 있습니다. 자연어로 설명하고 공개 웹사이트나 Work IQ 콘텐츠를 연결하면 몇 분 안에 쓸 수 있습니다. 별도 포털도 코드도 필요 없습니다.</a:t>
            </a:r>
            <a:endParaRPr lang="en-US" sz="1050" dirty="0"/>
          </a:p>
        </p:txBody>
      </p:sp>
      <p:sp>
        <p:nvSpPr>
          <p:cNvPr id="15" name="card frame">
            <a:extLst>
              <a:ext uri="{C183D7F6-B498-43B3-948B-1728B52AA6E4}">
                <adec:decorative xmlns:adec="http://schemas.microsoft.com/office/drawing/2017/decorative" val="1"/>
              </a:ext>
            </a:extLst>
          </p:cNvPr>
          <p:cNvSpPr/>
          <p:nvPr/>
        </p:nvSpPr>
        <p:spPr>
          <a:xfrm>
            <a:off x="3291840" y="2240280"/>
            <a:ext cx="2560320" cy="2194560"/>
          </a:xfrm>
          <a:prstGeom prst="rect">
            <a:avLst/>
          </a:prstGeom>
          <a:solidFill>
            <a:srgbClr val="FFFFFF"/>
          </a:solidFill>
          <a:ln w="12700">
            <a:solidFill>
              <a:srgbClr val="E5E7EB"/>
            </a:solidFill>
            <a:prstDash val="solid"/>
          </a:ln>
        </p:spPr>
        <p:txBody>
          <a:bodyPr/>
          <a:lstStyle/>
          <a:p>
            <a:endParaRPr lang="ko-KR" altLang="en-US"/>
          </a:p>
        </p:txBody>
      </p:sp>
      <p:sp>
        <p:nvSpPr>
          <p:cNvPr id="16" name="card top rule">
            <a:extLst>
              <a:ext uri="{C183D7F6-B498-43B3-948B-1728B52AA6E4}">
                <adec:decorative xmlns:adec="http://schemas.microsoft.com/office/drawing/2017/decorative" val="1"/>
              </a:ext>
            </a:extLst>
          </p:cNvPr>
          <p:cNvSpPr/>
          <p:nvPr/>
        </p:nvSpPr>
        <p:spPr>
          <a:xfrm>
            <a:off x="3291840" y="2240280"/>
            <a:ext cx="2560320" cy="36576"/>
          </a:xfrm>
          <a:prstGeom prst="rect">
            <a:avLst/>
          </a:prstGeom>
          <a:solidFill>
            <a:srgbClr val="3B82F6"/>
          </a:solidFill>
          <a:ln w="12700">
            <a:solidFill>
              <a:srgbClr val="3B82F6"/>
            </a:solidFill>
            <a:prstDash val="solid"/>
          </a:ln>
        </p:spPr>
        <p:txBody>
          <a:bodyPr/>
          <a:lstStyle/>
          <a:p>
            <a:endParaRPr lang="ko-KR" altLang="en-US"/>
          </a:p>
        </p:txBody>
      </p:sp>
      <p:sp>
        <p:nvSpPr>
          <p:cNvPr id="17" name="Text 15"/>
          <p:cNvSpPr/>
          <p:nvPr/>
        </p:nvSpPr>
        <p:spPr>
          <a:xfrm>
            <a:off x="3529584" y="2441448"/>
            <a:ext cx="2084832"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Microsoft Foundry</a:t>
            </a:r>
            <a:endParaRPr lang="en-US" sz="1300" dirty="0"/>
          </a:p>
        </p:txBody>
      </p:sp>
      <p:sp>
        <p:nvSpPr>
          <p:cNvPr id="18" name="Text 16"/>
          <p:cNvSpPr/>
          <p:nvPr/>
        </p:nvSpPr>
        <p:spPr>
          <a:xfrm>
            <a:off x="3529584" y="2743200"/>
            <a:ext cx="2084832" cy="310896"/>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code-first가 필요할 때</a:t>
            </a:r>
            <a:endParaRPr lang="en-US" sz="1350" dirty="0"/>
          </a:p>
        </p:txBody>
      </p:sp>
      <p:sp>
        <p:nvSpPr>
          <p:cNvPr id="19" name="Text 17"/>
          <p:cNvSpPr/>
          <p:nvPr/>
        </p:nvSpPr>
        <p:spPr>
          <a:xfrm>
            <a:off x="3529584" y="3081528"/>
            <a:ext cx="2084832" cy="1152144"/>
          </a:xfrm>
          <a:prstGeom prst="rect">
            <a:avLst/>
          </a:prstGeom>
          <a:noFill/>
          <a:ln/>
        </p:spPr>
        <p:txBody>
          <a:bodyPr wrap="square" lIns="0" tIns="0" rIns="0" bIns="0" rtlCol="0" anchor="t"/>
          <a:lstStyle/>
          <a:p>
            <a:pPr marL="0" indent="0">
              <a:lnSpc>
                <a:spcPct val="125000"/>
              </a:lnSpc>
              <a:buNone/>
            </a:pPr>
            <a:r>
              <a:rPr lang="en-US" sz="1050" dirty="0">
                <a:solidFill>
                  <a:srgbClr val="4B5563"/>
                </a:solidFill>
                <a:latin typeface="Pretendard" pitchFamily="34" charset="0"/>
                <a:ea typeface="Pretendard" pitchFamily="34" charset="-122"/>
                <a:cs typeface="Pretendard" pitchFamily="34" charset="-120"/>
              </a:rPr>
              <a:t>오케스트레이션에 대한 code-first 제어, 자체 모델과 추론 스택, Azure 데이터 경계, 또는 비즈니스 에이전트가 아닌 사용자 지정 AI 애플리케이션이 필요할 때 넘어갑니다. Foundry에서도 Microsoft 365 Copilot에 게시할 수 있습니다.</a:t>
            </a:r>
            <a:endParaRPr lang="en-US" sz="1050" dirty="0"/>
          </a:p>
        </p:txBody>
      </p:sp>
      <p:pic>
        <p:nvPicPr>
          <p:cNvPr id="20" name="Image 0" descr="하나의 경로가 세 갈래로 나뉘는 의사 결정 분기를 표현한 다이어그램"/>
          <p:cNvPicPr>
            <a:picLocks noChangeAspect="1"/>
          </p:cNvPicPr>
          <p:nvPr/>
        </p:nvPicPr>
        <p:blipFill>
          <a:blip r:embed="rId3"/>
          <a:stretch>
            <a:fillRect/>
          </a:stretch>
        </p:blipFill>
        <p:spPr>
          <a:xfrm>
            <a:off x="6144768" y="2419407"/>
            <a:ext cx="2377440" cy="1836306"/>
          </a:xfrm>
          <a:prstGeom prst="rect">
            <a:avLst/>
          </a:prstGeom>
        </p:spPr>
      </p:pic>
      <p:sp>
        <p:nvSpPr>
          <p:cNvPr id="21" name="spacer">
            <a:extLst>
              <a:ext uri="{C183D7F6-B498-43B3-948B-1728B52AA6E4}">
                <adec:decorative xmlns:adec="http://schemas.microsoft.com/office/drawing/2017/decorative" val="1"/>
              </a:ext>
            </a:extLst>
          </p:cNvPr>
          <p:cNvSpPr/>
          <p:nvPr/>
        </p:nvSpPr>
        <p:spPr>
          <a:xfrm>
            <a:off x="548640" y="4572000"/>
            <a:ext cx="8046720" cy="0"/>
          </a:xfrm>
          <a:prstGeom prst="rect">
            <a:avLst/>
          </a:prstGeom>
          <a:solidFill>
            <a:srgbClr val="FFFFFF"/>
          </a:solidFill>
          <a:ln w="12700">
            <a:solidFill>
              <a:srgbClr val="FFFFFF"/>
            </a:solidFill>
            <a:prstDash val="solid"/>
          </a:ln>
        </p:spPr>
        <p:txBody>
          <a:bodyPr/>
          <a:lstStyle/>
          <a:p>
            <a:endParaRPr lang="ko-KR"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결정 2</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두 번째 결정: 어떤 harness를 사용할까</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ko-KR" alt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02  ·  harness 비교</a:t>
            </a:r>
            <a:endParaRPr lang="en-US" sz="950" dirty="0"/>
          </a:p>
        </p:txBody>
      </p:sp>
      <p:sp>
        <p:nvSpPr>
          <p:cNvPr id="7" name="key message band">
            <a:extLst>
              <a:ext uri="{C183D7F6-B498-43B3-948B-1728B52AA6E4}">
                <adec:decorative xmlns:adec="http://schemas.microsoft.com/office/drawing/2017/decorative" val="1"/>
              </a:ext>
            </a:extLst>
          </p:cNvPr>
          <p:cNvSpPr/>
          <p:nvPr/>
        </p:nvSpPr>
        <p:spPr>
          <a:xfrm>
            <a:off x="548640" y="1371600"/>
            <a:ext cx="8046720" cy="566928"/>
          </a:xfrm>
          <a:prstGeom prst="rect">
            <a:avLst/>
          </a:prstGeom>
          <a:solidFill>
            <a:srgbClr val="F3F5F9"/>
          </a:solidFill>
          <a:ln w="12700">
            <a:solidFill>
              <a:srgbClr val="F3F5F9"/>
            </a:solidFill>
            <a:prstDash val="solid"/>
          </a:ln>
        </p:spPr>
        <p:txBody>
          <a:bodyPr/>
          <a:lstStyle/>
          <a:p>
            <a:endParaRPr lang="ko-KR" altLang="en-US"/>
          </a:p>
        </p:txBody>
      </p:sp>
      <p:sp>
        <p:nvSpPr>
          <p:cNvPr id="8" name="accent bar">
            <a:extLst>
              <a:ext uri="{C183D7F6-B498-43B3-948B-1728B52AA6E4}">
                <adec:decorative xmlns:adec="http://schemas.microsoft.com/office/drawing/2017/decorative" val="1"/>
              </a:ext>
            </a:extLst>
          </p:cNvPr>
          <p:cNvSpPr/>
          <p:nvPr/>
        </p:nvSpPr>
        <p:spPr>
          <a:xfrm>
            <a:off x="548640" y="1371600"/>
            <a:ext cx="50292" cy="566928"/>
          </a:xfrm>
          <a:prstGeom prst="rect">
            <a:avLst/>
          </a:prstGeom>
          <a:solidFill>
            <a:srgbClr val="1D4ED8"/>
          </a:solidFill>
          <a:ln w="12700">
            <a:solidFill>
              <a:srgbClr val="1D4ED8"/>
            </a:solidFill>
            <a:prstDash val="solid"/>
          </a:ln>
        </p:spPr>
        <p:txBody>
          <a:bodyPr/>
          <a:lstStyle/>
          <a:p>
            <a:endParaRPr lang="ko-KR" altLang="en-US"/>
          </a:p>
        </p:txBody>
      </p:sp>
      <p:sp>
        <p:nvSpPr>
          <p:cNvPr id="9" name="Text 7"/>
          <p:cNvSpPr/>
          <p:nvPr/>
        </p:nvSpPr>
        <p:spPr>
          <a:xfrm>
            <a:off x="749808" y="1371600"/>
            <a:ext cx="7680960" cy="566928"/>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harness는 orchestration보다 넓습니다. tools, memory, skills, 실행 관리까지 포함합니다.</a:t>
            </a:r>
            <a:endParaRPr lang="en-US" sz="13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2121408"/>
          <a:ext cx="8046720" cy="2552700"/>
        </p:xfrm>
        <a:graphic>
          <a:graphicData uri="http://schemas.openxmlformats.org/drawingml/2006/table">
            <a:tbl>
              <a:tblPr/>
              <a:tblGrid>
                <a:gridCol w="109728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148840">
                  <a:extLst>
                    <a:ext uri="{9D8B030D-6E8A-4147-A177-3AD203B41FA5}">
                      <a16:colId xmlns:a16="http://schemas.microsoft.com/office/drawing/2014/main" val="20003"/>
                    </a:ext>
                  </a:extLst>
                </a:gridCol>
              </a:tblGrid>
              <a:tr h="274320">
                <a:tc>
                  <a:txBody>
                    <a:bodyPr/>
                    <a:lstStyle/>
                    <a:p>
                      <a:pPr marL="0" indent="0">
                        <a:buNone/>
                      </a:pPr>
                      <a:endParaRPr lang="en-US" sz="11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D4ED8"/>
                    </a:solidFill>
                  </a:tcPr>
                </a:tc>
                <a:tc>
                  <a:txBody>
                    <a:bodyPr/>
                    <a:lstStyle/>
                    <a:p>
                      <a:pPr marL="0" indent="0">
                        <a:buNone/>
                      </a:pPr>
                      <a:r>
                        <a:rPr lang="en-US" sz="1100" b="1" dirty="0">
                          <a:solidFill>
                            <a:srgbClr val="FFFFFF"/>
                          </a:solidFill>
                          <a:latin typeface="Pretendard" pitchFamily="34" charset="0"/>
                          <a:ea typeface="Pretendard" pitchFamily="34" charset="-122"/>
                          <a:cs typeface="Pretendard" pitchFamily="34" charset="-120"/>
                        </a:rPr>
                        <a:t>GitHub Copilot harness</a:t>
                      </a:r>
                      <a:endParaRPr lang="en-US" sz="11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D4ED8"/>
                    </a:solidFill>
                  </a:tcPr>
                </a:tc>
                <a:tc>
                  <a:txBody>
                    <a:bodyPr/>
                    <a:lstStyle/>
                    <a:p>
                      <a:pPr marL="0" indent="0">
                        <a:buNone/>
                      </a:pPr>
                      <a:r>
                        <a:rPr lang="en-US" sz="1100" b="1" dirty="0">
                          <a:solidFill>
                            <a:srgbClr val="FFFFFF"/>
                          </a:solidFill>
                          <a:latin typeface="Pretendard" pitchFamily="34" charset="0"/>
                          <a:ea typeface="Pretendard" pitchFamily="34" charset="-122"/>
                          <a:cs typeface="Pretendard" pitchFamily="34" charset="-120"/>
                        </a:rPr>
                        <a:t>Standard harness</a:t>
                      </a:r>
                      <a:endParaRPr lang="en-US" sz="11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D4ED8"/>
                    </a:solidFill>
                  </a:tcPr>
                </a:tc>
                <a:tc>
                  <a:txBody>
                    <a:bodyPr/>
                    <a:lstStyle/>
                    <a:p>
                      <a:pPr marL="0" indent="0">
                        <a:buNone/>
                      </a:pPr>
                      <a:r>
                        <a:rPr lang="en-US" sz="1100" b="1" dirty="0">
                          <a:solidFill>
                            <a:srgbClr val="FFFFFF"/>
                          </a:solidFill>
                          <a:latin typeface="Pretendard" pitchFamily="34" charset="0"/>
                          <a:ea typeface="Pretendard" pitchFamily="34" charset="-122"/>
                          <a:cs typeface="Pretendard" pitchFamily="34" charset="-120"/>
                        </a:rPr>
                        <a:t>Copilot chat harness</a:t>
                      </a:r>
                      <a:endParaRPr lang="en-US" sz="11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D4ED8"/>
                    </a:solidFill>
                  </a:tcPr>
                </a:tc>
                <a:extLst>
                  <a:ext uri="{0D108BD9-81ED-4DB2-BD59-A6C34878D82A}">
                    <a16:rowId xmlns:a16="http://schemas.microsoft.com/office/drawing/2014/main" val="10000"/>
                  </a:ext>
                </a:extLst>
              </a:tr>
              <a:tr h="365760">
                <a:tc>
                  <a:txBody>
                    <a:bodyPr/>
                    <a:lstStyle/>
                    <a:p>
                      <a:pPr marL="0" indent="0">
                        <a:buNone/>
                      </a:pPr>
                      <a:r>
                        <a:rPr lang="en-US" sz="1050" b="1" dirty="0">
                          <a:solidFill>
                            <a:srgbClr val="111827"/>
                          </a:solidFill>
                          <a:latin typeface="Pretendard" pitchFamily="34" charset="0"/>
                          <a:ea typeface="Pretendard" pitchFamily="34" charset="-122"/>
                          <a:cs typeface="Pretendard" pitchFamily="34" charset="-120"/>
                        </a:rPr>
                        <a:t>적합한 경우</a:t>
                      </a:r>
                      <a:endParaRPr lang="en-US" sz="10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5F9"/>
                    </a:solidFill>
                  </a:tcPr>
                </a:tc>
                <a:tc>
                  <a:txBody>
                    <a:bodyPr/>
                    <a:lstStyle/>
                    <a:p>
                      <a:pPr marL="0" indent="0">
                        <a:buNone/>
                      </a:pPr>
                      <a:r>
                        <a:rPr lang="en-US" sz="950" b="1" dirty="0">
                          <a:solidFill>
                            <a:srgbClr val="111827"/>
                          </a:solidFill>
                          <a:latin typeface="Pretendard" pitchFamily="34" charset="0"/>
                          <a:ea typeface="Pretendard" pitchFamily="34" charset="-122"/>
                          <a:cs typeface="Pretendard" pitchFamily="34" charset="-120"/>
                        </a:rPr>
                        <a:t>복잡하고 다단계인 작업을 추론해야 할 때</a:t>
                      </a:r>
                      <a:endParaRPr lang="en-US" sz="9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950" dirty="0">
                          <a:solidFill>
                            <a:srgbClr val="4B5563"/>
                          </a:solidFill>
                          <a:latin typeface="Pretendard" pitchFamily="34" charset="0"/>
                          <a:ea typeface="Pretendard" pitchFamily="34" charset="-122"/>
                          <a:cs typeface="Pretendard" pitchFamily="34" charset="-120"/>
                        </a:rPr>
                        <a:t>구조화된 대화와 예측 가능한 제어가 필요할 때</a:t>
                      </a:r>
                      <a:endParaRPr lang="en-US" sz="9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950" dirty="0">
                          <a:solidFill>
                            <a:srgbClr val="4B5563"/>
                          </a:solidFill>
                          <a:latin typeface="Pretendard" pitchFamily="34" charset="0"/>
                          <a:ea typeface="Pretendard" pitchFamily="34" charset="-122"/>
                          <a:cs typeface="Pretendard" pitchFamily="34" charset="-120"/>
                        </a:rPr>
                        <a:t>M365 Copilot Chat을 엔터프라이즈 지식으로 grounding할 때</a:t>
                      </a:r>
                      <a:endParaRPr lang="en-US" sz="9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402336">
                <a:tc>
                  <a:txBody>
                    <a:bodyPr/>
                    <a:lstStyle/>
                    <a:p>
                      <a:pPr marL="0" indent="0">
                        <a:buNone/>
                      </a:pPr>
                      <a:r>
                        <a:rPr lang="en-US" sz="1050" b="1" dirty="0">
                          <a:solidFill>
                            <a:srgbClr val="111827"/>
                          </a:solidFill>
                          <a:latin typeface="Pretendard" pitchFamily="34" charset="0"/>
                          <a:ea typeface="Pretendard" pitchFamily="34" charset="-122"/>
                          <a:cs typeface="Pretendard" pitchFamily="34" charset="-120"/>
                        </a:rPr>
                        <a:t>지휘 방식</a:t>
                      </a:r>
                      <a:endParaRPr lang="en-US" sz="10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5F9"/>
                    </a:solidFill>
                  </a:tcPr>
                </a:tc>
                <a:tc>
                  <a:txBody>
                    <a:bodyPr/>
                    <a:lstStyle/>
                    <a:p>
                      <a:pPr marL="0" indent="0">
                        <a:buNone/>
                      </a:pPr>
                      <a:r>
                        <a:rPr lang="en-US" sz="950" b="1" dirty="0">
                          <a:solidFill>
                            <a:srgbClr val="111827"/>
                          </a:solidFill>
                          <a:latin typeface="Pretendard" pitchFamily="34" charset="0"/>
                          <a:ea typeface="Pretendard" pitchFamily="34" charset="-122"/>
                          <a:cs typeface="Pretendard" pitchFamily="34" charset="-120"/>
                        </a:rPr>
                        <a:t>계획·실행·검토·조정을 수행하는 강화된 목표 중심</a:t>
                      </a:r>
                      <a:endParaRPr lang="en-US" sz="9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950" dirty="0">
                          <a:solidFill>
                            <a:srgbClr val="4B5563"/>
                          </a:solidFill>
                          <a:latin typeface="Pretendard" pitchFamily="34" charset="0"/>
                          <a:ea typeface="Pretendard" pitchFamily="34" charset="-122"/>
                          <a:cs typeface="Pretendard" pitchFamily="34" charset="-120"/>
                        </a:rPr>
                        <a:t>topics 위에서 classic 또는 generative 구성 가능</a:t>
                      </a:r>
                      <a:endParaRPr lang="en-US" sz="9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950" dirty="0">
                          <a:solidFill>
                            <a:srgbClr val="4B5563"/>
                          </a:solidFill>
                          <a:latin typeface="Pretendard" pitchFamily="34" charset="0"/>
                          <a:ea typeface="Pretendard" pitchFamily="34" charset="-122"/>
                          <a:cs typeface="Pretendard" pitchFamily="34" charset="-120"/>
                        </a:rPr>
                        <a:t>M365 Copilot Chat 경험 사용</a:t>
                      </a:r>
                      <a:endParaRPr lang="en-US" sz="9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438912">
                <a:tc>
                  <a:txBody>
                    <a:bodyPr/>
                    <a:lstStyle/>
                    <a:p>
                      <a:pPr marL="0" indent="0">
                        <a:buNone/>
                      </a:pPr>
                      <a:r>
                        <a:rPr lang="en-US" sz="1050" b="1" dirty="0">
                          <a:solidFill>
                            <a:srgbClr val="111827"/>
                          </a:solidFill>
                          <a:latin typeface="Pretendard" pitchFamily="34" charset="0"/>
                          <a:ea typeface="Pretendard" pitchFamily="34" charset="-122"/>
                          <a:cs typeface="Pretendard" pitchFamily="34" charset="-120"/>
                        </a:rPr>
                        <a:t>핵심 기능</a:t>
                      </a:r>
                      <a:endParaRPr lang="en-US" sz="10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5F9"/>
                    </a:solidFill>
                  </a:tcPr>
                </a:tc>
                <a:tc>
                  <a:txBody>
                    <a:bodyPr/>
                    <a:lstStyle/>
                    <a:p>
                      <a:pPr marL="0" indent="0">
                        <a:buNone/>
                      </a:pPr>
                      <a:r>
                        <a:rPr lang="en-US" sz="950" b="1" dirty="0">
                          <a:solidFill>
                            <a:srgbClr val="111827"/>
                          </a:solidFill>
                          <a:latin typeface="Pretendard" pitchFamily="34" charset="0"/>
                          <a:ea typeface="Pretendard" pitchFamily="34" charset="-122"/>
                          <a:cs typeface="Pretendard" pitchFamily="34" charset="-120"/>
                        </a:rPr>
                        <a:t>Skills, memory, connected agents, tools, workflows, file creation</a:t>
                      </a:r>
                      <a:endParaRPr lang="en-US" sz="9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950" dirty="0">
                          <a:solidFill>
                            <a:srgbClr val="4B5563"/>
                          </a:solidFill>
                          <a:latin typeface="Pretendard" pitchFamily="34" charset="0"/>
                          <a:ea typeface="Pretendard" pitchFamily="34" charset="-122"/>
                          <a:cs typeface="Pretendard" pitchFamily="34" charset="-120"/>
                        </a:rPr>
                        <a:t>Topics, knowledge, tools, prompts, branches</a:t>
                      </a:r>
                      <a:endParaRPr lang="en-US" sz="9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950" dirty="0">
                          <a:solidFill>
                            <a:srgbClr val="4B5563"/>
                          </a:solidFill>
                          <a:latin typeface="Pretendard" pitchFamily="34" charset="0"/>
                          <a:ea typeface="Pretendard" pitchFamily="34" charset="-122"/>
                          <a:cs typeface="Pretendard" pitchFamily="34" charset="-120"/>
                        </a:rPr>
                        <a:t>M365 Copilot Chat 안의 엔터프라이즈 지식</a:t>
                      </a:r>
                      <a:endParaRPr lang="en-US" sz="9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329184">
                <a:tc>
                  <a:txBody>
                    <a:bodyPr/>
                    <a:lstStyle/>
                    <a:p>
                      <a:pPr marL="0" indent="0">
                        <a:buNone/>
                      </a:pPr>
                      <a:r>
                        <a:rPr lang="en-US" sz="1050" b="1" dirty="0">
                          <a:solidFill>
                            <a:srgbClr val="111827"/>
                          </a:solidFill>
                          <a:latin typeface="Pretendard" pitchFamily="34" charset="0"/>
                          <a:ea typeface="Pretendard" pitchFamily="34" charset="-122"/>
                          <a:cs typeface="Pretendard" pitchFamily="34" charset="-120"/>
                        </a:rPr>
                        <a:t>과금 방식</a:t>
                      </a:r>
                      <a:endParaRPr lang="en-US" sz="10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5F9"/>
                    </a:solidFill>
                  </a:tcPr>
                </a:tc>
                <a:tc>
                  <a:txBody>
                    <a:bodyPr/>
                    <a:lstStyle/>
                    <a:p>
                      <a:pPr marL="0" indent="0">
                        <a:buNone/>
                      </a:pPr>
                      <a:r>
                        <a:rPr lang="en-US" sz="950" b="1" dirty="0">
                          <a:solidFill>
                            <a:srgbClr val="111827"/>
                          </a:solidFill>
                          <a:latin typeface="Pretendard" pitchFamily="34" charset="0"/>
                          <a:ea typeface="Pretendard" pitchFamily="34" charset="-122"/>
                          <a:cs typeface="Pretendard" pitchFamily="34" charset="-120"/>
                        </a:rPr>
                        <a:t>사용량 기반 Copilot Credits</a:t>
                      </a:r>
                      <a:endParaRPr lang="en-US" sz="9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950" dirty="0">
                          <a:solidFill>
                            <a:srgbClr val="4B5563"/>
                          </a:solidFill>
                          <a:latin typeface="Pretendard" pitchFamily="34" charset="0"/>
                          <a:ea typeface="Pretendard" pitchFamily="34" charset="-122"/>
                          <a:cs typeface="Pretendard" pitchFamily="34" charset="-120"/>
                        </a:rPr>
                        <a:t>표준 Copilot Studio 라이선스</a:t>
                      </a:r>
                      <a:endParaRPr lang="en-US" sz="9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950" dirty="0">
                          <a:solidFill>
                            <a:srgbClr val="4B5563"/>
                          </a:solidFill>
                          <a:latin typeface="Pretendard" pitchFamily="34" charset="0"/>
                          <a:ea typeface="Pretendard" pitchFamily="34" charset="-122"/>
                          <a:cs typeface="Pretendard" pitchFamily="34" charset="-120"/>
                        </a:rPr>
                        <a:t>소비 기반 또는 M365 Copilot 라이선스에 포함</a:t>
                      </a:r>
                      <a:endParaRPr lang="en-US" sz="9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4"/>
                  </a:ext>
                </a:extLst>
              </a:tr>
              <a:tr h="274320">
                <a:tc>
                  <a:txBody>
                    <a:bodyPr/>
                    <a:lstStyle/>
                    <a:p>
                      <a:pPr marL="0" indent="0">
                        <a:buNone/>
                      </a:pPr>
                      <a:r>
                        <a:rPr lang="en-US" sz="1050" b="1" dirty="0">
                          <a:solidFill>
                            <a:srgbClr val="111827"/>
                          </a:solidFill>
                          <a:latin typeface="Pretendard" pitchFamily="34" charset="0"/>
                          <a:ea typeface="Pretendard" pitchFamily="34" charset="-122"/>
                          <a:cs typeface="Pretendard" pitchFamily="34" charset="-120"/>
                        </a:rPr>
                        <a:t>이 과정에서</a:t>
                      </a:r>
                      <a:endParaRPr lang="en-US" sz="10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5F9"/>
                    </a:solidFill>
                  </a:tcPr>
                </a:tc>
                <a:tc>
                  <a:txBody>
                    <a:bodyPr/>
                    <a:lstStyle/>
                    <a:p>
                      <a:pPr marL="0" indent="0">
                        <a:buNone/>
                      </a:pPr>
                      <a:r>
                        <a:rPr lang="en-US" sz="950" b="1" dirty="0">
                          <a:solidFill>
                            <a:srgbClr val="1D4ED8"/>
                          </a:solidFill>
                          <a:latin typeface="Pretendard" pitchFamily="34" charset="0"/>
                          <a:ea typeface="Pretendard" pitchFamily="34" charset="-122"/>
                          <a:cs typeface="Pretendard" pitchFamily="34" charset="-120"/>
                        </a:rPr>
                        <a:t>작업 02 이후 사용</a:t>
                      </a:r>
                      <a:endParaRPr lang="en-US" sz="9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950" dirty="0">
                          <a:solidFill>
                            <a:srgbClr val="4B5563"/>
                          </a:solidFill>
                          <a:latin typeface="Pretendard" pitchFamily="34" charset="0"/>
                          <a:ea typeface="Pretendard" pitchFamily="34" charset="-122"/>
                          <a:cs typeface="Pretendard" pitchFamily="34" charset="-120"/>
                        </a:rPr>
                        <a:t>직접 구축하지 않음</a:t>
                      </a:r>
                      <a:endParaRPr lang="en-US" sz="9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950" dirty="0">
                          <a:solidFill>
                            <a:srgbClr val="4B5563"/>
                          </a:solidFill>
                          <a:latin typeface="Pretendard" pitchFamily="34" charset="0"/>
                          <a:ea typeface="Pretendard" pitchFamily="34" charset="-122"/>
                          <a:cs typeface="Pretendard" pitchFamily="34" charset="-120"/>
                        </a:rPr>
                        <a:t>직접 구축하지 않음</a:t>
                      </a:r>
                      <a:endParaRPr lang="en-US" sz="9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결정 2 · 실습 관점</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어떤 harness가 이 일에 맞을까</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ko-KR" alt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02  ·  선택 기준</a:t>
            </a:r>
            <a:endParaRPr lang="en-US" sz="950" dirty="0"/>
          </a:p>
        </p:txBody>
      </p:sp>
      <p:sp>
        <p:nvSpPr>
          <p:cNvPr id="7" name="key message band">
            <a:extLst>
              <a:ext uri="{C183D7F6-B498-43B3-948B-1728B52AA6E4}">
                <adec:decorative xmlns:adec="http://schemas.microsoft.com/office/drawing/2017/decorative" val="1"/>
              </a:ext>
            </a:extLst>
          </p:cNvPr>
          <p:cNvSpPr/>
          <p:nvPr/>
        </p:nvSpPr>
        <p:spPr>
          <a:xfrm>
            <a:off x="548640" y="1417320"/>
            <a:ext cx="8046720" cy="566928"/>
          </a:xfrm>
          <a:prstGeom prst="rect">
            <a:avLst/>
          </a:prstGeom>
          <a:solidFill>
            <a:srgbClr val="F3F5F9"/>
          </a:solidFill>
          <a:ln w="12700">
            <a:solidFill>
              <a:srgbClr val="F3F5F9"/>
            </a:solidFill>
            <a:prstDash val="solid"/>
          </a:ln>
        </p:spPr>
        <p:txBody>
          <a:bodyPr/>
          <a:lstStyle/>
          <a:p>
            <a:endParaRPr lang="ko-KR" altLang="en-US"/>
          </a:p>
        </p:txBody>
      </p:sp>
      <p:sp>
        <p:nvSpPr>
          <p:cNvPr id="8" name="accent bar">
            <a:extLst>
              <a:ext uri="{C183D7F6-B498-43B3-948B-1728B52AA6E4}">
                <adec:decorative xmlns:adec="http://schemas.microsoft.com/office/drawing/2017/decorative" val="1"/>
              </a:ext>
            </a:extLst>
          </p:cNvPr>
          <p:cNvSpPr/>
          <p:nvPr/>
        </p:nvSpPr>
        <p:spPr>
          <a:xfrm>
            <a:off x="548640" y="1417320"/>
            <a:ext cx="50292" cy="566928"/>
          </a:xfrm>
          <a:prstGeom prst="rect">
            <a:avLst/>
          </a:prstGeom>
          <a:solidFill>
            <a:srgbClr val="1D4ED8"/>
          </a:solidFill>
          <a:ln w="12700">
            <a:solidFill>
              <a:srgbClr val="1D4ED8"/>
            </a:solidFill>
            <a:prstDash val="solid"/>
          </a:ln>
        </p:spPr>
        <p:txBody>
          <a:bodyPr/>
          <a:lstStyle/>
          <a:p>
            <a:endParaRPr lang="ko-KR" altLang="en-US"/>
          </a:p>
        </p:txBody>
      </p:sp>
      <p:sp>
        <p:nvSpPr>
          <p:cNvPr id="9" name="Text 7"/>
          <p:cNvSpPr/>
          <p:nvPr/>
        </p:nvSpPr>
        <p:spPr>
          <a:xfrm>
            <a:off x="749808" y="1417320"/>
            <a:ext cx="7680960" cy="566928"/>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어느 하나가 보편적으로 더 좋아서가 아니라, 일의 성격에 따라 고릅니다.</a:t>
            </a:r>
            <a:endParaRPr lang="en-US" sz="1350" dirty="0"/>
          </a:p>
        </p:txBody>
      </p:sp>
      <p:sp>
        <p:nvSpPr>
          <p:cNvPr id="10" name="harness card">
            <a:extLst>
              <a:ext uri="{C183D7F6-B498-43B3-948B-1728B52AA6E4}">
                <adec:decorative xmlns:adec="http://schemas.microsoft.com/office/drawing/2017/decorative" val="1"/>
              </a:ext>
            </a:extLst>
          </p:cNvPr>
          <p:cNvSpPr/>
          <p:nvPr/>
        </p:nvSpPr>
        <p:spPr>
          <a:xfrm>
            <a:off x="548640" y="2148840"/>
            <a:ext cx="2560320" cy="2377440"/>
          </a:xfrm>
          <a:prstGeom prst="rect">
            <a:avLst/>
          </a:prstGeom>
          <a:solidFill>
            <a:srgbClr val="F3F5F9"/>
          </a:solidFill>
          <a:ln w="12700">
            <a:solidFill>
              <a:srgbClr val="E5E7EB"/>
            </a:solidFill>
            <a:prstDash val="solid"/>
          </a:ln>
        </p:spPr>
        <p:txBody>
          <a:bodyPr/>
          <a:lstStyle/>
          <a:p>
            <a:endParaRPr lang="ko-KR" altLang="en-US"/>
          </a:p>
        </p:txBody>
      </p:sp>
      <p:sp>
        <p:nvSpPr>
          <p:cNvPr id="11" name="card rule">
            <a:extLst>
              <a:ext uri="{C183D7F6-B498-43B3-948B-1728B52AA6E4}">
                <adec:decorative xmlns:adec="http://schemas.microsoft.com/office/drawing/2017/decorative" val="1"/>
              </a:ext>
            </a:extLst>
          </p:cNvPr>
          <p:cNvSpPr/>
          <p:nvPr/>
        </p:nvSpPr>
        <p:spPr>
          <a:xfrm>
            <a:off x="548640" y="2148840"/>
            <a:ext cx="2560320" cy="36576"/>
          </a:xfrm>
          <a:prstGeom prst="rect">
            <a:avLst/>
          </a:prstGeom>
          <a:solidFill>
            <a:srgbClr val="3B82F6"/>
          </a:solidFill>
          <a:ln w="12700">
            <a:solidFill>
              <a:srgbClr val="3B82F6"/>
            </a:solidFill>
            <a:prstDash val="solid"/>
          </a:ln>
        </p:spPr>
        <p:txBody>
          <a:bodyPr/>
          <a:lstStyle/>
          <a:p>
            <a:endParaRPr lang="en-US"/>
          </a:p>
        </p:txBody>
      </p:sp>
      <p:sp>
        <p:nvSpPr>
          <p:cNvPr id="12" name="Text 10">
            <a:extLst>
              <a:ext uri="{C183D7F6-B498-43B3-948B-1728B52AA6E4}">
                <adec:decorative xmlns:adec="http://schemas.microsoft.com/office/drawing/2017/decorative" val="1"/>
              </a:ext>
            </a:extLst>
          </p:cNvPr>
          <p:cNvSpPr/>
          <p:nvPr/>
        </p:nvSpPr>
        <p:spPr>
          <a:xfrm>
            <a:off x="768096" y="2286000"/>
            <a:ext cx="2121408" cy="457200"/>
          </a:xfrm>
          <a:prstGeom prst="rect">
            <a:avLst/>
          </a:prstGeom>
          <a:noFill/>
          <a:ln/>
        </p:spPr>
        <p:txBody>
          <a:bodyPr wrap="square" lIns="0" tIns="0" rIns="0" bIns="0" rtlCol="0" anchor="ctr"/>
          <a:lstStyle/>
          <a:p>
            <a:pPr marL="0" indent="0">
              <a:lnSpc>
                <a:spcPct val="120000"/>
              </a:lnSpc>
              <a:buNone/>
            </a:pPr>
            <a:r>
              <a:rPr lang="en-US" sz="950" dirty="0">
                <a:solidFill>
                  <a:srgbClr val="6B7280"/>
                </a:solidFill>
                <a:latin typeface="Pretendard" pitchFamily="34" charset="0"/>
                <a:ea typeface="Pretendard" pitchFamily="34" charset="-122"/>
                <a:cs typeface="Pretendard" pitchFamily="34" charset="-120"/>
              </a:rPr>
              <a:t>동적이고 복잡한 다단계 업무를 추론해야 하나요?</a:t>
            </a:r>
            <a:endParaRPr lang="en-US" sz="950" dirty="0"/>
          </a:p>
        </p:txBody>
      </p:sp>
      <p:sp>
        <p:nvSpPr>
          <p:cNvPr id="13" name="Text 11"/>
          <p:cNvSpPr/>
          <p:nvPr/>
        </p:nvSpPr>
        <p:spPr>
          <a:xfrm>
            <a:off x="768096" y="2779776"/>
            <a:ext cx="2121408" cy="384048"/>
          </a:xfrm>
          <a:prstGeom prst="rect">
            <a:avLst/>
          </a:prstGeom>
          <a:noFill/>
          <a:ln/>
        </p:spPr>
        <p:txBody>
          <a:bodyPr wrap="square" lIns="0" tIns="0" rIns="0" bIns="0" rtlCol="0" anchor="ctr"/>
          <a:lstStyle/>
          <a:p>
            <a:pPr marL="0" indent="0">
              <a:lnSpc>
                <a:spcPct val="110000"/>
              </a:lnSpc>
              <a:buNone/>
            </a:pPr>
            <a:r>
              <a:rPr lang="en-US" sz="1250" b="1" dirty="0">
                <a:solidFill>
                  <a:srgbClr val="111827"/>
                </a:solidFill>
                <a:latin typeface="Pretendard" pitchFamily="34" charset="0"/>
                <a:ea typeface="Pretendard" pitchFamily="34" charset="-122"/>
                <a:cs typeface="Pretendard" pitchFamily="34" charset="-120"/>
              </a:rPr>
              <a:t>GitHub Copilot harness</a:t>
            </a:r>
            <a:endParaRPr lang="en-US" sz="1250" dirty="0"/>
          </a:p>
        </p:txBody>
      </p:sp>
      <p:sp>
        <p:nvSpPr>
          <p:cNvPr id="14" name="Text 12">
            <a:extLst>
              <a:ext uri="{C183D7F6-B498-43B3-948B-1728B52AA6E4}">
                <adec:decorative xmlns:adec="http://schemas.microsoft.com/office/drawing/2017/decorative" val="1"/>
              </a:ext>
            </a:extLst>
          </p:cNvPr>
          <p:cNvSpPr/>
          <p:nvPr/>
        </p:nvSpPr>
        <p:spPr>
          <a:xfrm>
            <a:off x="768096" y="3200400"/>
            <a:ext cx="2121408" cy="621792"/>
          </a:xfrm>
          <a:prstGeom prst="rect">
            <a:avLst/>
          </a:prstGeom>
          <a:noFill/>
          <a:ln/>
        </p:spPr>
        <p:txBody>
          <a:bodyPr wrap="square" lIns="0" tIns="0" rIns="0" bIns="0" rtlCol="0" anchor="ctr"/>
          <a:lstStyle/>
          <a:p>
            <a:pPr marL="0" indent="0">
              <a:lnSpc>
                <a:spcPct val="120000"/>
              </a:lnSpc>
              <a:buNone/>
            </a:pPr>
            <a:r>
              <a:rPr lang="en-US" sz="900" dirty="0">
                <a:solidFill>
                  <a:srgbClr val="4B5563"/>
                </a:solidFill>
                <a:latin typeface="Pretendard" pitchFamily="34" charset="0"/>
                <a:ea typeface="Pretendard" pitchFamily="34" charset="-122"/>
                <a:cs typeface="Pretendard" pitchFamily="34" charset="-120"/>
              </a:rPr>
              <a:t>지식, skills, tools, connected agents 위에서 목표 중심 오케스트레이션</a:t>
            </a:r>
            <a:endParaRPr lang="en-US" sz="900" dirty="0"/>
          </a:p>
        </p:txBody>
      </p:sp>
      <p:sp>
        <p:nvSpPr>
          <p:cNvPr id="15" name="Text 13">
            <a:extLst>
              <a:ext uri="{C183D7F6-B498-43B3-948B-1728B52AA6E4}">
                <adec:decorative xmlns:adec="http://schemas.microsoft.com/office/drawing/2017/decorative" val="1"/>
              </a:ext>
            </a:extLst>
          </p:cNvPr>
          <p:cNvSpPr/>
          <p:nvPr/>
        </p:nvSpPr>
        <p:spPr>
          <a:xfrm>
            <a:off x="768096" y="3840480"/>
            <a:ext cx="2121408" cy="384048"/>
          </a:xfrm>
          <a:prstGeom prst="rect">
            <a:avLst/>
          </a:prstGeom>
          <a:noFill/>
          <a:ln/>
        </p:spPr>
        <p:txBody>
          <a:bodyPr wrap="square" lIns="0" tIns="0" rIns="0" bIns="0" rtlCol="0" anchor="ctr"/>
          <a:lstStyle/>
          <a:p>
            <a:pPr marL="0" indent="0">
              <a:lnSpc>
                <a:spcPct val="120000"/>
              </a:lnSpc>
              <a:buNone/>
            </a:pPr>
            <a:r>
              <a:rPr lang="en-US" sz="850" b="1" dirty="0">
                <a:solidFill>
                  <a:srgbClr val="1D4ED8"/>
                </a:solidFill>
                <a:latin typeface="Pretendard" pitchFamily="34" charset="0"/>
                <a:ea typeface="Pretendard" pitchFamily="34" charset="-122"/>
                <a:cs typeface="Pretendard" pitchFamily="34" charset="-120"/>
              </a:rPr>
              <a:t>예시  </a:t>
            </a:r>
            <a:r>
              <a:rPr lang="en-US" sz="850" dirty="0">
                <a:solidFill>
                  <a:srgbClr val="4B5563"/>
                </a:solidFill>
                <a:latin typeface="Pretendard" pitchFamily="34" charset="0"/>
                <a:ea typeface="Pretendard" pitchFamily="34" charset="-122"/>
                <a:cs typeface="Pretendard" pitchFamily="34" charset="-120"/>
              </a:rPr>
              <a:t>문제를 진단하고 실시간 데이터를 모아 해결을 조율함</a:t>
            </a:r>
            <a:endParaRPr lang="en-US" sz="850" dirty="0"/>
          </a:p>
        </p:txBody>
      </p:sp>
      <p:sp>
        <p:nvSpPr>
          <p:cNvPr id="16" name="Text 14">
            <a:extLst>
              <a:ext uri="{C183D7F6-B498-43B3-948B-1728B52AA6E4}">
                <adec:decorative xmlns:adec="http://schemas.microsoft.com/office/drawing/2017/decorative" val="1"/>
              </a:ext>
            </a:extLst>
          </p:cNvPr>
          <p:cNvSpPr/>
          <p:nvPr/>
        </p:nvSpPr>
        <p:spPr>
          <a:xfrm>
            <a:off x="768096" y="4224528"/>
            <a:ext cx="2121408" cy="182880"/>
          </a:xfrm>
          <a:prstGeom prst="rect">
            <a:avLst/>
          </a:prstGeom>
          <a:noFill/>
          <a:ln/>
        </p:spPr>
        <p:txBody>
          <a:bodyPr wrap="square" lIns="0" tIns="0" rIns="0" bIns="0" rtlCol="0" anchor="ctr"/>
          <a:lstStyle/>
          <a:p>
            <a:pPr marL="0" indent="0">
              <a:buNone/>
            </a:pPr>
            <a:r>
              <a:rPr lang="en-US" sz="900" b="1" dirty="0">
                <a:solidFill>
                  <a:srgbClr val="1D4ED8"/>
                </a:solidFill>
                <a:latin typeface="Pretendard" pitchFamily="34" charset="0"/>
                <a:ea typeface="Pretendard" pitchFamily="34" charset="-122"/>
                <a:cs typeface="Pretendard" pitchFamily="34" charset="-120"/>
              </a:rPr>
              <a:t>이 과정에서 사용</a:t>
            </a:r>
            <a:endParaRPr lang="en-US" sz="900" dirty="0"/>
          </a:p>
        </p:txBody>
      </p:sp>
      <p:sp>
        <p:nvSpPr>
          <p:cNvPr id="17" name="harness card">
            <a:extLst>
              <a:ext uri="{C183D7F6-B498-43B3-948B-1728B52AA6E4}">
                <adec:decorative xmlns:adec="http://schemas.microsoft.com/office/drawing/2017/decorative" val="1"/>
              </a:ext>
            </a:extLst>
          </p:cNvPr>
          <p:cNvSpPr/>
          <p:nvPr/>
        </p:nvSpPr>
        <p:spPr>
          <a:xfrm>
            <a:off x="3291840" y="2148840"/>
            <a:ext cx="2560320" cy="2377440"/>
          </a:xfrm>
          <a:prstGeom prst="rect">
            <a:avLst/>
          </a:prstGeom>
          <a:solidFill>
            <a:srgbClr val="FFFFFF"/>
          </a:solidFill>
          <a:ln w="12700">
            <a:solidFill>
              <a:srgbClr val="E5E7EB"/>
            </a:solidFill>
            <a:prstDash val="solid"/>
          </a:ln>
        </p:spPr>
        <p:txBody>
          <a:bodyPr/>
          <a:lstStyle/>
          <a:p>
            <a:endParaRPr lang="en-US"/>
          </a:p>
        </p:txBody>
      </p:sp>
      <p:sp>
        <p:nvSpPr>
          <p:cNvPr id="18" name="card rule">
            <a:extLst>
              <a:ext uri="{C183D7F6-B498-43B3-948B-1728B52AA6E4}">
                <adec:decorative xmlns:adec="http://schemas.microsoft.com/office/drawing/2017/decorative" val="1"/>
              </a:ext>
            </a:extLst>
          </p:cNvPr>
          <p:cNvSpPr/>
          <p:nvPr/>
        </p:nvSpPr>
        <p:spPr>
          <a:xfrm>
            <a:off x="3291840" y="2148840"/>
            <a:ext cx="2560320" cy="36576"/>
          </a:xfrm>
          <a:prstGeom prst="rect">
            <a:avLst/>
          </a:prstGeom>
          <a:solidFill>
            <a:srgbClr val="3B82F6"/>
          </a:solidFill>
          <a:ln w="12700">
            <a:solidFill>
              <a:srgbClr val="3B82F6"/>
            </a:solidFill>
            <a:prstDash val="solid"/>
          </a:ln>
        </p:spPr>
        <p:txBody>
          <a:bodyPr/>
          <a:lstStyle/>
          <a:p>
            <a:endParaRPr lang="en-US"/>
          </a:p>
        </p:txBody>
      </p:sp>
      <p:sp>
        <p:nvSpPr>
          <p:cNvPr id="19" name="Text 17"/>
          <p:cNvSpPr/>
          <p:nvPr/>
        </p:nvSpPr>
        <p:spPr>
          <a:xfrm>
            <a:off x="3511296" y="2286000"/>
            <a:ext cx="2121408" cy="457200"/>
          </a:xfrm>
          <a:prstGeom prst="rect">
            <a:avLst/>
          </a:prstGeom>
          <a:noFill/>
          <a:ln/>
        </p:spPr>
        <p:txBody>
          <a:bodyPr wrap="square" lIns="0" tIns="0" rIns="0" bIns="0" rtlCol="0" anchor="ctr"/>
          <a:lstStyle/>
          <a:p>
            <a:pPr marL="0" indent="0">
              <a:lnSpc>
                <a:spcPct val="120000"/>
              </a:lnSpc>
              <a:buNone/>
            </a:pPr>
            <a:r>
              <a:rPr lang="en-US" sz="950" dirty="0">
                <a:solidFill>
                  <a:srgbClr val="6B7280"/>
                </a:solidFill>
                <a:latin typeface="Pretendard" pitchFamily="34" charset="0"/>
                <a:ea typeface="Pretendard" pitchFamily="34" charset="-122"/>
                <a:cs typeface="Pretendard" pitchFamily="34" charset="-120"/>
              </a:rPr>
              <a:t>작성된 topics와 통제된 경로가 필요한가요?</a:t>
            </a:r>
            <a:endParaRPr lang="en-US" sz="950" dirty="0"/>
          </a:p>
        </p:txBody>
      </p:sp>
      <p:sp>
        <p:nvSpPr>
          <p:cNvPr id="20" name="Text 18">
            <a:extLst>
              <a:ext uri="{C183D7F6-B498-43B3-948B-1728B52AA6E4}">
                <adec:decorative xmlns:adec="http://schemas.microsoft.com/office/drawing/2017/decorative" val="1"/>
              </a:ext>
            </a:extLst>
          </p:cNvPr>
          <p:cNvSpPr/>
          <p:nvPr/>
        </p:nvSpPr>
        <p:spPr>
          <a:xfrm>
            <a:off x="3511296" y="2779776"/>
            <a:ext cx="2121408" cy="384048"/>
          </a:xfrm>
          <a:prstGeom prst="rect">
            <a:avLst/>
          </a:prstGeom>
          <a:noFill/>
          <a:ln/>
        </p:spPr>
        <p:txBody>
          <a:bodyPr wrap="square" lIns="0" tIns="0" rIns="0" bIns="0" rtlCol="0" anchor="ctr"/>
          <a:lstStyle/>
          <a:p>
            <a:pPr marL="0" indent="0">
              <a:lnSpc>
                <a:spcPct val="110000"/>
              </a:lnSpc>
              <a:buNone/>
            </a:pPr>
            <a:r>
              <a:rPr lang="en-US" sz="1250" b="1" dirty="0">
                <a:solidFill>
                  <a:srgbClr val="111827"/>
                </a:solidFill>
                <a:latin typeface="Pretendard" pitchFamily="34" charset="0"/>
                <a:ea typeface="Pretendard" pitchFamily="34" charset="-122"/>
                <a:cs typeface="Pretendard" pitchFamily="34" charset="-120"/>
              </a:rPr>
              <a:t>Standard harness</a:t>
            </a:r>
            <a:endParaRPr lang="en-US" sz="1250" dirty="0"/>
          </a:p>
        </p:txBody>
      </p:sp>
      <p:sp>
        <p:nvSpPr>
          <p:cNvPr id="21" name="Text 19">
            <a:extLst>
              <a:ext uri="{C183D7F6-B498-43B3-948B-1728B52AA6E4}">
                <adec:decorative xmlns:adec="http://schemas.microsoft.com/office/drawing/2017/decorative" val="1"/>
              </a:ext>
            </a:extLst>
          </p:cNvPr>
          <p:cNvSpPr/>
          <p:nvPr/>
        </p:nvSpPr>
        <p:spPr>
          <a:xfrm>
            <a:off x="3511296" y="3200400"/>
            <a:ext cx="2121408" cy="621792"/>
          </a:xfrm>
          <a:prstGeom prst="rect">
            <a:avLst/>
          </a:prstGeom>
          <a:noFill/>
          <a:ln/>
        </p:spPr>
        <p:txBody>
          <a:bodyPr wrap="square" lIns="0" tIns="0" rIns="0" bIns="0" rtlCol="0" anchor="ctr"/>
          <a:lstStyle/>
          <a:p>
            <a:pPr marL="0" indent="0">
              <a:lnSpc>
                <a:spcPct val="120000"/>
              </a:lnSpc>
              <a:buNone/>
            </a:pPr>
            <a:r>
              <a:rPr lang="en-US" sz="900" dirty="0">
                <a:solidFill>
                  <a:srgbClr val="4B5563"/>
                </a:solidFill>
                <a:latin typeface="Pretendard" pitchFamily="34" charset="0"/>
                <a:ea typeface="Pretendard" pitchFamily="34" charset="-122"/>
                <a:cs typeface="Pretendard" pitchFamily="34" charset="-120"/>
              </a:rPr>
              <a:t>제작자가 정의한 기능 위에서 classic 또는 generative 오케스트레이션</a:t>
            </a:r>
            <a:endParaRPr lang="en-US" sz="900" dirty="0"/>
          </a:p>
        </p:txBody>
      </p:sp>
      <p:sp>
        <p:nvSpPr>
          <p:cNvPr id="22" name="Text 20"/>
          <p:cNvSpPr/>
          <p:nvPr/>
        </p:nvSpPr>
        <p:spPr>
          <a:xfrm>
            <a:off x="3511296" y="3840480"/>
            <a:ext cx="2121408" cy="384048"/>
          </a:xfrm>
          <a:prstGeom prst="rect">
            <a:avLst/>
          </a:prstGeom>
          <a:noFill/>
          <a:ln/>
        </p:spPr>
        <p:txBody>
          <a:bodyPr wrap="square" lIns="0" tIns="0" rIns="0" bIns="0" rtlCol="0" anchor="ctr"/>
          <a:lstStyle/>
          <a:p>
            <a:pPr marL="0" indent="0">
              <a:lnSpc>
                <a:spcPct val="120000"/>
              </a:lnSpc>
              <a:buNone/>
            </a:pPr>
            <a:r>
              <a:rPr lang="en-US" sz="850" b="1" dirty="0">
                <a:solidFill>
                  <a:srgbClr val="1D4ED8"/>
                </a:solidFill>
                <a:latin typeface="Pretendard" pitchFamily="34" charset="0"/>
                <a:ea typeface="Pretendard" pitchFamily="34" charset="-122"/>
                <a:cs typeface="Pretendard" pitchFamily="34" charset="-120"/>
              </a:rPr>
              <a:t>예시  </a:t>
            </a:r>
            <a:r>
              <a:rPr lang="en-US" sz="850" dirty="0">
                <a:solidFill>
                  <a:srgbClr val="4B5563"/>
                </a:solidFill>
                <a:latin typeface="Pretendard" pitchFamily="34" charset="0"/>
                <a:ea typeface="Pretendard" pitchFamily="34" charset="-122"/>
                <a:cs typeface="Pretendard" pitchFamily="34" charset="-120"/>
              </a:rPr>
              <a:t>직원을 통제된 문제 해결 경로로 안내함</a:t>
            </a:r>
            <a:endParaRPr lang="en-US" sz="850" dirty="0"/>
          </a:p>
        </p:txBody>
      </p:sp>
      <p:sp>
        <p:nvSpPr>
          <p:cNvPr id="23" name="harness card">
            <a:extLst>
              <a:ext uri="{C183D7F6-B498-43B3-948B-1728B52AA6E4}">
                <adec:decorative xmlns:adec="http://schemas.microsoft.com/office/drawing/2017/decorative" val="1"/>
              </a:ext>
            </a:extLst>
          </p:cNvPr>
          <p:cNvSpPr/>
          <p:nvPr/>
        </p:nvSpPr>
        <p:spPr>
          <a:xfrm>
            <a:off x="6035040" y="2148840"/>
            <a:ext cx="2560320" cy="2377440"/>
          </a:xfrm>
          <a:prstGeom prst="rect">
            <a:avLst/>
          </a:prstGeom>
          <a:solidFill>
            <a:srgbClr val="FFFFFF"/>
          </a:solidFill>
          <a:ln w="12700">
            <a:solidFill>
              <a:srgbClr val="E5E7EB"/>
            </a:solidFill>
            <a:prstDash val="solid"/>
          </a:ln>
        </p:spPr>
        <p:txBody>
          <a:bodyPr/>
          <a:lstStyle/>
          <a:p>
            <a:endParaRPr lang="ko-KR" altLang="en-US"/>
          </a:p>
        </p:txBody>
      </p:sp>
      <p:sp>
        <p:nvSpPr>
          <p:cNvPr id="24" name="card rule">
            <a:extLst>
              <a:ext uri="{C183D7F6-B498-43B3-948B-1728B52AA6E4}">
                <adec:decorative xmlns:adec="http://schemas.microsoft.com/office/drawing/2017/decorative" val="1"/>
              </a:ext>
            </a:extLst>
          </p:cNvPr>
          <p:cNvSpPr/>
          <p:nvPr/>
        </p:nvSpPr>
        <p:spPr>
          <a:xfrm>
            <a:off x="6035040" y="2148840"/>
            <a:ext cx="2560320" cy="36576"/>
          </a:xfrm>
          <a:prstGeom prst="rect">
            <a:avLst/>
          </a:prstGeom>
          <a:solidFill>
            <a:srgbClr val="3B82F6"/>
          </a:solidFill>
          <a:ln w="12700">
            <a:solidFill>
              <a:srgbClr val="3B82F6"/>
            </a:solidFill>
            <a:prstDash val="solid"/>
          </a:ln>
        </p:spPr>
        <p:txBody>
          <a:bodyPr/>
          <a:lstStyle/>
          <a:p>
            <a:endParaRPr lang="ko-KR" altLang="en-US"/>
          </a:p>
        </p:txBody>
      </p:sp>
      <p:sp>
        <p:nvSpPr>
          <p:cNvPr id="25" name="Text 23"/>
          <p:cNvSpPr/>
          <p:nvPr/>
        </p:nvSpPr>
        <p:spPr>
          <a:xfrm>
            <a:off x="6254496" y="2286000"/>
            <a:ext cx="2121408" cy="457200"/>
          </a:xfrm>
          <a:prstGeom prst="rect">
            <a:avLst/>
          </a:prstGeom>
          <a:noFill/>
          <a:ln/>
        </p:spPr>
        <p:txBody>
          <a:bodyPr wrap="square" lIns="0" tIns="0" rIns="0" bIns="0" rtlCol="0" anchor="ctr"/>
          <a:lstStyle/>
          <a:p>
            <a:pPr marL="0" indent="0">
              <a:lnSpc>
                <a:spcPct val="120000"/>
              </a:lnSpc>
              <a:buNone/>
            </a:pPr>
            <a:r>
              <a:rPr lang="en-US" sz="950" dirty="0">
                <a:solidFill>
                  <a:srgbClr val="6B7280"/>
                </a:solidFill>
                <a:latin typeface="Pretendard" pitchFamily="34" charset="0"/>
                <a:ea typeface="Pretendard" pitchFamily="34" charset="-122"/>
                <a:cs typeface="Pretendard" pitchFamily="34" charset="-120"/>
              </a:rPr>
              <a:t>M365 Copilot Chat을 조직 지식으로 넓히려는 건가요?</a:t>
            </a:r>
            <a:endParaRPr lang="en-US" sz="950" dirty="0"/>
          </a:p>
        </p:txBody>
      </p:sp>
      <p:sp>
        <p:nvSpPr>
          <p:cNvPr id="26" name="Text 24"/>
          <p:cNvSpPr/>
          <p:nvPr/>
        </p:nvSpPr>
        <p:spPr>
          <a:xfrm>
            <a:off x="6254496" y="2779776"/>
            <a:ext cx="2121408" cy="384048"/>
          </a:xfrm>
          <a:prstGeom prst="rect">
            <a:avLst/>
          </a:prstGeom>
          <a:noFill/>
          <a:ln/>
        </p:spPr>
        <p:txBody>
          <a:bodyPr wrap="square" lIns="0" tIns="0" rIns="0" bIns="0" rtlCol="0" anchor="ctr"/>
          <a:lstStyle/>
          <a:p>
            <a:pPr marL="0" indent="0">
              <a:lnSpc>
                <a:spcPct val="110000"/>
              </a:lnSpc>
              <a:buNone/>
            </a:pPr>
            <a:r>
              <a:rPr lang="en-US" sz="1250" b="1" dirty="0">
                <a:solidFill>
                  <a:srgbClr val="111827"/>
                </a:solidFill>
                <a:latin typeface="Pretendard" pitchFamily="34" charset="0"/>
                <a:ea typeface="Pretendard" pitchFamily="34" charset="-122"/>
                <a:cs typeface="Pretendard" pitchFamily="34" charset="-120"/>
              </a:rPr>
              <a:t>Copilot chat harness</a:t>
            </a:r>
            <a:endParaRPr lang="en-US" sz="1250" dirty="0"/>
          </a:p>
        </p:txBody>
      </p:sp>
      <p:sp>
        <p:nvSpPr>
          <p:cNvPr id="27" name="Text 25"/>
          <p:cNvSpPr/>
          <p:nvPr/>
        </p:nvSpPr>
        <p:spPr>
          <a:xfrm>
            <a:off x="6254496" y="3200400"/>
            <a:ext cx="2121408" cy="621792"/>
          </a:xfrm>
          <a:prstGeom prst="rect">
            <a:avLst/>
          </a:prstGeom>
          <a:noFill/>
          <a:ln/>
        </p:spPr>
        <p:txBody>
          <a:bodyPr wrap="square" lIns="0" tIns="0" rIns="0" bIns="0" rtlCol="0" anchor="ctr"/>
          <a:lstStyle/>
          <a:p>
            <a:pPr marL="0" indent="0">
              <a:lnSpc>
                <a:spcPct val="120000"/>
              </a:lnSpc>
              <a:buNone/>
            </a:pPr>
            <a:r>
              <a:rPr lang="en-US" sz="900" dirty="0">
                <a:solidFill>
                  <a:srgbClr val="4B5563"/>
                </a:solidFill>
                <a:latin typeface="Pretendard" pitchFamily="34" charset="0"/>
                <a:ea typeface="Pretendard" pitchFamily="34" charset="-122"/>
                <a:cs typeface="Pretendard" pitchFamily="34" charset="-120"/>
              </a:rPr>
              <a:t>Microsoft 365 Copilot Chat 경험 안의 엔터프라이즈 지식</a:t>
            </a:r>
            <a:endParaRPr lang="en-US" sz="900" dirty="0"/>
          </a:p>
        </p:txBody>
      </p:sp>
      <p:sp>
        <p:nvSpPr>
          <p:cNvPr id="28" name="Text 26"/>
          <p:cNvSpPr/>
          <p:nvPr/>
        </p:nvSpPr>
        <p:spPr>
          <a:xfrm>
            <a:off x="6254496" y="3840480"/>
            <a:ext cx="2121408" cy="384048"/>
          </a:xfrm>
          <a:prstGeom prst="rect">
            <a:avLst/>
          </a:prstGeom>
          <a:noFill/>
          <a:ln/>
        </p:spPr>
        <p:txBody>
          <a:bodyPr wrap="square" lIns="0" tIns="0" rIns="0" bIns="0" rtlCol="0" anchor="ctr"/>
          <a:lstStyle/>
          <a:p>
            <a:pPr marL="0" indent="0">
              <a:lnSpc>
                <a:spcPct val="120000"/>
              </a:lnSpc>
              <a:buNone/>
            </a:pPr>
            <a:r>
              <a:rPr lang="en-US" sz="850" b="1" dirty="0">
                <a:solidFill>
                  <a:srgbClr val="1D4ED8"/>
                </a:solidFill>
                <a:latin typeface="Pretendard" pitchFamily="34" charset="0"/>
                <a:ea typeface="Pretendard" pitchFamily="34" charset="-122"/>
                <a:cs typeface="Pretendard" pitchFamily="34" charset="-120"/>
              </a:rPr>
              <a:t>예시  </a:t>
            </a:r>
            <a:r>
              <a:rPr lang="en-US" sz="850" dirty="0">
                <a:solidFill>
                  <a:srgbClr val="4B5563"/>
                </a:solidFill>
                <a:latin typeface="Pretendard" pitchFamily="34" charset="0"/>
                <a:ea typeface="Pretendard" pitchFamily="34" charset="-122"/>
                <a:cs typeface="Pretendard" pitchFamily="34" charset="-120"/>
              </a:rPr>
              <a:t>SharePoint 콘텐츠로 직원 질문에 답함</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핵심 개념</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왜 GitHub Copilot harness가 다른가</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ko-KR" alt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02  ·  차별점</a:t>
            </a:r>
            <a:endParaRPr lang="en-US" sz="950" dirty="0"/>
          </a:p>
        </p:txBody>
      </p:sp>
      <p:sp>
        <p:nvSpPr>
          <p:cNvPr id="7" name="key message band">
            <a:extLst>
              <a:ext uri="{C183D7F6-B498-43B3-948B-1728B52AA6E4}">
                <adec:decorative xmlns:adec="http://schemas.microsoft.com/office/drawing/2017/decorative" val="1"/>
              </a:ext>
            </a:extLst>
          </p:cNvPr>
          <p:cNvSpPr/>
          <p:nvPr/>
        </p:nvSpPr>
        <p:spPr>
          <a:xfrm>
            <a:off x="548640" y="1417320"/>
            <a:ext cx="8046720" cy="566928"/>
          </a:xfrm>
          <a:prstGeom prst="rect">
            <a:avLst/>
          </a:prstGeom>
          <a:solidFill>
            <a:srgbClr val="F3F5F9"/>
          </a:solidFill>
          <a:ln w="12700">
            <a:solidFill>
              <a:srgbClr val="F3F5F9"/>
            </a:solidFill>
            <a:prstDash val="solid"/>
          </a:ln>
        </p:spPr>
        <p:txBody>
          <a:bodyPr/>
          <a:lstStyle/>
          <a:p>
            <a:endParaRPr lang="ko-KR" altLang="en-US"/>
          </a:p>
        </p:txBody>
      </p:sp>
      <p:sp>
        <p:nvSpPr>
          <p:cNvPr id="8" name="accent bar">
            <a:extLst>
              <a:ext uri="{C183D7F6-B498-43B3-948B-1728B52AA6E4}">
                <adec:decorative xmlns:adec="http://schemas.microsoft.com/office/drawing/2017/decorative" val="1"/>
              </a:ext>
            </a:extLst>
          </p:cNvPr>
          <p:cNvSpPr/>
          <p:nvPr/>
        </p:nvSpPr>
        <p:spPr>
          <a:xfrm>
            <a:off x="548640" y="1417320"/>
            <a:ext cx="50292" cy="566928"/>
          </a:xfrm>
          <a:prstGeom prst="rect">
            <a:avLst/>
          </a:prstGeom>
          <a:solidFill>
            <a:srgbClr val="1D4ED8"/>
          </a:solidFill>
          <a:ln w="12700">
            <a:solidFill>
              <a:srgbClr val="1D4ED8"/>
            </a:solidFill>
            <a:prstDash val="solid"/>
          </a:ln>
        </p:spPr>
        <p:txBody>
          <a:bodyPr/>
          <a:lstStyle/>
          <a:p>
            <a:endParaRPr lang="ko-KR" altLang="en-US"/>
          </a:p>
        </p:txBody>
      </p:sp>
      <p:sp>
        <p:nvSpPr>
          <p:cNvPr id="9" name="Text 7"/>
          <p:cNvSpPr/>
          <p:nvPr/>
        </p:nvSpPr>
        <p:spPr>
          <a:xfrm>
            <a:off x="749808" y="1417320"/>
            <a:ext cx="7680960" cy="566928"/>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차이는 생성형 오케스트레이션 여부가 아니라, 긴 작업을 위한 런타임과 역량의 결합입니다.</a:t>
            </a:r>
            <a:endParaRPr lang="en-US" sz="1350" dirty="0"/>
          </a:p>
        </p:txBody>
      </p:sp>
      <p:sp>
        <p:nvSpPr>
          <p:cNvPr id="10" name="item accent">
            <a:extLst>
              <a:ext uri="{C183D7F6-B498-43B3-948B-1728B52AA6E4}">
                <adec:decorative xmlns:adec="http://schemas.microsoft.com/office/drawing/2017/decorative" val="1"/>
              </a:ext>
            </a:extLst>
          </p:cNvPr>
          <p:cNvSpPr/>
          <p:nvPr/>
        </p:nvSpPr>
        <p:spPr>
          <a:xfrm>
            <a:off x="548640" y="2240280"/>
            <a:ext cx="45720" cy="347472"/>
          </a:xfrm>
          <a:prstGeom prst="rect">
            <a:avLst/>
          </a:prstGeom>
          <a:solidFill>
            <a:srgbClr val="3B82F6"/>
          </a:solidFill>
          <a:ln w="12700">
            <a:solidFill>
              <a:srgbClr val="3B82F6"/>
            </a:solidFill>
            <a:prstDash val="solid"/>
          </a:ln>
        </p:spPr>
        <p:txBody>
          <a:bodyPr/>
          <a:lstStyle/>
          <a:p>
            <a:endParaRPr lang="ko-KR" altLang="en-US"/>
          </a:p>
        </p:txBody>
      </p:sp>
      <p:sp>
        <p:nvSpPr>
          <p:cNvPr id="11" name="Text 9">
            <a:extLst>
              <a:ext uri="{C183D7F6-B498-43B3-948B-1728B52AA6E4}">
                <adec:decorative xmlns:adec="http://schemas.microsoft.com/office/drawing/2017/decorative" val="1"/>
              </a:ext>
            </a:extLst>
          </p:cNvPr>
          <p:cNvSpPr/>
          <p:nvPr/>
        </p:nvSpPr>
        <p:spPr>
          <a:xfrm>
            <a:off x="749808" y="2240280"/>
            <a:ext cx="5029200" cy="347472"/>
          </a:xfrm>
          <a:prstGeom prst="rect">
            <a:avLst/>
          </a:prstGeom>
          <a:noFill/>
          <a:ln/>
        </p:spPr>
        <p:txBody>
          <a:bodyPr wrap="square" lIns="0" tIns="0" rIns="0" bIns="0" rtlCol="0" anchor="ctr"/>
          <a:lstStyle/>
          <a:p>
            <a:pPr marL="0" indent="0">
              <a:buNone/>
            </a:pPr>
            <a:r>
              <a:rPr lang="en-US" sz="1100" dirty="0">
                <a:solidFill>
                  <a:srgbClr val="111827"/>
                </a:solidFill>
                <a:latin typeface="Pretendard" pitchFamily="34" charset="0"/>
                <a:ea typeface="Pretendard" pitchFamily="34" charset="-122"/>
                <a:cs typeface="Pretendard" pitchFamily="34" charset="-120"/>
              </a:rPr>
              <a:t>동적인 문제와 모호한 의사 결정 지점을 추론하기</a:t>
            </a:r>
            <a:endParaRPr lang="en-US" sz="1100" dirty="0"/>
          </a:p>
        </p:txBody>
      </p:sp>
      <p:sp>
        <p:nvSpPr>
          <p:cNvPr id="12" name="item accent">
            <a:extLst>
              <a:ext uri="{C183D7F6-B498-43B3-948B-1728B52AA6E4}">
                <adec:decorative xmlns:adec="http://schemas.microsoft.com/office/drawing/2017/decorative" val="1"/>
              </a:ext>
            </a:extLst>
          </p:cNvPr>
          <p:cNvSpPr/>
          <p:nvPr/>
        </p:nvSpPr>
        <p:spPr>
          <a:xfrm>
            <a:off x="548640" y="2660904"/>
            <a:ext cx="45720" cy="347472"/>
          </a:xfrm>
          <a:prstGeom prst="rect">
            <a:avLst/>
          </a:prstGeom>
          <a:solidFill>
            <a:srgbClr val="3B82F6"/>
          </a:solidFill>
          <a:ln w="12700">
            <a:solidFill>
              <a:srgbClr val="3B82F6"/>
            </a:solidFill>
            <a:prstDash val="solid"/>
          </a:ln>
        </p:spPr>
        <p:txBody>
          <a:bodyPr/>
          <a:lstStyle/>
          <a:p>
            <a:endParaRPr lang="en-US"/>
          </a:p>
        </p:txBody>
      </p:sp>
      <p:sp>
        <p:nvSpPr>
          <p:cNvPr id="13" name="Text 11">
            <a:extLst>
              <a:ext uri="{C183D7F6-B498-43B3-948B-1728B52AA6E4}">
                <adec:decorative xmlns:adec="http://schemas.microsoft.com/office/drawing/2017/decorative" val="1"/>
              </a:ext>
            </a:extLst>
          </p:cNvPr>
          <p:cNvSpPr/>
          <p:nvPr/>
        </p:nvSpPr>
        <p:spPr>
          <a:xfrm>
            <a:off x="749808" y="2660904"/>
            <a:ext cx="5029200" cy="347472"/>
          </a:xfrm>
          <a:prstGeom prst="rect">
            <a:avLst/>
          </a:prstGeom>
          <a:noFill/>
          <a:ln/>
        </p:spPr>
        <p:txBody>
          <a:bodyPr wrap="square" lIns="0" tIns="0" rIns="0" bIns="0" rtlCol="0" anchor="ctr"/>
          <a:lstStyle/>
          <a:p>
            <a:pPr marL="0" indent="0">
              <a:buNone/>
            </a:pPr>
            <a:r>
              <a:rPr lang="en-US" sz="1100" dirty="0">
                <a:solidFill>
                  <a:srgbClr val="111827"/>
                </a:solidFill>
                <a:latin typeface="Pretendard" pitchFamily="34" charset="0"/>
                <a:ea typeface="Pretendard" pitchFamily="34" charset="-122"/>
                <a:cs typeface="Pretendard" pitchFamily="34" charset="-120"/>
              </a:rPr>
              <a:t>여러 단계와 데이터 원본에 걸쳐 여러 도구를 조율하기</a:t>
            </a:r>
            <a:endParaRPr lang="en-US" sz="1100" dirty="0"/>
          </a:p>
        </p:txBody>
      </p:sp>
      <p:sp>
        <p:nvSpPr>
          <p:cNvPr id="14" name="item accent">
            <a:extLst>
              <a:ext uri="{C183D7F6-B498-43B3-948B-1728B52AA6E4}">
                <adec:decorative xmlns:adec="http://schemas.microsoft.com/office/drawing/2017/decorative" val="1"/>
              </a:ext>
            </a:extLst>
          </p:cNvPr>
          <p:cNvSpPr/>
          <p:nvPr/>
        </p:nvSpPr>
        <p:spPr>
          <a:xfrm>
            <a:off x="548640" y="3081528"/>
            <a:ext cx="45720" cy="347472"/>
          </a:xfrm>
          <a:prstGeom prst="rect">
            <a:avLst/>
          </a:prstGeom>
          <a:solidFill>
            <a:srgbClr val="3B82F6"/>
          </a:solidFill>
          <a:ln w="12700">
            <a:solidFill>
              <a:srgbClr val="3B82F6"/>
            </a:solidFill>
            <a:prstDash val="solid"/>
          </a:ln>
        </p:spPr>
        <p:txBody>
          <a:bodyPr/>
          <a:lstStyle/>
          <a:p>
            <a:endParaRPr lang="en-US"/>
          </a:p>
        </p:txBody>
      </p:sp>
      <p:sp>
        <p:nvSpPr>
          <p:cNvPr id="15" name="Text 13">
            <a:extLst>
              <a:ext uri="{C183D7F6-B498-43B3-948B-1728B52AA6E4}">
                <adec:decorative xmlns:adec="http://schemas.microsoft.com/office/drawing/2017/decorative" val="1"/>
              </a:ext>
            </a:extLst>
          </p:cNvPr>
          <p:cNvSpPr/>
          <p:nvPr/>
        </p:nvSpPr>
        <p:spPr>
          <a:xfrm>
            <a:off x="749808" y="3081528"/>
            <a:ext cx="5029200" cy="347472"/>
          </a:xfrm>
          <a:prstGeom prst="rect">
            <a:avLst/>
          </a:prstGeom>
          <a:noFill/>
          <a:ln/>
        </p:spPr>
        <p:txBody>
          <a:bodyPr wrap="square" lIns="0" tIns="0" rIns="0" bIns="0" rtlCol="0" anchor="ctr"/>
          <a:lstStyle/>
          <a:p>
            <a:pPr marL="0" indent="0">
              <a:buNone/>
            </a:pPr>
            <a:r>
              <a:rPr lang="en-US" sz="1100" dirty="0">
                <a:solidFill>
                  <a:srgbClr val="111827"/>
                </a:solidFill>
                <a:latin typeface="Pretendard" pitchFamily="34" charset="0"/>
                <a:ea typeface="Pretendard" pitchFamily="34" charset="-122"/>
                <a:cs typeface="Pretendard" pitchFamily="34" charset="-120"/>
              </a:rPr>
              <a:t>더 큰 프로세스의 일부로 파일과 비즈니스 아티팩트를 분석하기</a:t>
            </a:r>
            <a:endParaRPr lang="en-US" sz="1100" dirty="0"/>
          </a:p>
        </p:txBody>
      </p:sp>
      <p:sp>
        <p:nvSpPr>
          <p:cNvPr id="16" name="item accent">
            <a:extLst>
              <a:ext uri="{C183D7F6-B498-43B3-948B-1728B52AA6E4}">
                <adec:decorative xmlns:adec="http://schemas.microsoft.com/office/drawing/2017/decorative" val="1"/>
              </a:ext>
            </a:extLst>
          </p:cNvPr>
          <p:cNvSpPr/>
          <p:nvPr/>
        </p:nvSpPr>
        <p:spPr>
          <a:xfrm>
            <a:off x="548640" y="3502152"/>
            <a:ext cx="45720" cy="347472"/>
          </a:xfrm>
          <a:prstGeom prst="rect">
            <a:avLst/>
          </a:prstGeom>
          <a:solidFill>
            <a:srgbClr val="3B82F6"/>
          </a:solidFill>
          <a:ln w="12700">
            <a:solidFill>
              <a:srgbClr val="3B82F6"/>
            </a:solidFill>
            <a:prstDash val="solid"/>
          </a:ln>
        </p:spPr>
        <p:txBody>
          <a:bodyPr/>
          <a:lstStyle/>
          <a:p>
            <a:endParaRPr lang="ko-KR" altLang="en-US"/>
          </a:p>
        </p:txBody>
      </p:sp>
      <p:sp>
        <p:nvSpPr>
          <p:cNvPr id="17" name="Text 15"/>
          <p:cNvSpPr/>
          <p:nvPr/>
        </p:nvSpPr>
        <p:spPr>
          <a:xfrm>
            <a:off x="749808" y="3502152"/>
            <a:ext cx="5029200" cy="347472"/>
          </a:xfrm>
          <a:prstGeom prst="rect">
            <a:avLst/>
          </a:prstGeom>
          <a:noFill/>
          <a:ln/>
        </p:spPr>
        <p:txBody>
          <a:bodyPr wrap="square" lIns="0" tIns="0" rIns="0" bIns="0" rtlCol="0" anchor="ctr"/>
          <a:lstStyle/>
          <a:p>
            <a:pPr marL="0" indent="0">
              <a:buNone/>
            </a:pPr>
            <a:r>
              <a:rPr lang="en-US" sz="1100" dirty="0">
                <a:solidFill>
                  <a:srgbClr val="111827"/>
                </a:solidFill>
                <a:latin typeface="Pretendard" pitchFamily="34" charset="0"/>
                <a:ea typeface="Pretendard" pitchFamily="34" charset="-122"/>
                <a:cs typeface="Pretendard" pitchFamily="34" charset="-120"/>
              </a:rPr>
              <a:t>단일 응답이 아니라 풍부한 다중 파트 결과물을 생성하기</a:t>
            </a:r>
            <a:endParaRPr lang="en-US" sz="1100" dirty="0"/>
          </a:p>
        </p:txBody>
      </p:sp>
      <p:sp>
        <p:nvSpPr>
          <p:cNvPr id="18" name="item accent">
            <a:extLst>
              <a:ext uri="{C183D7F6-B498-43B3-948B-1728B52AA6E4}">
                <adec:decorative xmlns:adec="http://schemas.microsoft.com/office/drawing/2017/decorative" val="1"/>
              </a:ext>
            </a:extLst>
          </p:cNvPr>
          <p:cNvSpPr/>
          <p:nvPr/>
        </p:nvSpPr>
        <p:spPr>
          <a:xfrm>
            <a:off x="548640" y="3922776"/>
            <a:ext cx="45720" cy="347472"/>
          </a:xfrm>
          <a:prstGeom prst="rect">
            <a:avLst/>
          </a:prstGeom>
          <a:solidFill>
            <a:srgbClr val="3B82F6"/>
          </a:solidFill>
          <a:ln w="12700">
            <a:solidFill>
              <a:srgbClr val="3B82F6"/>
            </a:solidFill>
            <a:prstDash val="solid"/>
          </a:ln>
        </p:spPr>
        <p:txBody>
          <a:bodyPr/>
          <a:lstStyle/>
          <a:p>
            <a:endParaRPr lang="en-US"/>
          </a:p>
        </p:txBody>
      </p:sp>
      <p:sp>
        <p:nvSpPr>
          <p:cNvPr id="19" name="Text 17">
            <a:extLst>
              <a:ext uri="{C183D7F6-B498-43B3-948B-1728B52AA6E4}">
                <adec:decorative xmlns:adec="http://schemas.microsoft.com/office/drawing/2017/decorative" val="1"/>
              </a:ext>
            </a:extLst>
          </p:cNvPr>
          <p:cNvSpPr/>
          <p:nvPr/>
        </p:nvSpPr>
        <p:spPr>
          <a:xfrm>
            <a:off x="749808" y="3922776"/>
            <a:ext cx="5029200" cy="347472"/>
          </a:xfrm>
          <a:prstGeom prst="rect">
            <a:avLst/>
          </a:prstGeom>
          <a:noFill/>
          <a:ln/>
        </p:spPr>
        <p:txBody>
          <a:bodyPr wrap="square" lIns="0" tIns="0" rIns="0" bIns="0" rtlCol="0" anchor="ctr"/>
          <a:lstStyle/>
          <a:p>
            <a:pPr marL="0" indent="0">
              <a:buNone/>
            </a:pPr>
            <a:r>
              <a:rPr lang="en-US" sz="1100" dirty="0">
                <a:solidFill>
                  <a:srgbClr val="111827"/>
                </a:solidFill>
                <a:latin typeface="Pretendard" pitchFamily="34" charset="0"/>
                <a:ea typeface="Pretendard" pitchFamily="34" charset="-122"/>
                <a:cs typeface="Pretendard" pitchFamily="34" charset="-120"/>
              </a:rPr>
              <a:t>다른 플랫폼의 도구와 에이전트에 연결하기</a:t>
            </a:r>
            <a:endParaRPr lang="en-US" sz="1100" dirty="0"/>
          </a:p>
        </p:txBody>
      </p:sp>
      <p:sp>
        <p:nvSpPr>
          <p:cNvPr id="20" name="note panel">
            <a:extLst>
              <a:ext uri="{C183D7F6-B498-43B3-948B-1728B52AA6E4}">
                <adec:decorative xmlns:adec="http://schemas.microsoft.com/office/drawing/2017/decorative" val="1"/>
              </a:ext>
            </a:extLst>
          </p:cNvPr>
          <p:cNvSpPr/>
          <p:nvPr/>
        </p:nvSpPr>
        <p:spPr>
          <a:xfrm>
            <a:off x="6035040" y="2240280"/>
            <a:ext cx="2560320" cy="2194560"/>
          </a:xfrm>
          <a:prstGeom prst="rect">
            <a:avLst/>
          </a:prstGeom>
          <a:solidFill>
            <a:srgbClr val="F3F5F9"/>
          </a:solidFill>
          <a:ln w="12700">
            <a:solidFill>
              <a:srgbClr val="F3F5F9"/>
            </a:solidFill>
            <a:prstDash val="solid"/>
          </a:ln>
        </p:spPr>
        <p:txBody>
          <a:bodyPr/>
          <a:lstStyle/>
          <a:p>
            <a:endParaRPr lang="en-US"/>
          </a:p>
        </p:txBody>
      </p:sp>
      <p:sp>
        <p:nvSpPr>
          <p:cNvPr id="21" name="Text 19">
            <a:extLst>
              <a:ext uri="{C183D7F6-B498-43B3-948B-1728B52AA6E4}">
                <adec:decorative xmlns:adec="http://schemas.microsoft.com/office/drawing/2017/decorative" val="1"/>
              </a:ext>
            </a:extLst>
          </p:cNvPr>
          <p:cNvSpPr/>
          <p:nvPr/>
        </p:nvSpPr>
        <p:spPr>
          <a:xfrm>
            <a:off x="6263640" y="2450592"/>
            <a:ext cx="2103120"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Long-Horizon Work</a:t>
            </a:r>
            <a:endParaRPr lang="en-US" sz="1300" dirty="0"/>
          </a:p>
        </p:txBody>
      </p:sp>
      <p:sp>
        <p:nvSpPr>
          <p:cNvPr id="22" name="Text 20"/>
          <p:cNvSpPr/>
          <p:nvPr/>
        </p:nvSpPr>
        <p:spPr>
          <a:xfrm>
            <a:off x="6263640" y="2816352"/>
            <a:ext cx="2103120" cy="1481328"/>
          </a:xfrm>
          <a:prstGeom prst="rect">
            <a:avLst/>
          </a:prstGeom>
          <a:noFill/>
          <a:ln/>
        </p:spPr>
        <p:txBody>
          <a:bodyPr wrap="square" lIns="0" tIns="0" rIns="0" bIns="0" rtlCol="0" anchor="ctr"/>
          <a:lstStyle/>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미리 경로를 항상 정의할 수 없는 복잡한 다단계 업무를 위해 설계되었습니다. 계획하고, 행동하고, 결과를 검토한 뒤, 목표에 도달할 때까지 접근 방식을 조정하는 에이전트 루프를 실행합니다.</a:t>
            </a:r>
            <a:endParaRPr lang="en-US" sz="950" dirty="0"/>
          </a:p>
          <a:p>
            <a:pPr marL="0" indent="0">
              <a:lnSpc>
                <a:spcPct val="125000"/>
              </a:lnSpc>
              <a:buNone/>
            </a:pPr>
            <a:endParaRPr lang="en-US" sz="950" dirty="0"/>
          </a:p>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Microsoft의 비즈니스 프로세스 평가에서 멀티툴 활용, 파일 분석, 코드 분석, 지식 품질의 향상이 확인되었습니다.</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구성 요소</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GitHub Copilot harness 에이전트의 구조</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ko-KR" alt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02  ·  Build 탭</a:t>
            </a:r>
            <a:endParaRPr lang="en-US" sz="950" dirty="0"/>
          </a:p>
        </p:txBody>
      </p:sp>
      <p:sp>
        <p:nvSpPr>
          <p:cNvPr id="7" name="key message band">
            <a:extLst>
              <a:ext uri="{C183D7F6-B498-43B3-948B-1728B52AA6E4}">
                <adec:decorative xmlns:adec="http://schemas.microsoft.com/office/drawing/2017/decorative" val="1"/>
              </a:ext>
            </a:extLst>
          </p:cNvPr>
          <p:cNvSpPr/>
          <p:nvPr/>
        </p:nvSpPr>
        <p:spPr>
          <a:xfrm>
            <a:off x="548640" y="1417320"/>
            <a:ext cx="8046720" cy="566928"/>
          </a:xfrm>
          <a:prstGeom prst="rect">
            <a:avLst/>
          </a:prstGeom>
          <a:solidFill>
            <a:srgbClr val="F3F5F9"/>
          </a:solidFill>
          <a:ln w="12700">
            <a:solidFill>
              <a:srgbClr val="F3F5F9"/>
            </a:solidFill>
            <a:prstDash val="solid"/>
          </a:ln>
        </p:spPr>
        <p:txBody>
          <a:bodyPr/>
          <a:lstStyle/>
          <a:p>
            <a:endParaRPr lang="ko-KR" altLang="en-US"/>
          </a:p>
        </p:txBody>
      </p:sp>
      <p:sp>
        <p:nvSpPr>
          <p:cNvPr id="8" name="accent bar">
            <a:extLst>
              <a:ext uri="{C183D7F6-B498-43B3-948B-1728B52AA6E4}">
                <adec:decorative xmlns:adec="http://schemas.microsoft.com/office/drawing/2017/decorative" val="1"/>
              </a:ext>
            </a:extLst>
          </p:cNvPr>
          <p:cNvSpPr/>
          <p:nvPr/>
        </p:nvSpPr>
        <p:spPr>
          <a:xfrm>
            <a:off x="548640" y="1417320"/>
            <a:ext cx="50292" cy="566928"/>
          </a:xfrm>
          <a:prstGeom prst="rect">
            <a:avLst/>
          </a:prstGeom>
          <a:solidFill>
            <a:srgbClr val="1D4ED8"/>
          </a:solidFill>
          <a:ln w="12700">
            <a:solidFill>
              <a:srgbClr val="1D4ED8"/>
            </a:solidFill>
            <a:prstDash val="solid"/>
          </a:ln>
        </p:spPr>
        <p:txBody>
          <a:bodyPr/>
          <a:lstStyle/>
          <a:p>
            <a:endParaRPr lang="ko-KR" altLang="en-US"/>
          </a:p>
        </p:txBody>
      </p:sp>
      <p:sp>
        <p:nvSpPr>
          <p:cNvPr id="9" name="Text 7"/>
          <p:cNvSpPr/>
          <p:nvPr/>
        </p:nvSpPr>
        <p:spPr>
          <a:xfrm>
            <a:off x="749808" y="1417320"/>
            <a:ext cx="7680960" cy="566928"/>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instructions는 제안문이 아니라 계약서처럼 작성하세요. 가장 중요한 조향 장치입니다.</a:t>
            </a:r>
            <a:endParaRPr lang="en-US" sz="1350" dirty="0"/>
          </a:p>
        </p:txBody>
      </p:sp>
      <p:sp>
        <p:nvSpPr>
          <p:cNvPr id="10" name="component card">
            <a:extLst>
              <a:ext uri="{C183D7F6-B498-43B3-948B-1728B52AA6E4}">
                <adec:decorative xmlns:adec="http://schemas.microsoft.com/office/drawing/2017/decorative" val="1"/>
              </a:ext>
            </a:extLst>
          </p:cNvPr>
          <p:cNvSpPr/>
          <p:nvPr/>
        </p:nvSpPr>
        <p:spPr>
          <a:xfrm>
            <a:off x="548640" y="2240280"/>
            <a:ext cx="1572768" cy="1737360"/>
          </a:xfrm>
          <a:prstGeom prst="rect">
            <a:avLst/>
          </a:prstGeom>
          <a:solidFill>
            <a:srgbClr val="FFFFFF"/>
          </a:solidFill>
          <a:ln w="12700">
            <a:solidFill>
              <a:srgbClr val="E5E7EB"/>
            </a:solidFill>
            <a:prstDash val="solid"/>
          </a:ln>
        </p:spPr>
        <p:txBody>
          <a:bodyPr/>
          <a:lstStyle/>
          <a:p>
            <a:endParaRPr lang="en-US"/>
          </a:p>
        </p:txBody>
      </p:sp>
      <p:sp>
        <p:nvSpPr>
          <p:cNvPr id="11" name="card rule">
            <a:extLst>
              <a:ext uri="{C183D7F6-B498-43B3-948B-1728B52AA6E4}">
                <adec:decorative xmlns:adec="http://schemas.microsoft.com/office/drawing/2017/decorative" val="1"/>
              </a:ext>
            </a:extLst>
          </p:cNvPr>
          <p:cNvSpPr/>
          <p:nvPr/>
        </p:nvSpPr>
        <p:spPr>
          <a:xfrm>
            <a:off x="548640" y="2240280"/>
            <a:ext cx="1572768" cy="36576"/>
          </a:xfrm>
          <a:prstGeom prst="rect">
            <a:avLst/>
          </a:prstGeom>
          <a:solidFill>
            <a:srgbClr val="3B82F6"/>
          </a:solidFill>
          <a:ln w="12700">
            <a:solidFill>
              <a:srgbClr val="3B82F6"/>
            </a:solidFill>
            <a:prstDash val="solid"/>
          </a:ln>
        </p:spPr>
        <p:txBody>
          <a:bodyPr/>
          <a:lstStyle/>
          <a:p>
            <a:endParaRPr lang="en-US"/>
          </a:p>
        </p:txBody>
      </p:sp>
      <p:sp>
        <p:nvSpPr>
          <p:cNvPr id="12" name="Text 10">
            <a:extLst>
              <a:ext uri="{C183D7F6-B498-43B3-948B-1728B52AA6E4}">
                <adec:decorative xmlns:adec="http://schemas.microsoft.com/office/drawing/2017/decorative" val="1"/>
              </a:ext>
            </a:extLst>
          </p:cNvPr>
          <p:cNvSpPr/>
          <p:nvPr/>
        </p:nvSpPr>
        <p:spPr>
          <a:xfrm>
            <a:off x="731520" y="2377440"/>
            <a:ext cx="1207008" cy="237744"/>
          </a:xfrm>
          <a:prstGeom prst="rect">
            <a:avLst/>
          </a:prstGeom>
          <a:noFill/>
          <a:ln/>
        </p:spPr>
        <p:txBody>
          <a:bodyPr wrap="square" lIns="0" tIns="0" rIns="0" bIns="0" rtlCol="0" anchor="ctr"/>
          <a:lstStyle/>
          <a:p>
            <a:pPr marL="0" indent="0">
              <a:buNone/>
            </a:pPr>
            <a:r>
              <a:rPr lang="en-US" sz="1200" b="1" dirty="0">
                <a:solidFill>
                  <a:srgbClr val="1D4ED8"/>
                </a:solidFill>
                <a:latin typeface="Pretendard" pitchFamily="34" charset="0"/>
                <a:ea typeface="Pretendard" pitchFamily="34" charset="-122"/>
                <a:cs typeface="Pretendard" pitchFamily="34" charset="-120"/>
              </a:rPr>
              <a:t>1</a:t>
            </a:r>
            <a:endParaRPr lang="en-US" sz="1200" dirty="0"/>
          </a:p>
        </p:txBody>
      </p:sp>
      <p:sp>
        <p:nvSpPr>
          <p:cNvPr id="13" name="Text 11">
            <a:extLst>
              <a:ext uri="{C183D7F6-B498-43B3-948B-1728B52AA6E4}">
                <adec:decorative xmlns:adec="http://schemas.microsoft.com/office/drawing/2017/decorative" val="1"/>
              </a:ext>
            </a:extLst>
          </p:cNvPr>
          <p:cNvSpPr/>
          <p:nvPr/>
        </p:nvSpPr>
        <p:spPr>
          <a:xfrm>
            <a:off x="731520" y="2615184"/>
            <a:ext cx="1207008" cy="457200"/>
          </a:xfrm>
          <a:prstGeom prst="rect">
            <a:avLst/>
          </a:prstGeom>
          <a:noFill/>
          <a:ln/>
        </p:spPr>
        <p:txBody>
          <a:bodyPr wrap="square" lIns="0" tIns="0" rIns="0" bIns="0" rtlCol="0" anchor="ctr"/>
          <a:lstStyle/>
          <a:p>
            <a:pPr marL="0" indent="0">
              <a:lnSpc>
                <a:spcPct val="110000"/>
              </a:lnSpc>
              <a:buNone/>
            </a:pPr>
            <a:r>
              <a:rPr lang="en-US" sz="1100" b="1" dirty="0">
                <a:solidFill>
                  <a:srgbClr val="111827"/>
                </a:solidFill>
                <a:latin typeface="Pretendard" pitchFamily="34" charset="0"/>
                <a:ea typeface="Pretendard" pitchFamily="34" charset="-122"/>
                <a:cs typeface="Pretendard" pitchFamily="34" charset="-120"/>
              </a:rPr>
              <a:t>Instructions</a:t>
            </a:r>
            <a:endParaRPr lang="en-US" sz="1100" dirty="0"/>
          </a:p>
        </p:txBody>
      </p:sp>
      <p:sp>
        <p:nvSpPr>
          <p:cNvPr id="14" name="Text 12">
            <a:extLst>
              <a:ext uri="{C183D7F6-B498-43B3-948B-1728B52AA6E4}">
                <adec:decorative xmlns:adec="http://schemas.microsoft.com/office/drawing/2017/decorative" val="1"/>
              </a:ext>
            </a:extLst>
          </p:cNvPr>
          <p:cNvSpPr/>
          <p:nvPr/>
        </p:nvSpPr>
        <p:spPr>
          <a:xfrm>
            <a:off x="731520" y="3072384"/>
            <a:ext cx="1207008" cy="822960"/>
          </a:xfrm>
          <a:prstGeom prst="rect">
            <a:avLst/>
          </a:prstGeom>
          <a:noFill/>
          <a:ln/>
        </p:spPr>
        <p:txBody>
          <a:bodyPr wrap="square" lIns="0" tIns="0" rIns="0" bIns="0" rtlCol="0" anchor="ctr"/>
          <a:lstStyle/>
          <a:p>
            <a:pPr marL="0" indent="0">
              <a:lnSpc>
                <a:spcPct val="120000"/>
              </a:lnSpc>
              <a:buNone/>
            </a:pPr>
            <a:r>
              <a:rPr lang="en-US" sz="900" dirty="0">
                <a:solidFill>
                  <a:srgbClr val="4B5563"/>
                </a:solidFill>
                <a:latin typeface="Pretendard" pitchFamily="34" charset="0"/>
                <a:ea typeface="Pretendard" pitchFamily="34" charset="-122"/>
                <a:cs typeface="Pretendard" pitchFamily="34" charset="-120"/>
              </a:rPr>
              <a:t>정체성, 성격, 어조, 범위, 행동 규칙을 담은 상시 브리프. orchestrator의 모든 계획에 영향을 줍니다.</a:t>
            </a:r>
            <a:endParaRPr lang="en-US" sz="900" dirty="0"/>
          </a:p>
        </p:txBody>
      </p:sp>
      <p:sp>
        <p:nvSpPr>
          <p:cNvPr id="15" name="component card">
            <a:extLst>
              <a:ext uri="{C183D7F6-B498-43B3-948B-1728B52AA6E4}">
                <adec:decorative xmlns:adec="http://schemas.microsoft.com/office/drawing/2017/decorative" val="1"/>
              </a:ext>
            </a:extLst>
          </p:cNvPr>
          <p:cNvSpPr/>
          <p:nvPr/>
        </p:nvSpPr>
        <p:spPr>
          <a:xfrm>
            <a:off x="2167128" y="2240280"/>
            <a:ext cx="1572768" cy="1737360"/>
          </a:xfrm>
          <a:prstGeom prst="rect">
            <a:avLst/>
          </a:prstGeom>
          <a:solidFill>
            <a:srgbClr val="FFFFFF"/>
          </a:solidFill>
          <a:ln w="12700">
            <a:solidFill>
              <a:srgbClr val="E5E7EB"/>
            </a:solidFill>
            <a:prstDash val="solid"/>
          </a:ln>
        </p:spPr>
        <p:txBody>
          <a:bodyPr/>
          <a:lstStyle/>
          <a:p>
            <a:endParaRPr lang="en-US"/>
          </a:p>
        </p:txBody>
      </p:sp>
      <p:sp>
        <p:nvSpPr>
          <p:cNvPr id="16" name="card rule">
            <a:extLst>
              <a:ext uri="{C183D7F6-B498-43B3-948B-1728B52AA6E4}">
                <adec:decorative xmlns:adec="http://schemas.microsoft.com/office/drawing/2017/decorative" val="1"/>
              </a:ext>
            </a:extLst>
          </p:cNvPr>
          <p:cNvSpPr/>
          <p:nvPr/>
        </p:nvSpPr>
        <p:spPr>
          <a:xfrm>
            <a:off x="2167128" y="2240280"/>
            <a:ext cx="1572768" cy="36576"/>
          </a:xfrm>
          <a:prstGeom prst="rect">
            <a:avLst/>
          </a:prstGeom>
          <a:solidFill>
            <a:srgbClr val="3B82F6"/>
          </a:solidFill>
          <a:ln w="12700">
            <a:solidFill>
              <a:srgbClr val="3B82F6"/>
            </a:solidFill>
            <a:prstDash val="solid"/>
          </a:ln>
        </p:spPr>
        <p:txBody>
          <a:bodyPr/>
          <a:lstStyle/>
          <a:p>
            <a:endParaRPr lang="en-US"/>
          </a:p>
        </p:txBody>
      </p:sp>
      <p:sp>
        <p:nvSpPr>
          <p:cNvPr id="17" name="Text 15"/>
          <p:cNvSpPr/>
          <p:nvPr/>
        </p:nvSpPr>
        <p:spPr>
          <a:xfrm>
            <a:off x="2350008" y="2377440"/>
            <a:ext cx="1207008" cy="237744"/>
          </a:xfrm>
          <a:prstGeom prst="rect">
            <a:avLst/>
          </a:prstGeom>
          <a:noFill/>
          <a:ln/>
        </p:spPr>
        <p:txBody>
          <a:bodyPr wrap="square" lIns="0" tIns="0" rIns="0" bIns="0" rtlCol="0" anchor="ctr"/>
          <a:lstStyle/>
          <a:p>
            <a:pPr marL="0" indent="0">
              <a:buNone/>
            </a:pPr>
            <a:r>
              <a:rPr lang="en-US" sz="1200" b="1" dirty="0">
                <a:solidFill>
                  <a:srgbClr val="1D4ED8"/>
                </a:solidFill>
                <a:latin typeface="Pretendard" pitchFamily="34" charset="0"/>
                <a:ea typeface="Pretendard" pitchFamily="34" charset="-122"/>
                <a:cs typeface="Pretendard" pitchFamily="34" charset="-120"/>
              </a:rPr>
              <a:t>2</a:t>
            </a:r>
            <a:endParaRPr lang="en-US" sz="1200" dirty="0"/>
          </a:p>
        </p:txBody>
      </p:sp>
      <p:sp>
        <p:nvSpPr>
          <p:cNvPr id="18" name="Text 16"/>
          <p:cNvSpPr/>
          <p:nvPr/>
        </p:nvSpPr>
        <p:spPr>
          <a:xfrm>
            <a:off x="2350008" y="2615184"/>
            <a:ext cx="1207008" cy="457200"/>
          </a:xfrm>
          <a:prstGeom prst="rect">
            <a:avLst/>
          </a:prstGeom>
          <a:noFill/>
          <a:ln/>
        </p:spPr>
        <p:txBody>
          <a:bodyPr wrap="square" lIns="0" tIns="0" rIns="0" bIns="0" rtlCol="0" anchor="ctr"/>
          <a:lstStyle/>
          <a:p>
            <a:pPr marL="0" indent="0">
              <a:lnSpc>
                <a:spcPct val="110000"/>
              </a:lnSpc>
              <a:buNone/>
            </a:pPr>
            <a:r>
              <a:rPr lang="en-US" sz="1100" b="1" dirty="0">
                <a:solidFill>
                  <a:srgbClr val="111827"/>
                </a:solidFill>
                <a:latin typeface="Pretendard" pitchFamily="34" charset="0"/>
                <a:ea typeface="Pretendard" pitchFamily="34" charset="-122"/>
                <a:cs typeface="Pretendard" pitchFamily="34" charset="-120"/>
              </a:rPr>
              <a:t>Knowledge &amp; Memory</a:t>
            </a:r>
            <a:endParaRPr lang="en-US" sz="1100" dirty="0"/>
          </a:p>
        </p:txBody>
      </p:sp>
      <p:sp>
        <p:nvSpPr>
          <p:cNvPr id="19" name="Text 17">
            <a:extLst>
              <a:ext uri="{C183D7F6-B498-43B3-948B-1728B52AA6E4}">
                <adec:decorative xmlns:adec="http://schemas.microsoft.com/office/drawing/2017/decorative" val="1"/>
              </a:ext>
            </a:extLst>
          </p:cNvPr>
          <p:cNvSpPr/>
          <p:nvPr/>
        </p:nvSpPr>
        <p:spPr>
          <a:xfrm>
            <a:off x="2350008" y="3072384"/>
            <a:ext cx="1207008" cy="822960"/>
          </a:xfrm>
          <a:prstGeom prst="rect">
            <a:avLst/>
          </a:prstGeom>
          <a:noFill/>
          <a:ln/>
        </p:spPr>
        <p:txBody>
          <a:bodyPr wrap="square" lIns="0" tIns="0" rIns="0" bIns="0" rtlCol="0" anchor="ctr"/>
          <a:lstStyle/>
          <a:p>
            <a:pPr marL="0" indent="0">
              <a:lnSpc>
                <a:spcPct val="120000"/>
              </a:lnSpc>
              <a:buNone/>
            </a:pPr>
            <a:r>
              <a:rPr lang="en-US" sz="900" dirty="0">
                <a:solidFill>
                  <a:srgbClr val="4B5563"/>
                </a:solidFill>
                <a:latin typeface="Pretendard" pitchFamily="34" charset="0"/>
                <a:ea typeface="Pretendard" pitchFamily="34" charset="-122"/>
                <a:cs typeface="Pretendard" pitchFamily="34" charset="-120"/>
              </a:rPr>
              <a:t>연결된 지식 원본에서 근거를 검색하고, memory로 작업·세션 간 context를 유지합니다.</a:t>
            </a:r>
            <a:endParaRPr lang="en-US" sz="900" dirty="0"/>
          </a:p>
        </p:txBody>
      </p:sp>
      <p:sp>
        <p:nvSpPr>
          <p:cNvPr id="20" name="component card">
            <a:extLst>
              <a:ext uri="{C183D7F6-B498-43B3-948B-1728B52AA6E4}">
                <adec:decorative xmlns:adec="http://schemas.microsoft.com/office/drawing/2017/decorative" val="1"/>
              </a:ext>
            </a:extLst>
          </p:cNvPr>
          <p:cNvSpPr/>
          <p:nvPr/>
        </p:nvSpPr>
        <p:spPr>
          <a:xfrm>
            <a:off x="3785616" y="2240280"/>
            <a:ext cx="1572768" cy="1737360"/>
          </a:xfrm>
          <a:prstGeom prst="rect">
            <a:avLst/>
          </a:prstGeom>
          <a:solidFill>
            <a:srgbClr val="FFFFFF"/>
          </a:solidFill>
          <a:ln w="12700">
            <a:solidFill>
              <a:srgbClr val="E5E7EB"/>
            </a:solidFill>
            <a:prstDash val="solid"/>
          </a:ln>
        </p:spPr>
        <p:txBody>
          <a:bodyPr/>
          <a:lstStyle/>
          <a:p>
            <a:endParaRPr lang="en-US"/>
          </a:p>
        </p:txBody>
      </p:sp>
      <p:sp>
        <p:nvSpPr>
          <p:cNvPr id="21" name="card rule">
            <a:extLst>
              <a:ext uri="{C183D7F6-B498-43B3-948B-1728B52AA6E4}">
                <adec:decorative xmlns:adec="http://schemas.microsoft.com/office/drawing/2017/decorative" val="1"/>
              </a:ext>
            </a:extLst>
          </p:cNvPr>
          <p:cNvSpPr/>
          <p:nvPr/>
        </p:nvSpPr>
        <p:spPr>
          <a:xfrm>
            <a:off x="3785616" y="2240280"/>
            <a:ext cx="1572768" cy="36576"/>
          </a:xfrm>
          <a:prstGeom prst="rect">
            <a:avLst/>
          </a:prstGeom>
          <a:solidFill>
            <a:srgbClr val="3B82F6"/>
          </a:solidFill>
          <a:ln w="12700">
            <a:solidFill>
              <a:srgbClr val="3B82F6"/>
            </a:solidFill>
            <a:prstDash val="solid"/>
          </a:ln>
        </p:spPr>
        <p:txBody>
          <a:bodyPr/>
          <a:lstStyle/>
          <a:p>
            <a:endParaRPr lang="en-US"/>
          </a:p>
        </p:txBody>
      </p:sp>
      <p:sp>
        <p:nvSpPr>
          <p:cNvPr id="22" name="Text 20"/>
          <p:cNvSpPr/>
          <p:nvPr/>
        </p:nvSpPr>
        <p:spPr>
          <a:xfrm>
            <a:off x="3968496" y="2377440"/>
            <a:ext cx="1207008" cy="237744"/>
          </a:xfrm>
          <a:prstGeom prst="rect">
            <a:avLst/>
          </a:prstGeom>
          <a:noFill/>
          <a:ln/>
        </p:spPr>
        <p:txBody>
          <a:bodyPr wrap="square" lIns="0" tIns="0" rIns="0" bIns="0" rtlCol="0" anchor="ctr"/>
          <a:lstStyle/>
          <a:p>
            <a:pPr marL="0" indent="0">
              <a:buNone/>
            </a:pPr>
            <a:r>
              <a:rPr lang="en-US" sz="1200" b="1" dirty="0">
                <a:solidFill>
                  <a:srgbClr val="1D4ED8"/>
                </a:solidFill>
                <a:latin typeface="Pretendard" pitchFamily="34" charset="0"/>
                <a:ea typeface="Pretendard" pitchFamily="34" charset="-122"/>
                <a:cs typeface="Pretendard" pitchFamily="34" charset="-120"/>
              </a:rPr>
              <a:t>3</a:t>
            </a:r>
            <a:endParaRPr lang="en-US" sz="1200" dirty="0"/>
          </a:p>
        </p:txBody>
      </p:sp>
      <p:sp>
        <p:nvSpPr>
          <p:cNvPr id="23" name="Text 21">
            <a:extLst>
              <a:ext uri="{C183D7F6-B498-43B3-948B-1728B52AA6E4}">
                <adec:decorative xmlns:adec="http://schemas.microsoft.com/office/drawing/2017/decorative" val="1"/>
              </a:ext>
            </a:extLst>
          </p:cNvPr>
          <p:cNvSpPr/>
          <p:nvPr/>
        </p:nvSpPr>
        <p:spPr>
          <a:xfrm>
            <a:off x="3968496" y="2615184"/>
            <a:ext cx="1207008" cy="457200"/>
          </a:xfrm>
          <a:prstGeom prst="rect">
            <a:avLst/>
          </a:prstGeom>
          <a:noFill/>
          <a:ln/>
        </p:spPr>
        <p:txBody>
          <a:bodyPr wrap="square" lIns="0" tIns="0" rIns="0" bIns="0" rtlCol="0" anchor="ctr"/>
          <a:lstStyle/>
          <a:p>
            <a:pPr marL="0" indent="0">
              <a:lnSpc>
                <a:spcPct val="110000"/>
              </a:lnSpc>
              <a:buNone/>
            </a:pPr>
            <a:r>
              <a:rPr lang="en-US" sz="1100" b="1" dirty="0">
                <a:solidFill>
                  <a:srgbClr val="111827"/>
                </a:solidFill>
                <a:latin typeface="Pretendard" pitchFamily="34" charset="0"/>
                <a:ea typeface="Pretendard" pitchFamily="34" charset="-122"/>
                <a:cs typeface="Pretendard" pitchFamily="34" charset="-120"/>
              </a:rPr>
              <a:t>Tools &amp; Skills</a:t>
            </a:r>
            <a:endParaRPr lang="en-US" sz="1100" dirty="0"/>
          </a:p>
        </p:txBody>
      </p:sp>
      <p:sp>
        <p:nvSpPr>
          <p:cNvPr id="24" name="Text 22"/>
          <p:cNvSpPr/>
          <p:nvPr/>
        </p:nvSpPr>
        <p:spPr>
          <a:xfrm>
            <a:off x="3968496" y="3072384"/>
            <a:ext cx="1207008" cy="822960"/>
          </a:xfrm>
          <a:prstGeom prst="rect">
            <a:avLst/>
          </a:prstGeom>
          <a:noFill/>
          <a:ln/>
        </p:spPr>
        <p:txBody>
          <a:bodyPr wrap="square" lIns="0" tIns="0" rIns="0" bIns="0" rtlCol="0" anchor="ctr"/>
          <a:lstStyle/>
          <a:p>
            <a:pPr marL="0" indent="0">
              <a:lnSpc>
                <a:spcPct val="120000"/>
              </a:lnSpc>
              <a:buNone/>
            </a:pPr>
            <a:r>
              <a:rPr lang="en-US" sz="900" dirty="0">
                <a:solidFill>
                  <a:srgbClr val="4B5563"/>
                </a:solidFill>
                <a:latin typeface="Pretendard" pitchFamily="34" charset="0"/>
                <a:ea typeface="Pretendard" pitchFamily="34" charset="-122"/>
                <a:cs typeface="Pretendard" pitchFamily="34" charset="-120"/>
              </a:rPr>
              <a:t>Tools는 API 호출과 workflow 실행 같은 행동을, Skills는 재사용 가능한 구조화된 동작을 담당합니다.</a:t>
            </a:r>
            <a:endParaRPr lang="en-US" sz="900" dirty="0"/>
          </a:p>
        </p:txBody>
      </p:sp>
      <p:sp>
        <p:nvSpPr>
          <p:cNvPr id="25" name="component card">
            <a:extLst>
              <a:ext uri="{C183D7F6-B498-43B3-948B-1728B52AA6E4}">
                <adec:decorative xmlns:adec="http://schemas.microsoft.com/office/drawing/2017/decorative" val="1"/>
              </a:ext>
            </a:extLst>
          </p:cNvPr>
          <p:cNvSpPr/>
          <p:nvPr/>
        </p:nvSpPr>
        <p:spPr>
          <a:xfrm>
            <a:off x="5404104" y="2240280"/>
            <a:ext cx="1572768" cy="1737360"/>
          </a:xfrm>
          <a:prstGeom prst="rect">
            <a:avLst/>
          </a:prstGeom>
          <a:solidFill>
            <a:srgbClr val="FFFFFF"/>
          </a:solidFill>
          <a:ln w="12700">
            <a:solidFill>
              <a:srgbClr val="E5E7EB"/>
            </a:solidFill>
            <a:prstDash val="solid"/>
          </a:ln>
        </p:spPr>
        <p:txBody>
          <a:bodyPr/>
          <a:lstStyle/>
          <a:p>
            <a:endParaRPr lang="ko-KR" altLang="en-US"/>
          </a:p>
        </p:txBody>
      </p:sp>
      <p:sp>
        <p:nvSpPr>
          <p:cNvPr id="26" name="card rule">
            <a:extLst>
              <a:ext uri="{C183D7F6-B498-43B3-948B-1728B52AA6E4}">
                <adec:decorative xmlns:adec="http://schemas.microsoft.com/office/drawing/2017/decorative" val="1"/>
              </a:ext>
            </a:extLst>
          </p:cNvPr>
          <p:cNvSpPr/>
          <p:nvPr/>
        </p:nvSpPr>
        <p:spPr>
          <a:xfrm>
            <a:off x="5404104" y="2240280"/>
            <a:ext cx="1572768" cy="36576"/>
          </a:xfrm>
          <a:prstGeom prst="rect">
            <a:avLst/>
          </a:prstGeom>
          <a:solidFill>
            <a:srgbClr val="3B82F6"/>
          </a:solidFill>
          <a:ln w="12700">
            <a:solidFill>
              <a:srgbClr val="3B82F6"/>
            </a:solidFill>
            <a:prstDash val="solid"/>
          </a:ln>
        </p:spPr>
        <p:txBody>
          <a:bodyPr/>
          <a:lstStyle/>
          <a:p>
            <a:endParaRPr lang="en-US"/>
          </a:p>
        </p:txBody>
      </p:sp>
      <p:sp>
        <p:nvSpPr>
          <p:cNvPr id="27" name="Text 25">
            <a:extLst>
              <a:ext uri="{C183D7F6-B498-43B3-948B-1728B52AA6E4}">
                <adec:decorative xmlns:adec="http://schemas.microsoft.com/office/drawing/2017/decorative" val="1"/>
              </a:ext>
            </a:extLst>
          </p:cNvPr>
          <p:cNvSpPr/>
          <p:nvPr/>
        </p:nvSpPr>
        <p:spPr>
          <a:xfrm>
            <a:off x="5586984" y="2377440"/>
            <a:ext cx="1207008" cy="237744"/>
          </a:xfrm>
          <a:prstGeom prst="rect">
            <a:avLst/>
          </a:prstGeom>
          <a:noFill/>
          <a:ln/>
        </p:spPr>
        <p:txBody>
          <a:bodyPr wrap="square" lIns="0" tIns="0" rIns="0" bIns="0" rtlCol="0" anchor="ctr"/>
          <a:lstStyle/>
          <a:p>
            <a:pPr marL="0" indent="0">
              <a:buNone/>
            </a:pPr>
            <a:r>
              <a:rPr lang="en-US" sz="1200" b="1" dirty="0">
                <a:solidFill>
                  <a:srgbClr val="1D4ED8"/>
                </a:solidFill>
                <a:latin typeface="Pretendard" pitchFamily="34" charset="0"/>
                <a:ea typeface="Pretendard" pitchFamily="34" charset="-122"/>
                <a:cs typeface="Pretendard" pitchFamily="34" charset="-120"/>
              </a:rPr>
              <a:t>4</a:t>
            </a:r>
            <a:endParaRPr lang="en-US" sz="1200" dirty="0"/>
          </a:p>
        </p:txBody>
      </p:sp>
      <p:sp>
        <p:nvSpPr>
          <p:cNvPr id="28" name="Text 26"/>
          <p:cNvSpPr/>
          <p:nvPr/>
        </p:nvSpPr>
        <p:spPr>
          <a:xfrm>
            <a:off x="5586984" y="2615184"/>
            <a:ext cx="1207008" cy="457200"/>
          </a:xfrm>
          <a:prstGeom prst="rect">
            <a:avLst/>
          </a:prstGeom>
          <a:noFill/>
          <a:ln/>
        </p:spPr>
        <p:txBody>
          <a:bodyPr wrap="square" lIns="0" tIns="0" rIns="0" bIns="0" rtlCol="0" anchor="ctr"/>
          <a:lstStyle/>
          <a:p>
            <a:pPr marL="0" indent="0">
              <a:lnSpc>
                <a:spcPct val="110000"/>
              </a:lnSpc>
              <a:buNone/>
            </a:pPr>
            <a:r>
              <a:rPr lang="en-US" sz="1100" b="1" dirty="0">
                <a:solidFill>
                  <a:srgbClr val="111827"/>
                </a:solidFill>
                <a:latin typeface="Pretendard" pitchFamily="34" charset="0"/>
                <a:ea typeface="Pretendard" pitchFamily="34" charset="-122"/>
                <a:cs typeface="Pretendard" pitchFamily="34" charset="-120"/>
              </a:rPr>
              <a:t>Model</a:t>
            </a:r>
            <a:endParaRPr lang="en-US" sz="1100" dirty="0"/>
          </a:p>
        </p:txBody>
      </p:sp>
      <p:sp>
        <p:nvSpPr>
          <p:cNvPr id="29" name="Text 27"/>
          <p:cNvSpPr/>
          <p:nvPr/>
        </p:nvSpPr>
        <p:spPr>
          <a:xfrm>
            <a:off x="5586984" y="3072384"/>
            <a:ext cx="1207008" cy="822960"/>
          </a:xfrm>
          <a:prstGeom prst="rect">
            <a:avLst/>
          </a:prstGeom>
          <a:noFill/>
          <a:ln/>
        </p:spPr>
        <p:txBody>
          <a:bodyPr wrap="square" lIns="0" tIns="0" rIns="0" bIns="0" rtlCol="0" anchor="ctr"/>
          <a:lstStyle/>
          <a:p>
            <a:pPr marL="0" indent="0">
              <a:lnSpc>
                <a:spcPct val="120000"/>
              </a:lnSpc>
              <a:buNone/>
            </a:pPr>
            <a:r>
              <a:rPr lang="en-US" sz="900" dirty="0">
                <a:solidFill>
                  <a:srgbClr val="4B5563"/>
                </a:solidFill>
                <a:latin typeface="Pretendard" pitchFamily="34" charset="0"/>
                <a:ea typeface="Pretendard" pitchFamily="34" charset="-122"/>
                <a:cs typeface="Pretendard" pitchFamily="34" charset="-120"/>
              </a:rPr>
              <a:t>작업에 맞춰 고릅니다. 채팅에는 빠른 모델, 다단계 계획에는 추론 모델.</a:t>
            </a:r>
            <a:endParaRPr lang="en-US" sz="900" dirty="0"/>
          </a:p>
        </p:txBody>
      </p:sp>
      <p:sp>
        <p:nvSpPr>
          <p:cNvPr id="30" name="component card">
            <a:extLst>
              <a:ext uri="{C183D7F6-B498-43B3-948B-1728B52AA6E4}">
                <adec:decorative xmlns:adec="http://schemas.microsoft.com/office/drawing/2017/decorative" val="1"/>
              </a:ext>
            </a:extLst>
          </p:cNvPr>
          <p:cNvSpPr/>
          <p:nvPr/>
        </p:nvSpPr>
        <p:spPr>
          <a:xfrm>
            <a:off x="7022592" y="2240280"/>
            <a:ext cx="1572768" cy="1737360"/>
          </a:xfrm>
          <a:prstGeom prst="rect">
            <a:avLst/>
          </a:prstGeom>
          <a:solidFill>
            <a:srgbClr val="FFFFFF"/>
          </a:solidFill>
          <a:ln w="12700">
            <a:solidFill>
              <a:srgbClr val="E5E7EB"/>
            </a:solidFill>
            <a:prstDash val="solid"/>
          </a:ln>
        </p:spPr>
        <p:txBody>
          <a:bodyPr/>
          <a:lstStyle/>
          <a:p>
            <a:endParaRPr lang="ko-KR" altLang="en-US"/>
          </a:p>
        </p:txBody>
      </p:sp>
      <p:sp>
        <p:nvSpPr>
          <p:cNvPr id="31" name="card rule">
            <a:extLst>
              <a:ext uri="{C183D7F6-B498-43B3-948B-1728B52AA6E4}">
                <adec:decorative xmlns:adec="http://schemas.microsoft.com/office/drawing/2017/decorative" val="1"/>
              </a:ext>
            </a:extLst>
          </p:cNvPr>
          <p:cNvSpPr/>
          <p:nvPr/>
        </p:nvSpPr>
        <p:spPr>
          <a:xfrm>
            <a:off x="7022592" y="2240280"/>
            <a:ext cx="1572768" cy="36576"/>
          </a:xfrm>
          <a:prstGeom prst="rect">
            <a:avLst/>
          </a:prstGeom>
          <a:solidFill>
            <a:srgbClr val="3B82F6"/>
          </a:solidFill>
          <a:ln w="12700">
            <a:solidFill>
              <a:srgbClr val="3B82F6"/>
            </a:solidFill>
            <a:prstDash val="solid"/>
          </a:ln>
        </p:spPr>
        <p:txBody>
          <a:bodyPr/>
          <a:lstStyle/>
          <a:p>
            <a:endParaRPr lang="ko-KR" altLang="en-US"/>
          </a:p>
        </p:txBody>
      </p:sp>
      <p:sp>
        <p:nvSpPr>
          <p:cNvPr id="32" name="Text 30"/>
          <p:cNvSpPr/>
          <p:nvPr/>
        </p:nvSpPr>
        <p:spPr>
          <a:xfrm>
            <a:off x="7205472" y="2377440"/>
            <a:ext cx="1207008" cy="237744"/>
          </a:xfrm>
          <a:prstGeom prst="rect">
            <a:avLst/>
          </a:prstGeom>
          <a:noFill/>
          <a:ln/>
        </p:spPr>
        <p:txBody>
          <a:bodyPr wrap="square" lIns="0" tIns="0" rIns="0" bIns="0" rtlCol="0" anchor="ctr"/>
          <a:lstStyle/>
          <a:p>
            <a:pPr marL="0" indent="0">
              <a:buNone/>
            </a:pPr>
            <a:r>
              <a:rPr lang="en-US" sz="1200" b="1" dirty="0">
                <a:solidFill>
                  <a:srgbClr val="1D4ED8"/>
                </a:solidFill>
                <a:latin typeface="Pretendard" pitchFamily="34" charset="0"/>
                <a:ea typeface="Pretendard" pitchFamily="34" charset="-122"/>
                <a:cs typeface="Pretendard" pitchFamily="34" charset="-120"/>
              </a:rPr>
              <a:t>5</a:t>
            </a:r>
            <a:endParaRPr lang="en-US" sz="1200" dirty="0"/>
          </a:p>
        </p:txBody>
      </p:sp>
      <p:sp>
        <p:nvSpPr>
          <p:cNvPr id="33" name="Text 31"/>
          <p:cNvSpPr/>
          <p:nvPr/>
        </p:nvSpPr>
        <p:spPr>
          <a:xfrm>
            <a:off x="7205472" y="2615184"/>
            <a:ext cx="1207008" cy="457200"/>
          </a:xfrm>
          <a:prstGeom prst="rect">
            <a:avLst/>
          </a:prstGeom>
          <a:noFill/>
          <a:ln/>
        </p:spPr>
        <p:txBody>
          <a:bodyPr wrap="square" lIns="0" tIns="0" rIns="0" bIns="0" rtlCol="0" anchor="ctr"/>
          <a:lstStyle/>
          <a:p>
            <a:pPr marL="0" indent="0">
              <a:lnSpc>
                <a:spcPct val="110000"/>
              </a:lnSpc>
              <a:buNone/>
            </a:pPr>
            <a:r>
              <a:rPr lang="en-US" sz="1100" b="1" dirty="0">
                <a:solidFill>
                  <a:srgbClr val="111827"/>
                </a:solidFill>
                <a:latin typeface="Pretendard" pitchFamily="34" charset="0"/>
                <a:ea typeface="Pretendard" pitchFamily="34" charset="-122"/>
                <a:cs typeface="Pretendard" pitchFamily="34" charset="-120"/>
              </a:rPr>
              <a:t>Connected Agents</a:t>
            </a:r>
            <a:endParaRPr lang="en-US" sz="1100" dirty="0"/>
          </a:p>
        </p:txBody>
      </p:sp>
      <p:sp>
        <p:nvSpPr>
          <p:cNvPr id="34" name="Text 32"/>
          <p:cNvSpPr/>
          <p:nvPr/>
        </p:nvSpPr>
        <p:spPr>
          <a:xfrm>
            <a:off x="7205472" y="3072384"/>
            <a:ext cx="1207008" cy="822960"/>
          </a:xfrm>
          <a:prstGeom prst="rect">
            <a:avLst/>
          </a:prstGeom>
          <a:noFill/>
          <a:ln/>
        </p:spPr>
        <p:txBody>
          <a:bodyPr wrap="square" lIns="0" tIns="0" rIns="0" bIns="0" rtlCol="0" anchor="ctr"/>
          <a:lstStyle/>
          <a:p>
            <a:pPr marL="0" indent="0">
              <a:lnSpc>
                <a:spcPct val="120000"/>
              </a:lnSpc>
              <a:buNone/>
            </a:pPr>
            <a:r>
              <a:rPr lang="en-US" sz="900" dirty="0">
                <a:solidFill>
                  <a:srgbClr val="4B5563"/>
                </a:solidFill>
                <a:latin typeface="Pretendard" pitchFamily="34" charset="0"/>
                <a:ea typeface="Pretendard" pitchFamily="34" charset="-122"/>
                <a:cs typeface="Pretendard" pitchFamily="34" charset="-120"/>
              </a:rPr>
              <a:t>코디네이터가 하위 작업을 전문 에이전트에게 위임하고 결과를 다시 조합합니다.</a:t>
            </a:r>
            <a:endParaRPr lang="en-US" sz="900" dirty="0"/>
          </a:p>
        </p:txBody>
      </p:sp>
      <p:sp>
        <p:nvSpPr>
          <p:cNvPr id="35" name="callout">
            <a:extLst>
              <a:ext uri="{C183D7F6-B498-43B3-948B-1728B52AA6E4}">
                <adec:decorative xmlns:adec="http://schemas.microsoft.com/office/drawing/2017/decorative" val="1"/>
              </a:ext>
            </a:extLst>
          </p:cNvPr>
          <p:cNvSpPr/>
          <p:nvPr/>
        </p:nvSpPr>
        <p:spPr>
          <a:xfrm>
            <a:off x="548640" y="4114800"/>
            <a:ext cx="8046720" cy="603504"/>
          </a:xfrm>
          <a:prstGeom prst="rect">
            <a:avLst/>
          </a:prstGeom>
          <a:solidFill>
            <a:srgbClr val="F3F5F9"/>
          </a:solidFill>
          <a:ln w="12700">
            <a:solidFill>
              <a:srgbClr val="F3F5F9"/>
            </a:solidFill>
            <a:prstDash val="solid"/>
          </a:ln>
        </p:spPr>
        <p:txBody>
          <a:bodyPr/>
          <a:lstStyle/>
          <a:p>
            <a:endParaRPr lang="ko-KR" altLang="en-US"/>
          </a:p>
        </p:txBody>
      </p:sp>
      <p:sp>
        <p:nvSpPr>
          <p:cNvPr id="36" name="accent bar">
            <a:extLst>
              <a:ext uri="{C183D7F6-B498-43B3-948B-1728B52AA6E4}">
                <adec:decorative xmlns:adec="http://schemas.microsoft.com/office/drawing/2017/decorative" val="1"/>
              </a:ext>
            </a:extLst>
          </p:cNvPr>
          <p:cNvSpPr/>
          <p:nvPr/>
        </p:nvSpPr>
        <p:spPr>
          <a:xfrm>
            <a:off x="548640" y="4114800"/>
            <a:ext cx="50292" cy="603504"/>
          </a:xfrm>
          <a:prstGeom prst="rect">
            <a:avLst/>
          </a:prstGeom>
          <a:solidFill>
            <a:srgbClr val="1D4ED8"/>
          </a:solidFill>
          <a:ln w="12700">
            <a:solidFill>
              <a:srgbClr val="1D4ED8"/>
            </a:solidFill>
            <a:prstDash val="solid"/>
          </a:ln>
        </p:spPr>
        <p:txBody>
          <a:bodyPr/>
          <a:lstStyle/>
          <a:p>
            <a:endParaRPr lang="ko-KR" altLang="en-US"/>
          </a:p>
        </p:txBody>
      </p:sp>
      <p:sp>
        <p:nvSpPr>
          <p:cNvPr id="37" name="Text 35"/>
          <p:cNvSpPr/>
          <p:nvPr/>
        </p:nvSpPr>
        <p:spPr>
          <a:xfrm>
            <a:off x="777240" y="4114800"/>
            <a:ext cx="7635240" cy="603504"/>
          </a:xfrm>
          <a:prstGeom prst="rect">
            <a:avLst/>
          </a:prstGeom>
          <a:noFill/>
          <a:ln/>
        </p:spPr>
        <p:txBody>
          <a:bodyPr wrap="square" lIns="0" tIns="0" rIns="0" bIns="0" rtlCol="0" anchor="ctr"/>
          <a:lstStyle/>
          <a:p>
            <a:pPr marL="0" indent="0">
              <a:lnSpc>
                <a:spcPct val="120000"/>
              </a:lnSpc>
              <a:buNone/>
            </a:pPr>
            <a:r>
              <a:rPr lang="en-US" sz="1050" b="1" dirty="0">
                <a:solidFill>
                  <a:srgbClr val="1D4ED8"/>
                </a:solidFill>
                <a:latin typeface="Pretendard" pitchFamily="34" charset="0"/>
                <a:ea typeface="Pretendard" pitchFamily="34" charset="-122"/>
                <a:cs typeface="Pretendard" pitchFamily="34" charset="-120"/>
              </a:rPr>
              <a:t>관련 기능: Workflows  </a:t>
            </a:r>
            <a:r>
              <a:rPr lang="en-US" sz="1050" dirty="0">
                <a:solidFill>
                  <a:srgbClr val="4B5563"/>
                </a:solidFill>
                <a:latin typeface="Pretendard" pitchFamily="34" charset="0"/>
                <a:ea typeface="Pretendard" pitchFamily="34" charset="-122"/>
                <a:cs typeface="Pretendard" pitchFamily="34" charset="-120"/>
              </a:rPr>
              <a:t>Build 탭의 핵심 구성 요소는 아니지만 함께 동작하는 자동화 아티팩트입니다. 에이전트는 도구를 통해 workflow를 호출하고, workflow는 추론이 필요한 단계에 agent node를 포함할 수 있습니다. 작업 07에서 직접 만듭니다.</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역량 확장</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Work IQ와 MCP</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ko-KR" alt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02  ·  조직 컨텍스트</a:t>
            </a:r>
            <a:endParaRPr lang="en-US" sz="950" dirty="0"/>
          </a:p>
        </p:txBody>
      </p:sp>
      <p:sp>
        <p:nvSpPr>
          <p:cNvPr id="7" name="key message band">
            <a:extLst>
              <a:ext uri="{C183D7F6-B498-43B3-948B-1728B52AA6E4}">
                <adec:decorative xmlns:adec="http://schemas.microsoft.com/office/drawing/2017/decorative" val="1"/>
              </a:ext>
            </a:extLst>
          </p:cNvPr>
          <p:cNvSpPr/>
          <p:nvPr/>
        </p:nvSpPr>
        <p:spPr>
          <a:xfrm>
            <a:off x="548640" y="1417320"/>
            <a:ext cx="8046720" cy="566928"/>
          </a:xfrm>
          <a:prstGeom prst="rect">
            <a:avLst/>
          </a:prstGeom>
          <a:solidFill>
            <a:srgbClr val="F3F5F9"/>
          </a:solidFill>
          <a:ln w="12700">
            <a:solidFill>
              <a:srgbClr val="F3F5F9"/>
            </a:solidFill>
            <a:prstDash val="solid"/>
          </a:ln>
        </p:spPr>
        <p:txBody>
          <a:bodyPr/>
          <a:lstStyle/>
          <a:p>
            <a:endParaRPr lang="ko-KR" altLang="en-US"/>
          </a:p>
        </p:txBody>
      </p:sp>
      <p:sp>
        <p:nvSpPr>
          <p:cNvPr id="8" name="accent bar">
            <a:extLst>
              <a:ext uri="{C183D7F6-B498-43B3-948B-1728B52AA6E4}">
                <adec:decorative xmlns:adec="http://schemas.microsoft.com/office/drawing/2017/decorative" val="1"/>
              </a:ext>
            </a:extLst>
          </p:cNvPr>
          <p:cNvSpPr/>
          <p:nvPr/>
        </p:nvSpPr>
        <p:spPr>
          <a:xfrm>
            <a:off x="548640" y="1417320"/>
            <a:ext cx="50292" cy="566928"/>
          </a:xfrm>
          <a:prstGeom prst="rect">
            <a:avLst/>
          </a:prstGeom>
          <a:solidFill>
            <a:srgbClr val="1D4ED8"/>
          </a:solidFill>
          <a:ln w="12700">
            <a:solidFill>
              <a:srgbClr val="1D4ED8"/>
            </a:solidFill>
            <a:prstDash val="solid"/>
          </a:ln>
        </p:spPr>
        <p:txBody>
          <a:bodyPr/>
          <a:lstStyle/>
          <a:p>
            <a:endParaRPr lang="en-US"/>
          </a:p>
        </p:txBody>
      </p:sp>
      <p:sp>
        <p:nvSpPr>
          <p:cNvPr id="9" name="Text 7">
            <a:extLst>
              <a:ext uri="{C183D7F6-B498-43B3-948B-1728B52AA6E4}">
                <adec:decorative xmlns:adec="http://schemas.microsoft.com/office/drawing/2017/decorative" val="1"/>
              </a:ext>
            </a:extLst>
          </p:cNvPr>
          <p:cNvSpPr/>
          <p:nvPr/>
        </p:nvSpPr>
        <p:spPr>
          <a:xfrm>
            <a:off x="749808" y="1417320"/>
            <a:ext cx="7680960" cy="566928"/>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에이전트를 실시간 조직 컨텍스트에 그라운딩하는 인텔리전스 레이어입니다.</a:t>
            </a:r>
            <a:endParaRPr lang="en-US" sz="1350" dirty="0"/>
          </a:p>
        </p:txBody>
      </p:sp>
      <p:sp>
        <p:nvSpPr>
          <p:cNvPr id="10" name="card frame">
            <a:extLst>
              <a:ext uri="{C183D7F6-B498-43B3-948B-1728B52AA6E4}">
                <adec:decorative xmlns:adec="http://schemas.microsoft.com/office/drawing/2017/decorative" val="1"/>
              </a:ext>
            </a:extLst>
          </p:cNvPr>
          <p:cNvSpPr/>
          <p:nvPr/>
        </p:nvSpPr>
        <p:spPr>
          <a:xfrm>
            <a:off x="548640" y="2240280"/>
            <a:ext cx="2560320" cy="1874520"/>
          </a:xfrm>
          <a:prstGeom prst="rect">
            <a:avLst/>
          </a:prstGeom>
          <a:solidFill>
            <a:srgbClr val="FFFFFF"/>
          </a:solidFill>
          <a:ln w="12700">
            <a:solidFill>
              <a:srgbClr val="E5E7EB"/>
            </a:solidFill>
            <a:prstDash val="solid"/>
          </a:ln>
        </p:spPr>
        <p:txBody>
          <a:bodyPr/>
          <a:lstStyle/>
          <a:p>
            <a:endParaRPr lang="en-US"/>
          </a:p>
        </p:txBody>
      </p:sp>
      <p:sp>
        <p:nvSpPr>
          <p:cNvPr id="11" name="card top rule">
            <a:extLst>
              <a:ext uri="{C183D7F6-B498-43B3-948B-1728B52AA6E4}">
                <adec:decorative xmlns:adec="http://schemas.microsoft.com/office/drawing/2017/decorative" val="1"/>
              </a:ext>
            </a:extLst>
          </p:cNvPr>
          <p:cNvSpPr/>
          <p:nvPr/>
        </p:nvSpPr>
        <p:spPr>
          <a:xfrm>
            <a:off x="548640" y="2240280"/>
            <a:ext cx="2560320" cy="36576"/>
          </a:xfrm>
          <a:prstGeom prst="rect">
            <a:avLst/>
          </a:prstGeom>
          <a:solidFill>
            <a:srgbClr val="3B82F6"/>
          </a:solidFill>
          <a:ln w="12700">
            <a:solidFill>
              <a:srgbClr val="3B82F6"/>
            </a:solidFill>
            <a:prstDash val="solid"/>
          </a:ln>
        </p:spPr>
        <p:txBody>
          <a:bodyPr/>
          <a:lstStyle/>
          <a:p>
            <a:endParaRPr lang="en-US"/>
          </a:p>
        </p:txBody>
      </p:sp>
      <p:sp>
        <p:nvSpPr>
          <p:cNvPr id="12" name="Text 10">
            <a:extLst>
              <a:ext uri="{C183D7F6-B498-43B3-948B-1728B52AA6E4}">
                <adec:decorative xmlns:adec="http://schemas.microsoft.com/office/drawing/2017/decorative" val="1"/>
              </a:ext>
            </a:extLst>
          </p:cNvPr>
          <p:cNvSpPr/>
          <p:nvPr/>
        </p:nvSpPr>
        <p:spPr>
          <a:xfrm>
            <a:off x="786384" y="2441448"/>
            <a:ext cx="2084832"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MCP</a:t>
            </a:r>
            <a:endParaRPr lang="en-US" sz="1300" dirty="0"/>
          </a:p>
        </p:txBody>
      </p:sp>
      <p:sp>
        <p:nvSpPr>
          <p:cNvPr id="13" name="Text 11">
            <a:extLst>
              <a:ext uri="{C183D7F6-B498-43B3-948B-1728B52AA6E4}">
                <adec:decorative xmlns:adec="http://schemas.microsoft.com/office/drawing/2017/decorative" val="1"/>
              </a:ext>
            </a:extLst>
          </p:cNvPr>
          <p:cNvSpPr/>
          <p:nvPr/>
        </p:nvSpPr>
        <p:spPr>
          <a:xfrm>
            <a:off x="786384" y="2743200"/>
            <a:ext cx="2084832" cy="310896"/>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외부 도구와 데이터로 연결</a:t>
            </a:r>
            <a:endParaRPr lang="en-US" sz="1350" dirty="0"/>
          </a:p>
        </p:txBody>
      </p:sp>
      <p:sp>
        <p:nvSpPr>
          <p:cNvPr id="14" name="Text 12">
            <a:extLst>
              <a:ext uri="{C183D7F6-B498-43B3-948B-1728B52AA6E4}">
                <adec:decorative xmlns:adec="http://schemas.microsoft.com/office/drawing/2017/decorative" val="1"/>
              </a:ext>
            </a:extLst>
          </p:cNvPr>
          <p:cNvSpPr/>
          <p:nvPr/>
        </p:nvSpPr>
        <p:spPr>
          <a:xfrm>
            <a:off x="786384" y="3081528"/>
            <a:ext cx="2084832" cy="832104"/>
          </a:xfrm>
          <a:prstGeom prst="rect">
            <a:avLst/>
          </a:prstGeom>
          <a:noFill/>
          <a:ln/>
        </p:spPr>
        <p:txBody>
          <a:bodyPr wrap="square" lIns="0" tIns="0" rIns="0" bIns="0" rtlCol="0" anchor="t"/>
          <a:lstStyle/>
          <a:p>
            <a:pPr marL="0" indent="0">
              <a:lnSpc>
                <a:spcPct val="125000"/>
              </a:lnSpc>
              <a:buNone/>
            </a:pPr>
            <a:r>
              <a:rPr lang="en-US" sz="1050" dirty="0">
                <a:solidFill>
                  <a:srgbClr val="4B5563"/>
                </a:solidFill>
                <a:latin typeface="Pretendard" pitchFamily="34" charset="0"/>
                <a:ea typeface="Pretendard" pitchFamily="34" charset="-122"/>
                <a:cs typeface="Pretendard" pitchFamily="34" charset="-120"/>
              </a:rPr>
              <a:t>Model Context Protocol은 에이전트를 외부 도구와 데이터에 연결하는 개방형 표준입니다. Copilot Studio에서는 MCP 서버를 tool로 추가해 기본 커넥터를 넘어서는 역량을 씁니다.</a:t>
            </a:r>
            <a:endParaRPr lang="en-US" sz="1050" dirty="0"/>
          </a:p>
        </p:txBody>
      </p:sp>
      <p:sp>
        <p:nvSpPr>
          <p:cNvPr id="15" name="card frame">
            <a:extLst>
              <a:ext uri="{C183D7F6-B498-43B3-948B-1728B52AA6E4}">
                <adec:decorative xmlns:adec="http://schemas.microsoft.com/office/drawing/2017/decorative" val="1"/>
              </a:ext>
            </a:extLst>
          </p:cNvPr>
          <p:cNvSpPr/>
          <p:nvPr/>
        </p:nvSpPr>
        <p:spPr>
          <a:xfrm>
            <a:off x="3291840" y="2240280"/>
            <a:ext cx="2560320" cy="1874520"/>
          </a:xfrm>
          <a:prstGeom prst="rect">
            <a:avLst/>
          </a:prstGeom>
          <a:solidFill>
            <a:srgbClr val="FFFFFF"/>
          </a:solidFill>
          <a:ln w="12700">
            <a:solidFill>
              <a:srgbClr val="E5E7EB"/>
            </a:solidFill>
            <a:prstDash val="solid"/>
          </a:ln>
        </p:spPr>
        <p:txBody>
          <a:bodyPr/>
          <a:lstStyle/>
          <a:p>
            <a:endParaRPr lang="en-US"/>
          </a:p>
        </p:txBody>
      </p:sp>
      <p:sp>
        <p:nvSpPr>
          <p:cNvPr id="16" name="card top rule">
            <a:extLst>
              <a:ext uri="{C183D7F6-B498-43B3-948B-1728B52AA6E4}">
                <adec:decorative xmlns:adec="http://schemas.microsoft.com/office/drawing/2017/decorative" val="1"/>
              </a:ext>
            </a:extLst>
          </p:cNvPr>
          <p:cNvSpPr/>
          <p:nvPr/>
        </p:nvSpPr>
        <p:spPr>
          <a:xfrm>
            <a:off x="3291840" y="2240280"/>
            <a:ext cx="2560320" cy="36576"/>
          </a:xfrm>
          <a:prstGeom prst="rect">
            <a:avLst/>
          </a:prstGeom>
          <a:solidFill>
            <a:srgbClr val="3B82F6"/>
          </a:solidFill>
          <a:ln w="12700">
            <a:solidFill>
              <a:srgbClr val="3B82F6"/>
            </a:solidFill>
            <a:prstDash val="solid"/>
          </a:ln>
        </p:spPr>
        <p:txBody>
          <a:bodyPr/>
          <a:lstStyle/>
          <a:p>
            <a:endParaRPr lang="en-US"/>
          </a:p>
        </p:txBody>
      </p:sp>
      <p:sp>
        <p:nvSpPr>
          <p:cNvPr id="17" name="Text 15">
            <a:extLst>
              <a:ext uri="{C183D7F6-B498-43B3-948B-1728B52AA6E4}">
                <adec:decorative xmlns:adec="http://schemas.microsoft.com/office/drawing/2017/decorative" val="1"/>
              </a:ext>
            </a:extLst>
          </p:cNvPr>
          <p:cNvSpPr/>
          <p:nvPr/>
        </p:nvSpPr>
        <p:spPr>
          <a:xfrm>
            <a:off x="3529584" y="2441448"/>
            <a:ext cx="2084832"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Work IQ</a:t>
            </a:r>
            <a:endParaRPr lang="en-US" sz="1300" dirty="0"/>
          </a:p>
        </p:txBody>
      </p:sp>
      <p:sp>
        <p:nvSpPr>
          <p:cNvPr id="18" name="Text 16"/>
          <p:cNvSpPr/>
          <p:nvPr/>
        </p:nvSpPr>
        <p:spPr>
          <a:xfrm>
            <a:off x="3529584" y="2743200"/>
            <a:ext cx="2084832" cy="310896"/>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업무 신호를 하나로</a:t>
            </a:r>
            <a:endParaRPr lang="en-US" sz="1350" dirty="0"/>
          </a:p>
        </p:txBody>
      </p:sp>
      <p:sp>
        <p:nvSpPr>
          <p:cNvPr id="19" name="Text 17">
            <a:extLst>
              <a:ext uri="{C183D7F6-B498-43B3-948B-1728B52AA6E4}">
                <adec:decorative xmlns:adec="http://schemas.microsoft.com/office/drawing/2017/decorative" val="1"/>
              </a:ext>
            </a:extLst>
          </p:cNvPr>
          <p:cNvSpPr/>
          <p:nvPr/>
        </p:nvSpPr>
        <p:spPr>
          <a:xfrm>
            <a:off x="3529584" y="3081528"/>
            <a:ext cx="2084832" cy="832104"/>
          </a:xfrm>
          <a:prstGeom prst="rect">
            <a:avLst/>
          </a:prstGeom>
          <a:noFill/>
          <a:ln/>
        </p:spPr>
        <p:txBody>
          <a:bodyPr wrap="square" lIns="0" tIns="0" rIns="0" bIns="0" rtlCol="0" anchor="t"/>
          <a:lstStyle/>
          <a:p>
            <a:pPr marL="0" indent="0">
              <a:lnSpc>
                <a:spcPct val="125000"/>
              </a:lnSpc>
              <a:buNone/>
            </a:pPr>
            <a:r>
              <a:rPr lang="en-US" sz="1050" dirty="0">
                <a:solidFill>
                  <a:srgbClr val="4B5563"/>
                </a:solidFill>
                <a:latin typeface="Pretendard" pitchFamily="34" charset="0"/>
                <a:ea typeface="Pretendard" pitchFamily="34" charset="-122"/>
                <a:cs typeface="Pretendard" pitchFamily="34" charset="-120"/>
              </a:rPr>
              <a:t>파일, 이메일, 회의, 채팅, 일정, 비즈니스 시스템의 신호를 Data, Memory, Inference 세 레이어로 연결합니다. Copilot Studio에서는 MCP tool로 추가합니다.</a:t>
            </a:r>
            <a:endParaRPr lang="en-US" sz="1050" dirty="0"/>
          </a:p>
        </p:txBody>
      </p:sp>
      <p:sp>
        <p:nvSpPr>
          <p:cNvPr id="20" name="card frame">
            <a:extLst>
              <a:ext uri="{C183D7F6-B498-43B3-948B-1728B52AA6E4}">
                <adec:decorative xmlns:adec="http://schemas.microsoft.com/office/drawing/2017/decorative" val="1"/>
              </a:ext>
            </a:extLst>
          </p:cNvPr>
          <p:cNvSpPr/>
          <p:nvPr/>
        </p:nvSpPr>
        <p:spPr>
          <a:xfrm>
            <a:off x="6035040" y="2240280"/>
            <a:ext cx="2560320" cy="1874520"/>
          </a:xfrm>
          <a:prstGeom prst="rect">
            <a:avLst/>
          </a:prstGeom>
          <a:solidFill>
            <a:srgbClr val="FFFFFF"/>
          </a:solidFill>
          <a:ln w="12700">
            <a:solidFill>
              <a:srgbClr val="E5E7EB"/>
            </a:solidFill>
            <a:prstDash val="solid"/>
          </a:ln>
        </p:spPr>
        <p:txBody>
          <a:bodyPr/>
          <a:lstStyle/>
          <a:p>
            <a:endParaRPr lang="en-US"/>
          </a:p>
        </p:txBody>
      </p:sp>
      <p:sp>
        <p:nvSpPr>
          <p:cNvPr id="21" name="card top rule">
            <a:extLst>
              <a:ext uri="{C183D7F6-B498-43B3-948B-1728B52AA6E4}">
                <adec:decorative xmlns:adec="http://schemas.microsoft.com/office/drawing/2017/decorative" val="1"/>
              </a:ext>
            </a:extLst>
          </p:cNvPr>
          <p:cNvSpPr/>
          <p:nvPr/>
        </p:nvSpPr>
        <p:spPr>
          <a:xfrm>
            <a:off x="6035040" y="2240280"/>
            <a:ext cx="2560320" cy="36576"/>
          </a:xfrm>
          <a:prstGeom prst="rect">
            <a:avLst/>
          </a:prstGeom>
          <a:solidFill>
            <a:srgbClr val="3B82F6"/>
          </a:solidFill>
          <a:ln w="12700">
            <a:solidFill>
              <a:srgbClr val="3B82F6"/>
            </a:solidFill>
            <a:prstDash val="solid"/>
          </a:ln>
        </p:spPr>
        <p:txBody>
          <a:bodyPr/>
          <a:lstStyle/>
          <a:p>
            <a:endParaRPr lang="en-US"/>
          </a:p>
        </p:txBody>
      </p:sp>
      <p:sp>
        <p:nvSpPr>
          <p:cNvPr id="22" name="Text 20"/>
          <p:cNvSpPr/>
          <p:nvPr/>
        </p:nvSpPr>
        <p:spPr>
          <a:xfrm>
            <a:off x="6272784" y="2441448"/>
            <a:ext cx="2084832"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권한 존중</a:t>
            </a:r>
            <a:endParaRPr lang="en-US" sz="1300" dirty="0"/>
          </a:p>
        </p:txBody>
      </p:sp>
      <p:sp>
        <p:nvSpPr>
          <p:cNvPr id="23" name="Text 21">
            <a:extLst>
              <a:ext uri="{C183D7F6-B498-43B3-948B-1728B52AA6E4}">
                <adec:decorative xmlns:adec="http://schemas.microsoft.com/office/drawing/2017/decorative" val="1"/>
              </a:ext>
            </a:extLst>
          </p:cNvPr>
          <p:cNvSpPr/>
          <p:nvPr/>
        </p:nvSpPr>
        <p:spPr>
          <a:xfrm>
            <a:off x="6272784" y="2743200"/>
            <a:ext cx="2084832" cy="310896"/>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구성된 통제 안에서</a:t>
            </a:r>
            <a:endParaRPr lang="en-US" sz="1350" dirty="0"/>
          </a:p>
        </p:txBody>
      </p:sp>
      <p:sp>
        <p:nvSpPr>
          <p:cNvPr id="24" name="Text 22"/>
          <p:cNvSpPr/>
          <p:nvPr/>
        </p:nvSpPr>
        <p:spPr>
          <a:xfrm>
            <a:off x="6272784" y="3081528"/>
            <a:ext cx="2084832" cy="832104"/>
          </a:xfrm>
          <a:prstGeom prst="rect">
            <a:avLst/>
          </a:prstGeom>
          <a:noFill/>
          <a:ln/>
        </p:spPr>
        <p:txBody>
          <a:bodyPr wrap="square" lIns="0" tIns="0" rIns="0" bIns="0" rtlCol="0" anchor="t"/>
          <a:lstStyle/>
          <a:p>
            <a:pPr marL="0" indent="0">
              <a:lnSpc>
                <a:spcPct val="125000"/>
              </a:lnSpc>
              <a:buNone/>
            </a:pPr>
            <a:r>
              <a:rPr lang="en-US" sz="1050" dirty="0">
                <a:solidFill>
                  <a:srgbClr val="4B5563"/>
                </a:solidFill>
                <a:latin typeface="Pretendard" pitchFamily="34" charset="0"/>
                <a:ea typeface="Pretendard" pitchFamily="34" charset="-122"/>
                <a:cs typeface="Pretendard" pitchFamily="34" charset="-120"/>
              </a:rPr>
              <a:t>에이전트는 구성된 권한, 정책, 거버넌스 제어를 존중하면서 관련 업무 컨텍스트에 액세스합니다.</a:t>
            </a:r>
            <a:endParaRPr lang="en-US" sz="1050" dirty="0"/>
          </a:p>
        </p:txBody>
      </p:sp>
      <p:sp>
        <p:nvSpPr>
          <p:cNvPr id="25" name="callout">
            <a:extLst>
              <a:ext uri="{C183D7F6-B498-43B3-948B-1728B52AA6E4}">
                <adec:decorative xmlns:adec="http://schemas.microsoft.com/office/drawing/2017/decorative" val="1"/>
              </a:ext>
            </a:extLst>
          </p:cNvPr>
          <p:cNvSpPr/>
          <p:nvPr/>
        </p:nvSpPr>
        <p:spPr>
          <a:xfrm>
            <a:off x="548640" y="4261104"/>
            <a:ext cx="8046720" cy="457200"/>
          </a:xfrm>
          <a:prstGeom prst="rect">
            <a:avLst/>
          </a:prstGeom>
          <a:solidFill>
            <a:srgbClr val="F3F5F9"/>
          </a:solidFill>
          <a:ln w="12700">
            <a:solidFill>
              <a:srgbClr val="F3F5F9"/>
            </a:solidFill>
            <a:prstDash val="solid"/>
          </a:ln>
        </p:spPr>
        <p:txBody>
          <a:bodyPr/>
          <a:lstStyle/>
          <a:p>
            <a:endParaRPr lang="ko-KR" altLang="en-US"/>
          </a:p>
        </p:txBody>
      </p:sp>
      <p:sp>
        <p:nvSpPr>
          <p:cNvPr id="26" name="accent bar">
            <a:extLst>
              <a:ext uri="{C183D7F6-B498-43B3-948B-1728B52AA6E4}">
                <adec:decorative xmlns:adec="http://schemas.microsoft.com/office/drawing/2017/decorative" val="1"/>
              </a:ext>
            </a:extLst>
          </p:cNvPr>
          <p:cNvSpPr/>
          <p:nvPr/>
        </p:nvSpPr>
        <p:spPr>
          <a:xfrm>
            <a:off x="548640" y="4261104"/>
            <a:ext cx="50292" cy="457200"/>
          </a:xfrm>
          <a:prstGeom prst="rect">
            <a:avLst/>
          </a:prstGeom>
          <a:solidFill>
            <a:srgbClr val="1D4ED8"/>
          </a:solidFill>
          <a:ln w="12700">
            <a:solidFill>
              <a:srgbClr val="1D4ED8"/>
            </a:solidFill>
            <a:prstDash val="solid"/>
          </a:ln>
        </p:spPr>
        <p:txBody>
          <a:bodyPr/>
          <a:lstStyle/>
          <a:p>
            <a:endParaRPr lang="en-US"/>
          </a:p>
        </p:txBody>
      </p:sp>
      <p:sp>
        <p:nvSpPr>
          <p:cNvPr id="27" name="Text 25">
            <a:extLst>
              <a:ext uri="{C183D7F6-B498-43B3-948B-1728B52AA6E4}">
                <adec:decorative xmlns:adec="http://schemas.microsoft.com/office/drawing/2017/decorative" val="1"/>
              </a:ext>
            </a:extLst>
          </p:cNvPr>
          <p:cNvSpPr/>
          <p:nvPr/>
        </p:nvSpPr>
        <p:spPr>
          <a:xfrm>
            <a:off x="777240" y="4261104"/>
            <a:ext cx="7589520" cy="457200"/>
          </a:xfrm>
          <a:prstGeom prst="rect">
            <a:avLst/>
          </a:prstGeom>
          <a:noFill/>
          <a:ln/>
        </p:spPr>
        <p:txBody>
          <a:bodyPr wrap="square" lIns="0" tIns="0" rIns="0" bIns="0" rtlCol="0" anchor="ctr"/>
          <a:lstStyle/>
          <a:p>
            <a:pPr marL="0" indent="0">
              <a:buNone/>
            </a:pPr>
            <a:r>
              <a:rPr lang="en-US" sz="1050" b="1" dirty="0">
                <a:solidFill>
                  <a:srgbClr val="1D4ED8"/>
                </a:solidFill>
                <a:latin typeface="Pretendard" pitchFamily="34" charset="0"/>
                <a:ea typeface="Pretendard" pitchFamily="34" charset="-122"/>
                <a:cs typeface="Pretendard" pitchFamily="34" charset="-120"/>
              </a:rPr>
              <a:t>Work IQ는 preview입니다.  </a:t>
            </a:r>
            <a:r>
              <a:rPr lang="en-US" sz="1050" dirty="0">
                <a:solidFill>
                  <a:srgbClr val="4B5563"/>
                </a:solidFill>
                <a:latin typeface="Pretendard" pitchFamily="34" charset="0"/>
                <a:ea typeface="Pretendard" pitchFamily="34" charset="-122"/>
                <a:cs typeface="Pretendard" pitchFamily="34" charset="-120"/>
              </a:rPr>
              <a:t>사용량 기반 Copilot Credits 과금이 적용되며, 관리자가 명시적으로 활성화하지 않는 한 읽기 전용입니다.</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a:extLst>
              <a:ext uri="{C183D7F6-B498-43B3-948B-1728B52AA6E4}">
                <adec:decorative xmlns:adec="http://schemas.microsoft.com/office/drawing/2017/decorative" val="1"/>
              </a:ext>
            </a:extLst>
          </p:cNvPr>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구축 방식</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GitHub Copilot harness에서 구축하기</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02  ·  작업 공간</a:t>
            </a:r>
            <a:endParaRPr lang="en-US" sz="950" dirty="0"/>
          </a:p>
        </p:txBody>
      </p:sp>
      <p:sp>
        <p:nvSpPr>
          <p:cNvPr id="7" name="key message band">
            <a:extLst>
              <a:ext uri="{C183D7F6-B498-43B3-948B-1728B52AA6E4}">
                <adec:decorative xmlns:adec="http://schemas.microsoft.com/office/drawing/2017/decorative" val="1"/>
              </a:ext>
            </a:extLst>
          </p:cNvPr>
          <p:cNvSpPr/>
          <p:nvPr/>
        </p:nvSpPr>
        <p:spPr>
          <a:xfrm>
            <a:off x="548640" y="1417320"/>
            <a:ext cx="8046720" cy="566928"/>
          </a:xfrm>
          <a:prstGeom prst="rect">
            <a:avLst/>
          </a:prstGeom>
          <a:solidFill>
            <a:srgbClr val="F3F5F9"/>
          </a:solidFill>
          <a:ln w="12700">
            <a:solidFill>
              <a:srgbClr val="F3F5F9"/>
            </a:solidFill>
            <a:prstDash val="solid"/>
          </a:ln>
        </p:spPr>
        <p:txBody>
          <a:bodyPr/>
          <a:lstStyle/>
          <a:p>
            <a:endParaRPr lang="ko-KR" altLang="en-US"/>
          </a:p>
        </p:txBody>
      </p:sp>
      <p:sp>
        <p:nvSpPr>
          <p:cNvPr id="8" name="accent bar">
            <a:extLst>
              <a:ext uri="{C183D7F6-B498-43B3-948B-1728B52AA6E4}">
                <adec:decorative xmlns:adec="http://schemas.microsoft.com/office/drawing/2017/decorative" val="1"/>
              </a:ext>
            </a:extLst>
          </p:cNvPr>
          <p:cNvSpPr/>
          <p:nvPr/>
        </p:nvSpPr>
        <p:spPr>
          <a:xfrm>
            <a:off x="548640" y="1417320"/>
            <a:ext cx="50292" cy="566928"/>
          </a:xfrm>
          <a:prstGeom prst="rect">
            <a:avLst/>
          </a:prstGeom>
          <a:solidFill>
            <a:srgbClr val="1D4ED8"/>
          </a:solidFill>
          <a:ln w="12700">
            <a:solidFill>
              <a:srgbClr val="1D4ED8"/>
            </a:solidFill>
            <a:prstDash val="solid"/>
          </a:ln>
        </p:spPr>
        <p:txBody>
          <a:bodyPr/>
          <a:lstStyle/>
          <a:p>
            <a:endParaRPr lang="en-US"/>
          </a:p>
        </p:txBody>
      </p:sp>
      <p:sp>
        <p:nvSpPr>
          <p:cNvPr id="9" name="Text 7">
            <a:extLst>
              <a:ext uri="{C183D7F6-B498-43B3-948B-1728B52AA6E4}">
                <adec:decorative xmlns:adec="http://schemas.microsoft.com/office/drawing/2017/decorative" val="1"/>
              </a:ext>
            </a:extLst>
          </p:cNvPr>
          <p:cNvSpPr/>
          <p:nvPr/>
        </p:nvSpPr>
        <p:spPr>
          <a:xfrm>
            <a:off x="749808" y="1417320"/>
            <a:ext cx="7680960" cy="566928"/>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유지해야 할 topic 인벤토리가 없습니다. 분기가 아니라 instructions와 capabilities로 조율합니다.</a:t>
            </a:r>
            <a:endParaRPr lang="en-US" sz="1350" dirty="0"/>
          </a:p>
        </p:txBody>
      </p:sp>
      <p:sp>
        <p:nvSpPr>
          <p:cNvPr id="10" name="tab card">
            <a:extLst>
              <a:ext uri="{C183D7F6-B498-43B3-948B-1728B52AA6E4}">
                <adec:decorative xmlns:adec="http://schemas.microsoft.com/office/drawing/2017/decorative" val="1"/>
              </a:ext>
            </a:extLst>
          </p:cNvPr>
          <p:cNvSpPr/>
          <p:nvPr/>
        </p:nvSpPr>
        <p:spPr>
          <a:xfrm>
            <a:off x="548640" y="2240280"/>
            <a:ext cx="1298448" cy="960120"/>
          </a:xfrm>
          <a:prstGeom prst="rect">
            <a:avLst/>
          </a:prstGeom>
          <a:solidFill>
            <a:srgbClr val="F3F5F9"/>
          </a:solidFill>
          <a:ln w="12700">
            <a:solidFill>
              <a:srgbClr val="E5E7EB"/>
            </a:solidFill>
            <a:prstDash val="solid"/>
          </a:ln>
        </p:spPr>
        <p:txBody>
          <a:bodyPr/>
          <a:lstStyle/>
          <a:p>
            <a:endParaRPr lang="en-US"/>
          </a:p>
        </p:txBody>
      </p:sp>
      <p:sp>
        <p:nvSpPr>
          <p:cNvPr id="11" name="Text 9">
            <a:extLst>
              <a:ext uri="{C183D7F6-B498-43B3-948B-1728B52AA6E4}">
                <adec:decorative xmlns:adec="http://schemas.microsoft.com/office/drawing/2017/decorative" val="1"/>
              </a:ext>
            </a:extLst>
          </p:cNvPr>
          <p:cNvSpPr/>
          <p:nvPr/>
        </p:nvSpPr>
        <p:spPr>
          <a:xfrm>
            <a:off x="676656" y="2377440"/>
            <a:ext cx="1042416" cy="256032"/>
          </a:xfrm>
          <a:prstGeom prst="rect">
            <a:avLst/>
          </a:prstGeom>
          <a:noFill/>
          <a:ln/>
        </p:spPr>
        <p:txBody>
          <a:bodyPr wrap="square" lIns="0" tIns="0" rIns="0" bIns="0" rtlCol="0" anchor="ctr"/>
          <a:lstStyle/>
          <a:p>
            <a:pPr marL="0" indent="0">
              <a:buNone/>
            </a:pPr>
            <a:r>
              <a:rPr lang="en-US" sz="1250" b="1" dirty="0">
                <a:solidFill>
                  <a:srgbClr val="1D4ED8"/>
                </a:solidFill>
                <a:latin typeface="Pretendard" pitchFamily="34" charset="0"/>
                <a:ea typeface="Pretendard" pitchFamily="34" charset="-122"/>
                <a:cs typeface="Pretendard" pitchFamily="34" charset="-120"/>
              </a:rPr>
              <a:t>Build</a:t>
            </a:r>
            <a:endParaRPr lang="en-US" sz="1250" dirty="0"/>
          </a:p>
        </p:txBody>
      </p:sp>
      <p:sp>
        <p:nvSpPr>
          <p:cNvPr id="12" name="Text 10">
            <a:extLst>
              <a:ext uri="{C183D7F6-B498-43B3-948B-1728B52AA6E4}">
                <adec:decorative xmlns:adec="http://schemas.microsoft.com/office/drawing/2017/decorative" val="1"/>
              </a:ext>
            </a:extLst>
          </p:cNvPr>
          <p:cNvSpPr/>
          <p:nvPr/>
        </p:nvSpPr>
        <p:spPr>
          <a:xfrm>
            <a:off x="676656" y="2651760"/>
            <a:ext cx="1042416" cy="457200"/>
          </a:xfrm>
          <a:prstGeom prst="rect">
            <a:avLst/>
          </a:prstGeom>
          <a:noFill/>
          <a:ln/>
        </p:spPr>
        <p:txBody>
          <a:bodyPr wrap="square" lIns="0" tIns="0" rIns="0" bIns="0" rtlCol="0" anchor="ctr"/>
          <a:lstStyle/>
          <a:p>
            <a:pPr marL="0" indent="0">
              <a:lnSpc>
                <a:spcPct val="120000"/>
              </a:lnSpc>
              <a:buNone/>
            </a:pPr>
            <a:r>
              <a:rPr lang="en-US" sz="900" dirty="0">
                <a:solidFill>
                  <a:srgbClr val="4B5563"/>
                </a:solidFill>
                <a:latin typeface="Pretendard" pitchFamily="34" charset="0"/>
                <a:ea typeface="Pretendard" pitchFamily="34" charset="-122"/>
                <a:cs typeface="Pretendard" pitchFamily="34" charset="-120"/>
              </a:rPr>
              <a:t>정체성, 지식, 도구, skills, model</a:t>
            </a:r>
            <a:endParaRPr lang="en-US" sz="900" dirty="0"/>
          </a:p>
        </p:txBody>
      </p:sp>
      <p:sp>
        <p:nvSpPr>
          <p:cNvPr id="13" name="tab card">
            <a:extLst>
              <a:ext uri="{C183D7F6-B498-43B3-948B-1728B52AA6E4}">
                <adec:decorative xmlns:adec="http://schemas.microsoft.com/office/drawing/2017/decorative" val="1"/>
              </a:ext>
            </a:extLst>
          </p:cNvPr>
          <p:cNvSpPr/>
          <p:nvPr/>
        </p:nvSpPr>
        <p:spPr>
          <a:xfrm>
            <a:off x="1975104" y="2240280"/>
            <a:ext cx="1298448" cy="960120"/>
          </a:xfrm>
          <a:prstGeom prst="rect">
            <a:avLst/>
          </a:prstGeom>
          <a:solidFill>
            <a:srgbClr val="FFFFFF"/>
          </a:solidFill>
          <a:ln w="12700">
            <a:solidFill>
              <a:srgbClr val="E5E7EB"/>
            </a:solidFill>
            <a:prstDash val="solid"/>
          </a:ln>
        </p:spPr>
        <p:txBody>
          <a:bodyPr/>
          <a:lstStyle/>
          <a:p>
            <a:endParaRPr lang="en-US"/>
          </a:p>
        </p:txBody>
      </p:sp>
      <p:sp>
        <p:nvSpPr>
          <p:cNvPr id="14" name="Text 12">
            <a:extLst>
              <a:ext uri="{C183D7F6-B498-43B3-948B-1728B52AA6E4}">
                <adec:decorative xmlns:adec="http://schemas.microsoft.com/office/drawing/2017/decorative" val="1"/>
              </a:ext>
            </a:extLst>
          </p:cNvPr>
          <p:cNvSpPr/>
          <p:nvPr/>
        </p:nvSpPr>
        <p:spPr>
          <a:xfrm>
            <a:off x="2103120" y="2377440"/>
            <a:ext cx="1042416" cy="256032"/>
          </a:xfrm>
          <a:prstGeom prst="rect">
            <a:avLst/>
          </a:prstGeom>
          <a:noFill/>
          <a:ln/>
        </p:spPr>
        <p:txBody>
          <a:bodyPr wrap="square" lIns="0" tIns="0" rIns="0" bIns="0" rtlCol="0" anchor="ctr"/>
          <a:lstStyle/>
          <a:p>
            <a:pPr marL="0" indent="0">
              <a:buNone/>
            </a:pPr>
            <a:r>
              <a:rPr lang="en-US" sz="1250" b="1" dirty="0">
                <a:solidFill>
                  <a:srgbClr val="1D4ED8"/>
                </a:solidFill>
                <a:latin typeface="Pretendard" pitchFamily="34" charset="0"/>
                <a:ea typeface="Pretendard" pitchFamily="34" charset="-122"/>
                <a:cs typeface="Pretendard" pitchFamily="34" charset="-120"/>
              </a:rPr>
              <a:t>Preview</a:t>
            </a:r>
            <a:endParaRPr lang="en-US" sz="1250" dirty="0"/>
          </a:p>
        </p:txBody>
      </p:sp>
      <p:sp>
        <p:nvSpPr>
          <p:cNvPr id="15" name="Text 13">
            <a:extLst>
              <a:ext uri="{C183D7F6-B498-43B3-948B-1728B52AA6E4}">
                <adec:decorative xmlns:adec="http://schemas.microsoft.com/office/drawing/2017/decorative" val="1"/>
              </a:ext>
            </a:extLst>
          </p:cNvPr>
          <p:cNvSpPr/>
          <p:nvPr/>
        </p:nvSpPr>
        <p:spPr>
          <a:xfrm>
            <a:off x="2103120" y="2651760"/>
            <a:ext cx="1042416" cy="457200"/>
          </a:xfrm>
          <a:prstGeom prst="rect">
            <a:avLst/>
          </a:prstGeom>
          <a:noFill/>
          <a:ln/>
        </p:spPr>
        <p:txBody>
          <a:bodyPr wrap="square" lIns="0" tIns="0" rIns="0" bIns="0" rtlCol="0" anchor="ctr"/>
          <a:lstStyle/>
          <a:p>
            <a:pPr marL="0" indent="0">
              <a:lnSpc>
                <a:spcPct val="120000"/>
              </a:lnSpc>
              <a:buNone/>
            </a:pPr>
            <a:r>
              <a:rPr lang="en-US" sz="900" dirty="0">
                <a:solidFill>
                  <a:srgbClr val="4B5563"/>
                </a:solidFill>
                <a:latin typeface="Pretendard" pitchFamily="34" charset="0"/>
                <a:ea typeface="Pretendard" pitchFamily="34" charset="-122"/>
                <a:cs typeface="Pretendard" pitchFamily="34" charset="-120"/>
              </a:rPr>
              <a:t>대화형으로 실시간 동작 확인</a:t>
            </a:r>
            <a:endParaRPr lang="en-US" sz="900" dirty="0"/>
          </a:p>
        </p:txBody>
      </p:sp>
      <p:sp>
        <p:nvSpPr>
          <p:cNvPr id="16" name="tab card">
            <a:extLst>
              <a:ext uri="{C183D7F6-B498-43B3-948B-1728B52AA6E4}">
                <adec:decorative xmlns:adec="http://schemas.microsoft.com/office/drawing/2017/decorative" val="1"/>
              </a:ext>
            </a:extLst>
          </p:cNvPr>
          <p:cNvSpPr/>
          <p:nvPr/>
        </p:nvSpPr>
        <p:spPr>
          <a:xfrm>
            <a:off x="3401568" y="2240280"/>
            <a:ext cx="1298448" cy="960120"/>
          </a:xfrm>
          <a:prstGeom prst="rect">
            <a:avLst/>
          </a:prstGeom>
          <a:solidFill>
            <a:srgbClr val="FFFFFF"/>
          </a:solidFill>
          <a:ln w="12700">
            <a:solidFill>
              <a:srgbClr val="E5E7EB"/>
            </a:solidFill>
            <a:prstDash val="solid"/>
          </a:ln>
        </p:spPr>
        <p:txBody>
          <a:bodyPr/>
          <a:lstStyle/>
          <a:p>
            <a:endParaRPr lang="en-US"/>
          </a:p>
        </p:txBody>
      </p:sp>
      <p:sp>
        <p:nvSpPr>
          <p:cNvPr id="17" name="Text 15">
            <a:extLst>
              <a:ext uri="{C183D7F6-B498-43B3-948B-1728B52AA6E4}">
                <adec:decorative xmlns:adec="http://schemas.microsoft.com/office/drawing/2017/decorative" val="1"/>
              </a:ext>
            </a:extLst>
          </p:cNvPr>
          <p:cNvSpPr/>
          <p:nvPr/>
        </p:nvSpPr>
        <p:spPr>
          <a:xfrm>
            <a:off x="3529584" y="2377440"/>
            <a:ext cx="1042416" cy="256032"/>
          </a:xfrm>
          <a:prstGeom prst="rect">
            <a:avLst/>
          </a:prstGeom>
          <a:noFill/>
          <a:ln/>
        </p:spPr>
        <p:txBody>
          <a:bodyPr wrap="square" lIns="0" tIns="0" rIns="0" bIns="0" rtlCol="0" anchor="ctr"/>
          <a:lstStyle/>
          <a:p>
            <a:pPr marL="0" indent="0">
              <a:buNone/>
            </a:pPr>
            <a:r>
              <a:rPr lang="en-US" sz="1250" b="1" dirty="0">
                <a:solidFill>
                  <a:srgbClr val="1D4ED8"/>
                </a:solidFill>
                <a:latin typeface="Pretendard" pitchFamily="34" charset="0"/>
                <a:ea typeface="Pretendard" pitchFamily="34" charset="-122"/>
                <a:cs typeface="Pretendard" pitchFamily="34" charset="-120"/>
              </a:rPr>
              <a:t>Evaluate</a:t>
            </a:r>
            <a:endParaRPr lang="en-US" sz="1250" dirty="0"/>
          </a:p>
        </p:txBody>
      </p:sp>
      <p:sp>
        <p:nvSpPr>
          <p:cNvPr id="18" name="Text 16"/>
          <p:cNvSpPr/>
          <p:nvPr/>
        </p:nvSpPr>
        <p:spPr>
          <a:xfrm>
            <a:off x="3529584" y="2651760"/>
            <a:ext cx="1042416" cy="457200"/>
          </a:xfrm>
          <a:prstGeom prst="rect">
            <a:avLst/>
          </a:prstGeom>
          <a:noFill/>
          <a:ln/>
        </p:spPr>
        <p:txBody>
          <a:bodyPr wrap="square" lIns="0" tIns="0" rIns="0" bIns="0" rtlCol="0" anchor="ctr"/>
          <a:lstStyle/>
          <a:p>
            <a:pPr marL="0" indent="0">
              <a:lnSpc>
                <a:spcPct val="120000"/>
              </a:lnSpc>
              <a:buNone/>
            </a:pPr>
            <a:r>
              <a:rPr lang="en-US" sz="900" dirty="0">
                <a:solidFill>
                  <a:srgbClr val="4B5563"/>
                </a:solidFill>
                <a:latin typeface="Pretendard" pitchFamily="34" charset="0"/>
                <a:ea typeface="Pretendard" pitchFamily="34" charset="-122"/>
                <a:cs typeface="Pretendard" pitchFamily="34" charset="-120"/>
              </a:rPr>
              <a:t>테스트 세트를 돌려 품질 측정</a:t>
            </a:r>
            <a:endParaRPr lang="en-US" sz="900" dirty="0"/>
          </a:p>
        </p:txBody>
      </p:sp>
      <p:sp>
        <p:nvSpPr>
          <p:cNvPr id="19" name="tab card">
            <a:extLst>
              <a:ext uri="{C183D7F6-B498-43B3-948B-1728B52AA6E4}">
                <adec:decorative xmlns:adec="http://schemas.microsoft.com/office/drawing/2017/decorative" val="1"/>
              </a:ext>
            </a:extLst>
          </p:cNvPr>
          <p:cNvSpPr/>
          <p:nvPr/>
        </p:nvSpPr>
        <p:spPr>
          <a:xfrm>
            <a:off x="4828032" y="2240280"/>
            <a:ext cx="1298448" cy="960120"/>
          </a:xfrm>
          <a:prstGeom prst="rect">
            <a:avLst/>
          </a:prstGeom>
          <a:solidFill>
            <a:srgbClr val="FFFFFF"/>
          </a:solidFill>
          <a:ln w="12700">
            <a:solidFill>
              <a:srgbClr val="E5E7EB"/>
            </a:solidFill>
            <a:prstDash val="solid"/>
          </a:ln>
        </p:spPr>
        <p:txBody>
          <a:bodyPr/>
          <a:lstStyle/>
          <a:p>
            <a:endParaRPr lang="en-US"/>
          </a:p>
        </p:txBody>
      </p:sp>
      <p:sp>
        <p:nvSpPr>
          <p:cNvPr id="20" name="Text 18"/>
          <p:cNvSpPr/>
          <p:nvPr/>
        </p:nvSpPr>
        <p:spPr>
          <a:xfrm>
            <a:off x="4956048" y="2377440"/>
            <a:ext cx="1042416" cy="256032"/>
          </a:xfrm>
          <a:prstGeom prst="rect">
            <a:avLst/>
          </a:prstGeom>
          <a:noFill/>
          <a:ln/>
        </p:spPr>
        <p:txBody>
          <a:bodyPr wrap="square" lIns="0" tIns="0" rIns="0" bIns="0" rtlCol="0" anchor="ctr"/>
          <a:lstStyle/>
          <a:p>
            <a:pPr marL="0" indent="0">
              <a:buNone/>
            </a:pPr>
            <a:r>
              <a:rPr lang="en-US" sz="1250" b="1" dirty="0">
                <a:solidFill>
                  <a:srgbClr val="1D4ED8"/>
                </a:solidFill>
                <a:latin typeface="Pretendard" pitchFamily="34" charset="0"/>
                <a:ea typeface="Pretendard" pitchFamily="34" charset="-122"/>
                <a:cs typeface="Pretendard" pitchFamily="34" charset="-120"/>
              </a:rPr>
              <a:t>Monitor</a:t>
            </a:r>
            <a:endParaRPr lang="en-US" sz="1250" dirty="0"/>
          </a:p>
        </p:txBody>
      </p:sp>
      <p:sp>
        <p:nvSpPr>
          <p:cNvPr id="21" name="Text 19">
            <a:extLst>
              <a:ext uri="{C183D7F6-B498-43B3-948B-1728B52AA6E4}">
                <adec:decorative xmlns:adec="http://schemas.microsoft.com/office/drawing/2017/decorative" val="1"/>
              </a:ext>
            </a:extLst>
          </p:cNvPr>
          <p:cNvSpPr/>
          <p:nvPr/>
        </p:nvSpPr>
        <p:spPr>
          <a:xfrm>
            <a:off x="4956048" y="2651760"/>
            <a:ext cx="1042416" cy="457200"/>
          </a:xfrm>
          <a:prstGeom prst="rect">
            <a:avLst/>
          </a:prstGeom>
          <a:noFill/>
          <a:ln/>
        </p:spPr>
        <p:txBody>
          <a:bodyPr wrap="square" lIns="0" tIns="0" rIns="0" bIns="0" rtlCol="0" anchor="ctr"/>
          <a:lstStyle/>
          <a:p>
            <a:pPr marL="0" indent="0">
              <a:lnSpc>
                <a:spcPct val="120000"/>
              </a:lnSpc>
              <a:buNone/>
            </a:pPr>
            <a:r>
              <a:rPr lang="en-US" sz="900" dirty="0">
                <a:solidFill>
                  <a:srgbClr val="4B5563"/>
                </a:solidFill>
                <a:latin typeface="Pretendard" pitchFamily="34" charset="0"/>
                <a:ea typeface="Pretendard" pitchFamily="34" charset="-122"/>
                <a:cs typeface="Pretendard" pitchFamily="34" charset="-120"/>
              </a:rPr>
              <a:t>배포 후 작업과 활동 검토</a:t>
            </a:r>
            <a:endParaRPr lang="en-US" sz="900" dirty="0"/>
          </a:p>
        </p:txBody>
      </p:sp>
      <p:sp>
        <p:nvSpPr>
          <p:cNvPr id="22" name="Text 20"/>
          <p:cNvSpPr/>
          <p:nvPr/>
        </p:nvSpPr>
        <p:spPr>
          <a:xfrm>
            <a:off x="548640" y="3346704"/>
            <a:ext cx="5870448" cy="256032"/>
          </a:xfrm>
          <a:prstGeom prst="rect">
            <a:avLst/>
          </a:prstGeom>
          <a:noFill/>
          <a:ln/>
        </p:spPr>
        <p:txBody>
          <a:bodyPr wrap="square" lIns="0" tIns="0" rIns="0" bIns="0" rtlCol="0" anchor="ctr"/>
          <a:lstStyle/>
          <a:p>
            <a:pPr marL="0" indent="0">
              <a:buNone/>
            </a:pPr>
            <a:r>
              <a:rPr lang="en-US" sz="1200" b="1" dirty="0">
                <a:solidFill>
                  <a:srgbClr val="111827"/>
                </a:solidFill>
                <a:latin typeface="Pretendard" pitchFamily="34" charset="0"/>
                <a:ea typeface="Pretendard" pitchFamily="34" charset="-122"/>
                <a:cs typeface="Pretendard" pitchFamily="34" charset="-120"/>
              </a:rPr>
              <a:t>orchestrator를 조율하는 세 가지 조절 장치</a:t>
            </a:r>
            <a:endParaRPr lang="en-US" sz="1200" dirty="0"/>
          </a:p>
        </p:txBody>
      </p:sp>
      <p:sp>
        <p:nvSpPr>
          <p:cNvPr id="23" name="knob accent">
            <a:extLst>
              <a:ext uri="{C183D7F6-B498-43B3-948B-1728B52AA6E4}">
                <adec:decorative xmlns:adec="http://schemas.microsoft.com/office/drawing/2017/decorative" val="1"/>
              </a:ext>
            </a:extLst>
          </p:cNvPr>
          <p:cNvSpPr/>
          <p:nvPr/>
        </p:nvSpPr>
        <p:spPr>
          <a:xfrm>
            <a:off x="548640" y="3639312"/>
            <a:ext cx="45720" cy="292608"/>
          </a:xfrm>
          <a:prstGeom prst="rect">
            <a:avLst/>
          </a:prstGeom>
          <a:solidFill>
            <a:srgbClr val="3B82F6"/>
          </a:solidFill>
          <a:ln w="12700">
            <a:solidFill>
              <a:srgbClr val="3B82F6"/>
            </a:solidFill>
            <a:prstDash val="solid"/>
          </a:ln>
        </p:spPr>
        <p:txBody>
          <a:bodyPr/>
          <a:lstStyle/>
          <a:p>
            <a:endParaRPr lang="ko-KR" altLang="en-US"/>
          </a:p>
        </p:txBody>
      </p:sp>
      <p:sp>
        <p:nvSpPr>
          <p:cNvPr id="24" name="Text 22"/>
          <p:cNvSpPr/>
          <p:nvPr/>
        </p:nvSpPr>
        <p:spPr>
          <a:xfrm>
            <a:off x="749808" y="3639312"/>
            <a:ext cx="5486400" cy="292608"/>
          </a:xfrm>
          <a:prstGeom prst="rect">
            <a:avLst/>
          </a:prstGeom>
          <a:noFill/>
          <a:ln/>
        </p:spPr>
        <p:txBody>
          <a:bodyPr wrap="square" lIns="0" tIns="0" rIns="0" bIns="0" rtlCol="0" anchor="ctr"/>
          <a:lstStyle/>
          <a:p>
            <a:pPr marL="0" indent="0">
              <a:buNone/>
            </a:pPr>
            <a:r>
              <a:rPr lang="en-US" sz="1000" b="1" dirty="0">
                <a:solidFill>
                  <a:srgbClr val="1D4ED8"/>
                </a:solidFill>
                <a:latin typeface="Pretendard" pitchFamily="34" charset="0"/>
                <a:ea typeface="Pretendard" pitchFamily="34" charset="-122"/>
                <a:cs typeface="Pretendard" pitchFamily="34" charset="-120"/>
              </a:rPr>
              <a:t>1   </a:t>
            </a:r>
            <a:r>
              <a:rPr lang="en-US" sz="1050" dirty="0">
                <a:solidFill>
                  <a:srgbClr val="4B5563"/>
                </a:solidFill>
                <a:latin typeface="Pretendard" pitchFamily="34" charset="0"/>
                <a:ea typeface="Pretendard" pitchFamily="34" charset="-122"/>
                <a:cs typeface="Pretendard" pitchFamily="34" charset="-120"/>
              </a:rPr>
              <a:t>instructions를 더 명확하게</a:t>
            </a:r>
            <a:endParaRPr lang="en-US" sz="1000" dirty="0"/>
          </a:p>
        </p:txBody>
      </p:sp>
      <p:sp>
        <p:nvSpPr>
          <p:cNvPr id="25" name="knob accent">
            <a:extLst>
              <a:ext uri="{C183D7F6-B498-43B3-948B-1728B52AA6E4}">
                <adec:decorative xmlns:adec="http://schemas.microsoft.com/office/drawing/2017/decorative" val="1"/>
              </a:ext>
            </a:extLst>
          </p:cNvPr>
          <p:cNvSpPr/>
          <p:nvPr/>
        </p:nvSpPr>
        <p:spPr>
          <a:xfrm>
            <a:off x="548640" y="4005072"/>
            <a:ext cx="45720" cy="292608"/>
          </a:xfrm>
          <a:prstGeom prst="rect">
            <a:avLst/>
          </a:prstGeom>
          <a:solidFill>
            <a:srgbClr val="3B82F6"/>
          </a:solidFill>
          <a:ln w="12700">
            <a:solidFill>
              <a:srgbClr val="3B82F6"/>
            </a:solidFill>
            <a:prstDash val="solid"/>
          </a:ln>
        </p:spPr>
        <p:txBody>
          <a:bodyPr/>
          <a:lstStyle/>
          <a:p>
            <a:endParaRPr lang="ko-KR" altLang="en-US"/>
          </a:p>
        </p:txBody>
      </p:sp>
      <p:sp>
        <p:nvSpPr>
          <p:cNvPr id="26" name="Text 24"/>
          <p:cNvSpPr/>
          <p:nvPr/>
        </p:nvSpPr>
        <p:spPr>
          <a:xfrm>
            <a:off x="749808" y="4005072"/>
            <a:ext cx="5486400" cy="292608"/>
          </a:xfrm>
          <a:prstGeom prst="rect">
            <a:avLst/>
          </a:prstGeom>
          <a:noFill/>
          <a:ln/>
        </p:spPr>
        <p:txBody>
          <a:bodyPr wrap="square" lIns="0" tIns="0" rIns="0" bIns="0" rtlCol="0" anchor="ctr"/>
          <a:lstStyle/>
          <a:p>
            <a:pPr marL="0" indent="0">
              <a:buNone/>
            </a:pPr>
            <a:r>
              <a:rPr lang="en-US" sz="1000" b="1" dirty="0">
                <a:solidFill>
                  <a:srgbClr val="1D4ED8"/>
                </a:solidFill>
                <a:latin typeface="Pretendard" pitchFamily="34" charset="0"/>
                <a:ea typeface="Pretendard" pitchFamily="34" charset="-122"/>
                <a:cs typeface="Pretendard" pitchFamily="34" charset="-120"/>
              </a:rPr>
              <a:t>2   </a:t>
            </a:r>
            <a:r>
              <a:rPr lang="en-US" sz="1050" dirty="0">
                <a:solidFill>
                  <a:srgbClr val="4B5563"/>
                </a:solidFill>
                <a:latin typeface="Pretendard" pitchFamily="34" charset="0"/>
                <a:ea typeface="Pretendard" pitchFamily="34" charset="-122"/>
                <a:cs typeface="Pretendard" pitchFamily="34" charset="-120"/>
              </a:rPr>
              <a:t>tool·skill 이름과 설명 바로잡기</a:t>
            </a:r>
            <a:endParaRPr lang="en-US" sz="1000" dirty="0"/>
          </a:p>
        </p:txBody>
      </p:sp>
      <p:sp>
        <p:nvSpPr>
          <p:cNvPr id="27" name="knob accent">
            <a:extLst>
              <a:ext uri="{C183D7F6-B498-43B3-948B-1728B52AA6E4}">
                <adec:decorative xmlns:adec="http://schemas.microsoft.com/office/drawing/2017/decorative" val="1"/>
              </a:ext>
            </a:extLst>
          </p:cNvPr>
          <p:cNvSpPr/>
          <p:nvPr/>
        </p:nvSpPr>
        <p:spPr>
          <a:xfrm>
            <a:off x="548640" y="4370832"/>
            <a:ext cx="45720" cy="292608"/>
          </a:xfrm>
          <a:prstGeom prst="rect">
            <a:avLst/>
          </a:prstGeom>
          <a:solidFill>
            <a:srgbClr val="3B82F6"/>
          </a:solidFill>
          <a:ln w="12700">
            <a:solidFill>
              <a:srgbClr val="3B82F6"/>
            </a:solidFill>
            <a:prstDash val="solid"/>
          </a:ln>
        </p:spPr>
        <p:txBody>
          <a:bodyPr/>
          <a:lstStyle/>
          <a:p>
            <a:endParaRPr lang="ko-KR" altLang="en-US"/>
          </a:p>
        </p:txBody>
      </p:sp>
      <p:sp>
        <p:nvSpPr>
          <p:cNvPr id="28" name="Text 26"/>
          <p:cNvSpPr/>
          <p:nvPr/>
        </p:nvSpPr>
        <p:spPr>
          <a:xfrm>
            <a:off x="749808" y="4370832"/>
            <a:ext cx="5486400" cy="292608"/>
          </a:xfrm>
          <a:prstGeom prst="rect">
            <a:avLst/>
          </a:prstGeom>
          <a:noFill/>
          <a:ln/>
        </p:spPr>
        <p:txBody>
          <a:bodyPr wrap="square" lIns="0" tIns="0" rIns="0" bIns="0" rtlCol="0" anchor="ctr"/>
          <a:lstStyle/>
          <a:p>
            <a:pPr marL="0" indent="0">
              <a:buNone/>
            </a:pPr>
            <a:r>
              <a:rPr lang="en-US" sz="1000" b="1" dirty="0">
                <a:solidFill>
                  <a:srgbClr val="1D4ED8"/>
                </a:solidFill>
                <a:latin typeface="Pretendard" pitchFamily="34" charset="0"/>
                <a:ea typeface="Pretendard" pitchFamily="34" charset="-122"/>
                <a:cs typeface="Pretendard" pitchFamily="34" charset="-120"/>
              </a:rPr>
              <a:t>3   </a:t>
            </a:r>
            <a:r>
              <a:rPr lang="en-US" sz="1050" dirty="0">
                <a:solidFill>
                  <a:srgbClr val="4B5563"/>
                </a:solidFill>
                <a:latin typeface="Pretendard" pitchFamily="34" charset="0"/>
                <a:ea typeface="Pretendard" pitchFamily="34" charset="-122"/>
                <a:cs typeface="Pretendard" pitchFamily="34" charset="-120"/>
              </a:rPr>
              <a:t>관련 없거나 위험한 역량 제거</a:t>
            </a:r>
            <a:endParaRPr lang="en-US" sz="1000" dirty="0"/>
          </a:p>
        </p:txBody>
      </p:sp>
      <p:sp>
        <p:nvSpPr>
          <p:cNvPr id="29" name="judgement panel">
            <a:extLst>
              <a:ext uri="{C183D7F6-B498-43B3-948B-1728B52AA6E4}">
                <adec:decorative xmlns:adec="http://schemas.microsoft.com/office/drawing/2017/decorative" val="1"/>
              </a:ext>
            </a:extLst>
          </p:cNvPr>
          <p:cNvSpPr/>
          <p:nvPr/>
        </p:nvSpPr>
        <p:spPr>
          <a:xfrm>
            <a:off x="6675120" y="2240280"/>
            <a:ext cx="1920240" cy="2487168"/>
          </a:xfrm>
          <a:prstGeom prst="rect">
            <a:avLst/>
          </a:prstGeom>
          <a:solidFill>
            <a:srgbClr val="F3F5F9"/>
          </a:solidFill>
          <a:ln w="12700">
            <a:solidFill>
              <a:srgbClr val="F3F5F9"/>
            </a:solidFill>
            <a:prstDash val="solid"/>
          </a:ln>
        </p:spPr>
        <p:txBody>
          <a:bodyPr/>
          <a:lstStyle/>
          <a:p>
            <a:endParaRPr lang="ko-KR" altLang="en-US"/>
          </a:p>
        </p:txBody>
      </p:sp>
      <p:sp>
        <p:nvSpPr>
          <p:cNvPr id="30" name="Text 28"/>
          <p:cNvSpPr/>
          <p:nvPr/>
        </p:nvSpPr>
        <p:spPr>
          <a:xfrm>
            <a:off x="6876288" y="2450592"/>
            <a:ext cx="1554480" cy="237744"/>
          </a:xfrm>
          <a:prstGeom prst="rect">
            <a:avLst/>
          </a:prstGeom>
          <a:noFill/>
          <a:ln/>
        </p:spPr>
        <p:txBody>
          <a:bodyPr wrap="square" lIns="0" tIns="0" rIns="0" bIns="0" rtlCol="0" anchor="ctr"/>
          <a:lstStyle/>
          <a:p>
            <a:pPr marL="0" indent="0">
              <a:buNone/>
            </a:pPr>
            <a:r>
              <a:rPr lang="en-US" sz="1050" b="1" dirty="0">
                <a:solidFill>
                  <a:srgbClr val="1D4ED8"/>
                </a:solidFill>
                <a:latin typeface="Pretendard" pitchFamily="34" charset="0"/>
                <a:ea typeface="Pretendard" pitchFamily="34" charset="-122"/>
                <a:cs typeface="Pretendard" pitchFamily="34" charset="-120"/>
              </a:rPr>
              <a:t>실무 판단 기준</a:t>
            </a:r>
            <a:endParaRPr lang="en-US" sz="1050" dirty="0"/>
          </a:p>
        </p:txBody>
      </p:sp>
      <p:sp>
        <p:nvSpPr>
          <p:cNvPr id="31" name="Text 29"/>
          <p:cNvSpPr/>
          <p:nvPr/>
        </p:nvSpPr>
        <p:spPr>
          <a:xfrm>
            <a:off x="6876288" y="2743200"/>
            <a:ext cx="1554480" cy="1810512"/>
          </a:xfrm>
          <a:prstGeom prst="rect">
            <a:avLst/>
          </a:prstGeom>
          <a:noFill/>
          <a:ln/>
        </p:spPr>
        <p:txBody>
          <a:bodyPr wrap="square" lIns="0" tIns="0" rIns="0" bIns="0" rtlCol="0" anchor="ctr"/>
          <a:lstStyle/>
          <a:p>
            <a:pPr marL="0" indent="0">
              <a:lnSpc>
                <a:spcPct val="120000"/>
              </a:lnSpc>
              <a:buNone/>
            </a:pPr>
            <a:r>
              <a:rPr lang="en-US" sz="850" dirty="0">
                <a:solidFill>
                  <a:srgbClr val="4B5563"/>
                </a:solidFill>
                <a:latin typeface="Pretendard" pitchFamily="34" charset="0"/>
                <a:ea typeface="Pretendard" pitchFamily="34" charset="-122"/>
                <a:cs typeface="Pretendard" pitchFamily="34" charset="-120"/>
              </a:rPr>
              <a:t>모호한 일에는 추론을, 반복 가능한 일에는 workflow를.</a:t>
            </a:r>
            <a:endParaRPr lang="en-US" sz="850" dirty="0"/>
          </a:p>
          <a:p>
            <a:pPr marL="0" indent="0">
              <a:lnSpc>
                <a:spcPct val="120000"/>
              </a:lnSpc>
              <a:buNone/>
            </a:pPr>
            <a:endParaRPr lang="en-US" sz="850" dirty="0"/>
          </a:p>
          <a:p>
            <a:pPr marL="0" indent="0">
              <a:lnSpc>
                <a:spcPct val="120000"/>
              </a:lnSpc>
              <a:buNone/>
            </a:pPr>
            <a:r>
              <a:rPr lang="en-US" sz="850" dirty="0">
                <a:solidFill>
                  <a:srgbClr val="4B5563"/>
                </a:solidFill>
                <a:latin typeface="Pretendard" pitchFamily="34" charset="0"/>
                <a:ea typeface="Pretendard" pitchFamily="34" charset="-122"/>
                <a:cs typeface="Pretendard" pitchFamily="34" charset="-120"/>
              </a:rPr>
              <a:t>화이트보드에 그린 단계가 매번 똑같다면 workflow로 만드세요. 경로가 말이나 데이터에 따라 달라진다면 오케스트레이터가 계획하게 두세요.</a:t>
            </a:r>
            <a:endParaRPr lang="en-US" sz="850" dirty="0"/>
          </a:p>
          <a:p>
            <a:pPr marL="0" indent="0">
              <a:lnSpc>
                <a:spcPct val="120000"/>
              </a:lnSpc>
              <a:buNone/>
            </a:pPr>
            <a:endParaRPr lang="en-US" sz="850" dirty="0"/>
          </a:p>
          <a:p>
            <a:pPr marL="0" indent="0">
              <a:lnSpc>
                <a:spcPct val="120000"/>
              </a:lnSpc>
              <a:buNone/>
            </a:pPr>
            <a:r>
              <a:rPr lang="en-US" sz="850" dirty="0">
                <a:solidFill>
                  <a:srgbClr val="4B5563"/>
                </a:solidFill>
                <a:latin typeface="Pretendard" pitchFamily="34" charset="0"/>
                <a:ea typeface="Pretendard" pitchFamily="34" charset="-122"/>
                <a:cs typeface="Pretendard" pitchFamily="34" charset="-120"/>
              </a:rPr>
              <a:t>결정적인 workflow 안에 모호한 한 단계를 agent node로 섞는 방식이 종종 가장 좋습니다.</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a:extLst>
              <a:ext uri="{C183D7F6-B498-43B3-948B-1728B52AA6E4}">
                <adec:decorative xmlns:adec="http://schemas.microsoft.com/office/drawing/2017/decorative" val="1"/>
              </a:ext>
            </a:extLst>
          </p:cNvPr>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운영 관점</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채널과 거버넌스 한눈에 보기</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02  ·  게시와 통제</a:t>
            </a:r>
            <a:endParaRPr lang="en-US" sz="950" dirty="0"/>
          </a:p>
        </p:txBody>
      </p:sp>
      <p:sp>
        <p:nvSpPr>
          <p:cNvPr id="7" name="key message band">
            <a:extLst>
              <a:ext uri="{C183D7F6-B498-43B3-948B-1728B52AA6E4}">
                <adec:decorative xmlns:adec="http://schemas.microsoft.com/office/drawing/2017/decorative" val="1"/>
              </a:ext>
            </a:extLst>
          </p:cNvPr>
          <p:cNvSpPr/>
          <p:nvPr/>
        </p:nvSpPr>
        <p:spPr>
          <a:xfrm>
            <a:off x="548640" y="1417320"/>
            <a:ext cx="8046720" cy="566928"/>
          </a:xfrm>
          <a:prstGeom prst="rect">
            <a:avLst/>
          </a:prstGeom>
          <a:solidFill>
            <a:srgbClr val="F3F5F9"/>
          </a:solidFill>
          <a:ln w="12700">
            <a:solidFill>
              <a:srgbClr val="F3F5F9"/>
            </a:solidFill>
            <a:prstDash val="solid"/>
          </a:ln>
        </p:spPr>
        <p:txBody>
          <a:bodyPr/>
          <a:lstStyle/>
          <a:p>
            <a:endParaRPr lang="ko-KR" altLang="en-US"/>
          </a:p>
        </p:txBody>
      </p:sp>
      <p:sp>
        <p:nvSpPr>
          <p:cNvPr id="8" name="accent bar">
            <a:extLst>
              <a:ext uri="{C183D7F6-B498-43B3-948B-1728B52AA6E4}">
                <adec:decorative xmlns:adec="http://schemas.microsoft.com/office/drawing/2017/decorative" val="1"/>
              </a:ext>
            </a:extLst>
          </p:cNvPr>
          <p:cNvSpPr/>
          <p:nvPr/>
        </p:nvSpPr>
        <p:spPr>
          <a:xfrm>
            <a:off x="548640" y="1417320"/>
            <a:ext cx="50292" cy="566928"/>
          </a:xfrm>
          <a:prstGeom prst="rect">
            <a:avLst/>
          </a:prstGeom>
          <a:solidFill>
            <a:srgbClr val="1D4ED8"/>
          </a:solidFill>
          <a:ln w="12700">
            <a:solidFill>
              <a:srgbClr val="1D4ED8"/>
            </a:solidFill>
            <a:prstDash val="solid"/>
          </a:ln>
        </p:spPr>
        <p:txBody>
          <a:bodyPr/>
          <a:lstStyle/>
          <a:p>
            <a:endParaRPr lang="en-US"/>
          </a:p>
        </p:txBody>
      </p:sp>
      <p:sp>
        <p:nvSpPr>
          <p:cNvPr id="9" name="Text 7">
            <a:extLst>
              <a:ext uri="{C183D7F6-B498-43B3-948B-1728B52AA6E4}">
                <adec:decorative xmlns:adec="http://schemas.microsoft.com/office/drawing/2017/decorative" val="1"/>
              </a:ext>
            </a:extLst>
          </p:cNvPr>
          <p:cNvSpPr/>
          <p:nvPr/>
        </p:nvSpPr>
        <p:spPr>
          <a:xfrm>
            <a:off x="749808" y="1417320"/>
            <a:ext cx="7680960" cy="566928"/>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에이전트를 만드는 것은 절반입니다. 사람들이 일하는 곳에 게시하는 것이 나머지 절반입니다.</a:t>
            </a:r>
            <a:endParaRPr lang="en-US" sz="1350" dirty="0"/>
          </a:p>
        </p:txBody>
      </p:sp>
      <p:sp>
        <p:nvSpPr>
          <p:cNvPr id="10" name="Text 8"/>
          <p:cNvSpPr/>
          <p:nvPr/>
        </p:nvSpPr>
        <p:spPr>
          <a:xfrm>
            <a:off x="548640" y="2194560"/>
            <a:ext cx="3840480" cy="256032"/>
          </a:xfrm>
          <a:prstGeom prst="rect">
            <a:avLst/>
          </a:prstGeom>
          <a:noFill/>
          <a:ln/>
        </p:spPr>
        <p:txBody>
          <a:bodyPr wrap="square" lIns="0" tIns="0" rIns="0" bIns="0" rtlCol="0" anchor="ctr"/>
          <a:lstStyle/>
          <a:p>
            <a:pPr marL="0" indent="0">
              <a:buNone/>
            </a:pPr>
            <a:r>
              <a:rPr lang="en-US" sz="1200" b="1" dirty="0">
                <a:solidFill>
                  <a:srgbClr val="111827"/>
                </a:solidFill>
                <a:latin typeface="Pretendard" pitchFamily="34" charset="0"/>
                <a:ea typeface="Pretendard" pitchFamily="34" charset="-122"/>
                <a:cs typeface="Pretendard" pitchFamily="34" charset="-120"/>
              </a:rPr>
              <a:t>채널: 에이전트가 나타나는 곳</a:t>
            </a:r>
            <a:endParaRPr lang="en-US" sz="1200" dirty="0"/>
          </a:p>
        </p:txBody>
      </p:sp>
      <p:sp>
        <p:nvSpPr>
          <p:cNvPr id="11" name="channel card">
            <a:extLst>
              <a:ext uri="{C183D7F6-B498-43B3-948B-1728B52AA6E4}">
                <adec:decorative xmlns:adec="http://schemas.microsoft.com/office/drawing/2017/decorative" val="1"/>
              </a:ext>
            </a:extLst>
          </p:cNvPr>
          <p:cNvSpPr/>
          <p:nvPr/>
        </p:nvSpPr>
        <p:spPr>
          <a:xfrm>
            <a:off x="548640" y="2505456"/>
            <a:ext cx="3840480" cy="475488"/>
          </a:xfrm>
          <a:prstGeom prst="rect">
            <a:avLst/>
          </a:prstGeom>
          <a:solidFill>
            <a:srgbClr val="FFFFFF"/>
          </a:solidFill>
          <a:ln w="12700">
            <a:solidFill>
              <a:srgbClr val="E5E7EB"/>
            </a:solidFill>
            <a:prstDash val="solid"/>
          </a:ln>
        </p:spPr>
        <p:txBody>
          <a:bodyPr/>
          <a:lstStyle/>
          <a:p>
            <a:endParaRPr lang="ko-KR" altLang="en-US"/>
          </a:p>
        </p:txBody>
      </p:sp>
      <p:sp>
        <p:nvSpPr>
          <p:cNvPr id="12" name="channel accent">
            <a:extLst>
              <a:ext uri="{C183D7F6-B498-43B3-948B-1728B52AA6E4}">
                <adec:decorative xmlns:adec="http://schemas.microsoft.com/office/drawing/2017/decorative" val="1"/>
              </a:ext>
            </a:extLst>
          </p:cNvPr>
          <p:cNvSpPr/>
          <p:nvPr/>
        </p:nvSpPr>
        <p:spPr>
          <a:xfrm>
            <a:off x="548640" y="2505456"/>
            <a:ext cx="45720" cy="475488"/>
          </a:xfrm>
          <a:prstGeom prst="rect">
            <a:avLst/>
          </a:prstGeom>
          <a:solidFill>
            <a:srgbClr val="3B82F6"/>
          </a:solidFill>
          <a:ln w="12700">
            <a:solidFill>
              <a:srgbClr val="3B82F6"/>
            </a:solidFill>
            <a:prstDash val="solid"/>
          </a:ln>
        </p:spPr>
        <p:txBody>
          <a:bodyPr/>
          <a:lstStyle/>
          <a:p>
            <a:endParaRPr lang="en-US"/>
          </a:p>
        </p:txBody>
      </p:sp>
      <p:sp>
        <p:nvSpPr>
          <p:cNvPr id="13" name="Text 11">
            <a:extLst>
              <a:ext uri="{C183D7F6-B498-43B3-948B-1728B52AA6E4}">
                <adec:decorative xmlns:adec="http://schemas.microsoft.com/office/drawing/2017/decorative" val="1"/>
              </a:ext>
            </a:extLst>
          </p:cNvPr>
          <p:cNvSpPr/>
          <p:nvPr/>
        </p:nvSpPr>
        <p:spPr>
          <a:xfrm>
            <a:off x="749808" y="2542032"/>
            <a:ext cx="3474720" cy="402336"/>
          </a:xfrm>
          <a:prstGeom prst="rect">
            <a:avLst/>
          </a:prstGeom>
          <a:noFill/>
          <a:ln/>
        </p:spPr>
        <p:txBody>
          <a:bodyPr wrap="square" lIns="0" tIns="0" rIns="0" bIns="0" rtlCol="0" anchor="ctr"/>
          <a:lstStyle/>
          <a:p>
            <a:pPr marL="0" indent="0">
              <a:lnSpc>
                <a:spcPct val="115000"/>
              </a:lnSpc>
              <a:buNone/>
            </a:pPr>
            <a:r>
              <a:rPr lang="en-US" sz="1050" b="1" dirty="0">
                <a:solidFill>
                  <a:srgbClr val="111827"/>
                </a:solidFill>
                <a:latin typeface="Pretendard" pitchFamily="34" charset="0"/>
                <a:ea typeface="Pretendard" pitchFamily="34" charset="-122"/>
                <a:cs typeface="Pretendard" pitchFamily="34" charset="-120"/>
              </a:rPr>
              <a:t>Microsoft 365 Copilot &amp; Teams</a:t>
            </a:r>
            <a:endParaRPr lang="en-US" sz="1050" dirty="0"/>
          </a:p>
          <a:p>
            <a:pPr marL="0" indent="0">
              <a:lnSpc>
                <a:spcPct val="115000"/>
              </a:lnSpc>
              <a:buNone/>
            </a:pPr>
            <a:r>
              <a:rPr lang="en-US" sz="900" dirty="0">
                <a:solidFill>
                  <a:srgbClr val="4B5563"/>
                </a:solidFill>
                <a:latin typeface="Pretendard" pitchFamily="34" charset="0"/>
                <a:ea typeface="Pretendard" pitchFamily="34" charset="-122"/>
                <a:cs typeface="Pretendard" pitchFamily="34" charset="-120"/>
              </a:rPr>
              <a:t>이 과정의 핵심 채널</a:t>
            </a:r>
            <a:endParaRPr lang="en-US" sz="1050" dirty="0"/>
          </a:p>
        </p:txBody>
      </p:sp>
      <p:sp>
        <p:nvSpPr>
          <p:cNvPr id="14" name="channel card">
            <a:extLst>
              <a:ext uri="{C183D7F6-B498-43B3-948B-1728B52AA6E4}">
                <adec:decorative xmlns:adec="http://schemas.microsoft.com/office/drawing/2017/decorative" val="1"/>
              </a:ext>
            </a:extLst>
          </p:cNvPr>
          <p:cNvSpPr/>
          <p:nvPr/>
        </p:nvSpPr>
        <p:spPr>
          <a:xfrm>
            <a:off x="548640" y="3072384"/>
            <a:ext cx="3840480" cy="475488"/>
          </a:xfrm>
          <a:prstGeom prst="rect">
            <a:avLst/>
          </a:prstGeom>
          <a:solidFill>
            <a:srgbClr val="FFFFFF"/>
          </a:solidFill>
          <a:ln w="12700">
            <a:solidFill>
              <a:srgbClr val="E5E7EB"/>
            </a:solidFill>
            <a:prstDash val="solid"/>
          </a:ln>
        </p:spPr>
        <p:txBody>
          <a:bodyPr/>
          <a:lstStyle/>
          <a:p>
            <a:endParaRPr lang="en-US"/>
          </a:p>
        </p:txBody>
      </p:sp>
      <p:sp>
        <p:nvSpPr>
          <p:cNvPr id="15" name="channel accent">
            <a:extLst>
              <a:ext uri="{C183D7F6-B498-43B3-948B-1728B52AA6E4}">
                <adec:decorative xmlns:adec="http://schemas.microsoft.com/office/drawing/2017/decorative" val="1"/>
              </a:ext>
            </a:extLst>
          </p:cNvPr>
          <p:cNvSpPr/>
          <p:nvPr/>
        </p:nvSpPr>
        <p:spPr>
          <a:xfrm>
            <a:off x="548640" y="3072384"/>
            <a:ext cx="45720" cy="475488"/>
          </a:xfrm>
          <a:prstGeom prst="rect">
            <a:avLst/>
          </a:prstGeom>
          <a:solidFill>
            <a:srgbClr val="3B82F6"/>
          </a:solidFill>
          <a:ln w="12700">
            <a:solidFill>
              <a:srgbClr val="3B82F6"/>
            </a:solidFill>
            <a:prstDash val="solid"/>
          </a:ln>
        </p:spPr>
        <p:txBody>
          <a:bodyPr/>
          <a:lstStyle/>
          <a:p>
            <a:endParaRPr lang="ko-KR" altLang="en-US"/>
          </a:p>
        </p:txBody>
      </p:sp>
      <p:sp>
        <p:nvSpPr>
          <p:cNvPr id="16" name="Text 14"/>
          <p:cNvSpPr/>
          <p:nvPr/>
        </p:nvSpPr>
        <p:spPr>
          <a:xfrm>
            <a:off x="749808" y="3108960"/>
            <a:ext cx="3474720" cy="402336"/>
          </a:xfrm>
          <a:prstGeom prst="rect">
            <a:avLst/>
          </a:prstGeom>
          <a:noFill/>
          <a:ln/>
        </p:spPr>
        <p:txBody>
          <a:bodyPr wrap="square" lIns="0" tIns="0" rIns="0" bIns="0" rtlCol="0" anchor="ctr"/>
          <a:lstStyle/>
          <a:p>
            <a:pPr marL="0" indent="0">
              <a:lnSpc>
                <a:spcPct val="115000"/>
              </a:lnSpc>
              <a:buNone/>
            </a:pPr>
            <a:r>
              <a:rPr lang="en-US" sz="1050" b="1" dirty="0">
                <a:solidFill>
                  <a:srgbClr val="111827"/>
                </a:solidFill>
                <a:latin typeface="Pretendard" pitchFamily="34" charset="0"/>
                <a:ea typeface="Pretendard" pitchFamily="34" charset="-122"/>
                <a:cs typeface="Pretendard" pitchFamily="34" charset="-120"/>
              </a:rPr>
              <a:t>Web</a:t>
            </a:r>
            <a:endParaRPr lang="en-US" sz="1050" dirty="0"/>
          </a:p>
          <a:p>
            <a:pPr marL="0" indent="0">
              <a:lnSpc>
                <a:spcPct val="115000"/>
              </a:lnSpc>
              <a:buNone/>
            </a:pPr>
            <a:r>
              <a:rPr lang="en-US" sz="900" dirty="0">
                <a:solidFill>
                  <a:srgbClr val="4B5563"/>
                </a:solidFill>
                <a:latin typeface="Pretendard" pitchFamily="34" charset="0"/>
                <a:ea typeface="Pretendard" pitchFamily="34" charset="-122"/>
                <a:cs typeface="Pretendard" pitchFamily="34" charset="-120"/>
              </a:rPr>
              <a:t>사이트나 사용자 지정 앱에 임베드</a:t>
            </a:r>
            <a:endParaRPr lang="en-US" sz="1050" dirty="0"/>
          </a:p>
        </p:txBody>
      </p:sp>
      <p:sp>
        <p:nvSpPr>
          <p:cNvPr id="17" name="Text 15">
            <a:extLst>
              <a:ext uri="{C183D7F6-B498-43B3-948B-1728B52AA6E4}">
                <adec:decorative xmlns:adec="http://schemas.microsoft.com/office/drawing/2017/decorative" val="1"/>
              </a:ext>
            </a:extLst>
          </p:cNvPr>
          <p:cNvSpPr/>
          <p:nvPr/>
        </p:nvSpPr>
        <p:spPr>
          <a:xfrm>
            <a:off x="548640" y="3712464"/>
            <a:ext cx="3840480" cy="731520"/>
          </a:xfrm>
          <a:prstGeom prst="rect">
            <a:avLst/>
          </a:prstGeom>
          <a:noFill/>
          <a:ln/>
        </p:spPr>
        <p:txBody>
          <a:bodyPr wrap="square" lIns="0" tIns="0" rIns="0" bIns="0" rtlCol="0" anchor="ctr"/>
          <a:lstStyle/>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에이전트를 최소 한 번 게시한 다음 채널을 연결합니다. 공개 웹사이트용 에이전트는 내부 Teams용과 다른 가드레일이 필요합니다. 절차는 작업 08에서 다룹니다.</a:t>
            </a:r>
            <a:endParaRPr lang="en-US" sz="950" dirty="0"/>
          </a:p>
        </p:txBody>
      </p:sp>
      <p:sp>
        <p:nvSpPr>
          <p:cNvPr id="18" name="Text 16"/>
          <p:cNvSpPr/>
          <p:nvPr/>
        </p:nvSpPr>
        <p:spPr>
          <a:xfrm>
            <a:off x="4754880" y="2194560"/>
            <a:ext cx="3840480" cy="256032"/>
          </a:xfrm>
          <a:prstGeom prst="rect">
            <a:avLst/>
          </a:prstGeom>
          <a:noFill/>
          <a:ln/>
        </p:spPr>
        <p:txBody>
          <a:bodyPr wrap="square" lIns="0" tIns="0" rIns="0" bIns="0" rtlCol="0" anchor="ctr"/>
          <a:lstStyle/>
          <a:p>
            <a:pPr marL="0" indent="0">
              <a:buNone/>
            </a:pPr>
            <a:r>
              <a:rPr lang="en-US" sz="1200" b="1" dirty="0">
                <a:solidFill>
                  <a:srgbClr val="111827"/>
                </a:solidFill>
                <a:latin typeface="Pretendard" pitchFamily="34" charset="0"/>
                <a:ea typeface="Pretendard" pitchFamily="34" charset="-122"/>
                <a:cs typeface="Pretendard" pitchFamily="34" charset="-120"/>
              </a:rPr>
              <a:t>거버넌스와 ALM</a:t>
            </a:r>
            <a:endParaRPr lang="en-US" sz="1200" dirty="0"/>
          </a:p>
        </p:txBody>
      </p:sp>
      <p:sp>
        <p:nvSpPr>
          <p:cNvPr id="19" name="gov accent">
            <a:extLst>
              <a:ext uri="{C183D7F6-B498-43B3-948B-1728B52AA6E4}">
                <adec:decorative xmlns:adec="http://schemas.microsoft.com/office/drawing/2017/decorative" val="1"/>
              </a:ext>
            </a:extLst>
          </p:cNvPr>
          <p:cNvSpPr/>
          <p:nvPr/>
        </p:nvSpPr>
        <p:spPr>
          <a:xfrm>
            <a:off x="4754880" y="2505456"/>
            <a:ext cx="45720" cy="420624"/>
          </a:xfrm>
          <a:prstGeom prst="rect">
            <a:avLst/>
          </a:prstGeom>
          <a:solidFill>
            <a:srgbClr val="3B82F6"/>
          </a:solidFill>
          <a:ln w="12700">
            <a:solidFill>
              <a:srgbClr val="3B82F6"/>
            </a:solidFill>
            <a:prstDash val="solid"/>
          </a:ln>
        </p:spPr>
        <p:txBody>
          <a:bodyPr/>
          <a:lstStyle/>
          <a:p>
            <a:endParaRPr lang="en-US"/>
          </a:p>
        </p:txBody>
      </p:sp>
      <p:sp>
        <p:nvSpPr>
          <p:cNvPr id="20" name="Text 18"/>
          <p:cNvSpPr/>
          <p:nvPr/>
        </p:nvSpPr>
        <p:spPr>
          <a:xfrm>
            <a:off x="4956048" y="2505456"/>
            <a:ext cx="3639312" cy="420624"/>
          </a:xfrm>
          <a:prstGeom prst="rect">
            <a:avLst/>
          </a:prstGeom>
          <a:noFill/>
          <a:ln/>
        </p:spPr>
        <p:txBody>
          <a:bodyPr wrap="square" lIns="0" tIns="0" rIns="0" bIns="0" rtlCol="0" anchor="ctr"/>
          <a:lstStyle/>
          <a:p>
            <a:pPr marL="0" indent="0">
              <a:lnSpc>
                <a:spcPct val="115000"/>
              </a:lnSpc>
              <a:buNone/>
            </a:pPr>
            <a:r>
              <a:rPr lang="en-US" sz="1000" b="1" dirty="0">
                <a:solidFill>
                  <a:srgbClr val="111827"/>
                </a:solidFill>
                <a:latin typeface="Pretendard" pitchFamily="34" charset="0"/>
                <a:ea typeface="Pretendard" pitchFamily="34" charset="-122"/>
                <a:cs typeface="Pretendard" pitchFamily="34" charset="-120"/>
              </a:rPr>
              <a:t>Solutions &amp; environments</a:t>
            </a:r>
            <a:endParaRPr lang="en-US" sz="1000" dirty="0"/>
          </a:p>
          <a:p>
            <a:pPr marL="0" indent="0">
              <a:lnSpc>
                <a:spcPct val="115000"/>
              </a:lnSpc>
              <a:buNone/>
            </a:pPr>
            <a:r>
              <a:rPr lang="en-US" sz="900" dirty="0">
                <a:solidFill>
                  <a:srgbClr val="4B5563"/>
                </a:solidFill>
                <a:latin typeface="Pretendard" pitchFamily="34" charset="0"/>
                <a:ea typeface="Pretendard" pitchFamily="34" charset="-122"/>
                <a:cs typeface="Pretendard" pitchFamily="34" charset="-120"/>
              </a:rPr>
              <a:t>에이전트와 의존성을 솔루션으로 패키징해 dev → test → production으로 이동합니다. 작업 03에서 다룹니다.</a:t>
            </a:r>
            <a:endParaRPr lang="en-US" sz="1000" dirty="0"/>
          </a:p>
        </p:txBody>
      </p:sp>
      <p:sp>
        <p:nvSpPr>
          <p:cNvPr id="21" name="gov accent">
            <a:extLst>
              <a:ext uri="{C183D7F6-B498-43B3-948B-1728B52AA6E4}">
                <adec:decorative xmlns:adec="http://schemas.microsoft.com/office/drawing/2017/decorative" val="1"/>
              </a:ext>
            </a:extLst>
          </p:cNvPr>
          <p:cNvSpPr/>
          <p:nvPr/>
        </p:nvSpPr>
        <p:spPr>
          <a:xfrm>
            <a:off x="4754880" y="3008376"/>
            <a:ext cx="45720" cy="420624"/>
          </a:xfrm>
          <a:prstGeom prst="rect">
            <a:avLst/>
          </a:prstGeom>
          <a:solidFill>
            <a:srgbClr val="3B82F6"/>
          </a:solidFill>
          <a:ln w="12700">
            <a:solidFill>
              <a:srgbClr val="3B82F6"/>
            </a:solidFill>
            <a:prstDash val="solid"/>
          </a:ln>
        </p:spPr>
        <p:txBody>
          <a:bodyPr/>
          <a:lstStyle/>
          <a:p>
            <a:endParaRPr lang="ko-KR" altLang="en-US"/>
          </a:p>
        </p:txBody>
      </p:sp>
      <p:sp>
        <p:nvSpPr>
          <p:cNvPr id="22" name="Text 20"/>
          <p:cNvSpPr/>
          <p:nvPr/>
        </p:nvSpPr>
        <p:spPr>
          <a:xfrm>
            <a:off x="4956048" y="3008376"/>
            <a:ext cx="3639312" cy="420624"/>
          </a:xfrm>
          <a:prstGeom prst="rect">
            <a:avLst/>
          </a:prstGeom>
          <a:noFill/>
          <a:ln/>
        </p:spPr>
        <p:txBody>
          <a:bodyPr wrap="square" lIns="0" tIns="0" rIns="0" bIns="0" rtlCol="0" anchor="ctr"/>
          <a:lstStyle/>
          <a:p>
            <a:pPr marL="0" indent="0">
              <a:lnSpc>
                <a:spcPct val="115000"/>
              </a:lnSpc>
              <a:buNone/>
            </a:pPr>
            <a:r>
              <a:rPr lang="en-US" sz="1000" b="1" dirty="0">
                <a:solidFill>
                  <a:srgbClr val="111827"/>
                </a:solidFill>
                <a:latin typeface="Pretendard" pitchFamily="34" charset="0"/>
                <a:ea typeface="Pretendard" pitchFamily="34" charset="-122"/>
                <a:cs typeface="Pretendard" pitchFamily="34" charset="-120"/>
              </a:rPr>
              <a:t>Identity &amp; permissions</a:t>
            </a:r>
            <a:endParaRPr lang="en-US" sz="1000" dirty="0"/>
          </a:p>
          <a:p>
            <a:pPr marL="0" indent="0">
              <a:lnSpc>
                <a:spcPct val="115000"/>
              </a:lnSpc>
              <a:buNone/>
            </a:pPr>
            <a:r>
              <a:rPr lang="en-US" sz="900" dirty="0">
                <a:solidFill>
                  <a:srgbClr val="4B5563"/>
                </a:solidFill>
                <a:latin typeface="Pretendard" pitchFamily="34" charset="0"/>
                <a:ea typeface="Pretendard" pitchFamily="34" charset="-122"/>
                <a:cs typeface="Pretendard" pitchFamily="34" charset="-120"/>
              </a:rPr>
              <a:t>Microsoft 365 identity를 존중하며, 사용자는 자신에게 허용된 정보만 봅니다.</a:t>
            </a:r>
            <a:endParaRPr lang="en-US" sz="1000" dirty="0"/>
          </a:p>
        </p:txBody>
      </p:sp>
      <p:sp>
        <p:nvSpPr>
          <p:cNvPr id="23" name="gov accent">
            <a:extLst>
              <a:ext uri="{C183D7F6-B498-43B3-948B-1728B52AA6E4}">
                <adec:decorative xmlns:adec="http://schemas.microsoft.com/office/drawing/2017/decorative" val="1"/>
              </a:ext>
            </a:extLst>
          </p:cNvPr>
          <p:cNvSpPr/>
          <p:nvPr/>
        </p:nvSpPr>
        <p:spPr>
          <a:xfrm>
            <a:off x="4754880" y="3511296"/>
            <a:ext cx="45720" cy="420624"/>
          </a:xfrm>
          <a:prstGeom prst="rect">
            <a:avLst/>
          </a:prstGeom>
          <a:solidFill>
            <a:srgbClr val="3B82F6"/>
          </a:solidFill>
          <a:ln w="12700">
            <a:solidFill>
              <a:srgbClr val="3B82F6"/>
            </a:solidFill>
            <a:prstDash val="solid"/>
          </a:ln>
        </p:spPr>
        <p:txBody>
          <a:bodyPr/>
          <a:lstStyle/>
          <a:p>
            <a:endParaRPr lang="ko-KR" altLang="en-US"/>
          </a:p>
        </p:txBody>
      </p:sp>
      <p:sp>
        <p:nvSpPr>
          <p:cNvPr id="24" name="Text 22"/>
          <p:cNvSpPr/>
          <p:nvPr/>
        </p:nvSpPr>
        <p:spPr>
          <a:xfrm>
            <a:off x="4956048" y="3511296"/>
            <a:ext cx="3639312" cy="420624"/>
          </a:xfrm>
          <a:prstGeom prst="rect">
            <a:avLst/>
          </a:prstGeom>
          <a:noFill/>
          <a:ln/>
        </p:spPr>
        <p:txBody>
          <a:bodyPr wrap="square" lIns="0" tIns="0" rIns="0" bIns="0" rtlCol="0" anchor="ctr"/>
          <a:lstStyle/>
          <a:p>
            <a:pPr marL="0" indent="0">
              <a:lnSpc>
                <a:spcPct val="115000"/>
              </a:lnSpc>
              <a:buNone/>
            </a:pPr>
            <a:r>
              <a:rPr lang="en-US" sz="1000" b="1" dirty="0">
                <a:solidFill>
                  <a:srgbClr val="111827"/>
                </a:solidFill>
                <a:latin typeface="Pretendard" pitchFamily="34" charset="0"/>
                <a:ea typeface="Pretendard" pitchFamily="34" charset="-122"/>
                <a:cs typeface="Pretendard" pitchFamily="34" charset="-120"/>
              </a:rPr>
              <a:t>Central oversight</a:t>
            </a:r>
            <a:endParaRPr lang="en-US" sz="1000" dirty="0"/>
          </a:p>
          <a:p>
            <a:pPr marL="0" indent="0">
              <a:lnSpc>
                <a:spcPct val="115000"/>
              </a:lnSpc>
              <a:buNone/>
            </a:pPr>
            <a:r>
              <a:rPr lang="en-US" sz="900" dirty="0">
                <a:solidFill>
                  <a:srgbClr val="4B5563"/>
                </a:solidFill>
                <a:latin typeface="Pretendard" pitchFamily="34" charset="0"/>
                <a:ea typeface="Pretendard" pitchFamily="34" charset="-122"/>
                <a:cs typeface="Pretendard" pitchFamily="34" charset="-120"/>
              </a:rPr>
              <a:t>Microsoft Agent 365가 인벤토리, 권한, 동작, 비용의 control plane 역할을 합니다.</a:t>
            </a:r>
            <a:endParaRPr lang="en-US" sz="1000" dirty="0"/>
          </a:p>
        </p:txBody>
      </p:sp>
      <p:sp>
        <p:nvSpPr>
          <p:cNvPr id="25" name="gov accent">
            <a:extLst>
              <a:ext uri="{C183D7F6-B498-43B3-948B-1728B52AA6E4}">
                <adec:decorative xmlns:adec="http://schemas.microsoft.com/office/drawing/2017/decorative" val="1"/>
              </a:ext>
            </a:extLst>
          </p:cNvPr>
          <p:cNvSpPr/>
          <p:nvPr/>
        </p:nvSpPr>
        <p:spPr>
          <a:xfrm>
            <a:off x="4754880" y="4014216"/>
            <a:ext cx="45720" cy="420624"/>
          </a:xfrm>
          <a:prstGeom prst="rect">
            <a:avLst/>
          </a:prstGeom>
          <a:solidFill>
            <a:srgbClr val="3B82F6"/>
          </a:solidFill>
          <a:ln w="12700">
            <a:solidFill>
              <a:srgbClr val="3B82F6"/>
            </a:solidFill>
            <a:prstDash val="solid"/>
          </a:ln>
        </p:spPr>
        <p:txBody>
          <a:bodyPr/>
          <a:lstStyle/>
          <a:p>
            <a:endParaRPr lang="ko-KR" altLang="en-US"/>
          </a:p>
        </p:txBody>
      </p:sp>
      <p:sp>
        <p:nvSpPr>
          <p:cNvPr id="26" name="Text 24"/>
          <p:cNvSpPr/>
          <p:nvPr/>
        </p:nvSpPr>
        <p:spPr>
          <a:xfrm>
            <a:off x="4956048" y="4014216"/>
            <a:ext cx="3639312" cy="420624"/>
          </a:xfrm>
          <a:prstGeom prst="rect">
            <a:avLst/>
          </a:prstGeom>
          <a:noFill/>
          <a:ln/>
        </p:spPr>
        <p:txBody>
          <a:bodyPr wrap="square" lIns="0" tIns="0" rIns="0" bIns="0" rtlCol="0" anchor="ctr"/>
          <a:lstStyle/>
          <a:p>
            <a:pPr marL="0" indent="0">
              <a:lnSpc>
                <a:spcPct val="115000"/>
              </a:lnSpc>
              <a:buNone/>
            </a:pPr>
            <a:r>
              <a:rPr lang="en-US" sz="1000" b="1" dirty="0">
                <a:solidFill>
                  <a:srgbClr val="111827"/>
                </a:solidFill>
                <a:latin typeface="Pretendard" pitchFamily="34" charset="0"/>
                <a:ea typeface="Pretendard" pitchFamily="34" charset="-122"/>
                <a:cs typeface="Pretendard" pitchFamily="34" charset="-120"/>
              </a:rPr>
              <a:t>Licensing</a:t>
            </a:r>
            <a:endParaRPr lang="en-US" sz="1000" dirty="0"/>
          </a:p>
          <a:p>
            <a:pPr marL="0" indent="0">
              <a:lnSpc>
                <a:spcPct val="115000"/>
              </a:lnSpc>
              <a:buNone/>
            </a:pPr>
            <a:r>
              <a:rPr lang="en-US" sz="900" dirty="0">
                <a:solidFill>
                  <a:srgbClr val="4B5563"/>
                </a:solidFill>
                <a:latin typeface="Pretendard" pitchFamily="34" charset="0"/>
                <a:ea typeface="Pretendard" pitchFamily="34" charset="-122"/>
                <a:cs typeface="Pretendard" pitchFamily="34" charset="-120"/>
              </a:rPr>
              <a:t>harness마다 라이선스와 과금 모델이 다릅니다. 비교는 작업 09에서 다룹니다.</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a:extLst>
              <a:ext uri="{C183D7F6-B498-43B3-948B-1728B52AA6E4}">
                <adec:decorative xmlns:adec="http://schemas.microsoft.com/office/drawing/2017/decorative" val="1"/>
              </a:ext>
            </a:extLst>
          </p:cNvPr>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작업 완료</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이제 Copilot Studio HQ를 둘러봤습니다</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02  ·  정리</a:t>
            </a:r>
            <a:endParaRPr lang="en-US" sz="950" dirty="0"/>
          </a:p>
        </p:txBody>
      </p:sp>
      <p:sp>
        <p:nvSpPr>
          <p:cNvPr id="7" name="check accent">
            <a:extLst>
              <a:ext uri="{C183D7F6-B498-43B3-948B-1728B52AA6E4}">
                <adec:decorative xmlns:adec="http://schemas.microsoft.com/office/drawing/2017/decorative" val="1"/>
              </a:ext>
            </a:extLst>
          </p:cNvPr>
          <p:cNvSpPr/>
          <p:nvPr/>
        </p:nvSpPr>
        <p:spPr>
          <a:xfrm>
            <a:off x="548640" y="1481328"/>
            <a:ext cx="45720" cy="411480"/>
          </a:xfrm>
          <a:prstGeom prst="rect">
            <a:avLst/>
          </a:prstGeom>
          <a:solidFill>
            <a:srgbClr val="3B82F6"/>
          </a:solidFill>
          <a:ln w="12700">
            <a:solidFill>
              <a:srgbClr val="3B82F6"/>
            </a:solidFill>
            <a:prstDash val="solid"/>
          </a:ln>
        </p:spPr>
        <p:txBody>
          <a:bodyPr/>
          <a:lstStyle/>
          <a:p>
            <a:endParaRPr lang="ko-KR" altLang="en-US"/>
          </a:p>
        </p:txBody>
      </p:sp>
      <p:sp>
        <p:nvSpPr>
          <p:cNvPr id="8" name="Text 6">
            <a:extLst>
              <a:ext uri="{C183D7F6-B498-43B3-948B-1728B52AA6E4}">
                <adec:decorative xmlns:adec="http://schemas.microsoft.com/office/drawing/2017/decorative" val="1"/>
              </a:ext>
            </a:extLst>
          </p:cNvPr>
          <p:cNvSpPr/>
          <p:nvPr/>
        </p:nvSpPr>
        <p:spPr>
          <a:xfrm>
            <a:off x="749808" y="1481328"/>
            <a:ext cx="5120640" cy="411480"/>
          </a:xfrm>
          <a:prstGeom prst="rect">
            <a:avLst/>
          </a:prstGeom>
          <a:noFill/>
          <a:ln/>
        </p:spPr>
        <p:txBody>
          <a:bodyPr wrap="square" lIns="0" tIns="0" rIns="0" bIns="0" rtlCol="0" anchor="ctr"/>
          <a:lstStyle/>
          <a:p>
            <a:pPr marL="0" indent="0">
              <a:lnSpc>
                <a:spcPct val="115000"/>
              </a:lnSpc>
              <a:buNone/>
            </a:pPr>
            <a:r>
              <a:rPr lang="en-US" sz="1150" b="1" dirty="0">
                <a:solidFill>
                  <a:srgbClr val="111827"/>
                </a:solidFill>
                <a:latin typeface="Pretendard" pitchFamily="34" charset="0"/>
                <a:ea typeface="Pretendard" pitchFamily="34" charset="-122"/>
                <a:cs typeface="Pretendard" pitchFamily="34" charset="-120"/>
              </a:rPr>
              <a:t>Copilot Studio의 위치 설명   </a:t>
            </a:r>
            <a:r>
              <a:rPr lang="en-US" sz="1000" dirty="0">
                <a:solidFill>
                  <a:srgbClr val="4B5563"/>
                </a:solidFill>
                <a:latin typeface="Pretendard" pitchFamily="34" charset="0"/>
                <a:ea typeface="Pretendard" pitchFamily="34" charset="-122"/>
                <a:cs typeface="Pretendard" pitchFamily="34" charset="-120"/>
              </a:rPr>
              <a:t>Microsoft 365 Copilot, Power Platform, Azure AI와 어떻게 연결되는지 설명할 수 있습니다.</a:t>
            </a:r>
            <a:endParaRPr lang="en-US" sz="1150" dirty="0"/>
          </a:p>
        </p:txBody>
      </p:sp>
      <p:sp>
        <p:nvSpPr>
          <p:cNvPr id="9" name="check accent">
            <a:extLst>
              <a:ext uri="{C183D7F6-B498-43B3-948B-1728B52AA6E4}">
                <adec:decorative xmlns:adec="http://schemas.microsoft.com/office/drawing/2017/decorative" val="1"/>
              </a:ext>
            </a:extLst>
          </p:cNvPr>
          <p:cNvSpPr/>
          <p:nvPr/>
        </p:nvSpPr>
        <p:spPr>
          <a:xfrm>
            <a:off x="548640" y="1965960"/>
            <a:ext cx="45720" cy="411480"/>
          </a:xfrm>
          <a:prstGeom prst="rect">
            <a:avLst/>
          </a:prstGeom>
          <a:solidFill>
            <a:srgbClr val="3B82F6"/>
          </a:solidFill>
          <a:ln w="12700">
            <a:solidFill>
              <a:srgbClr val="3B82F6"/>
            </a:solidFill>
            <a:prstDash val="solid"/>
          </a:ln>
        </p:spPr>
        <p:txBody>
          <a:bodyPr/>
          <a:lstStyle/>
          <a:p>
            <a:endParaRPr lang="en-US"/>
          </a:p>
        </p:txBody>
      </p:sp>
      <p:sp>
        <p:nvSpPr>
          <p:cNvPr id="10" name="Text 8"/>
          <p:cNvSpPr/>
          <p:nvPr/>
        </p:nvSpPr>
        <p:spPr>
          <a:xfrm>
            <a:off x="749808" y="1965960"/>
            <a:ext cx="5120640" cy="411480"/>
          </a:xfrm>
          <a:prstGeom prst="rect">
            <a:avLst/>
          </a:prstGeom>
          <a:noFill/>
          <a:ln/>
        </p:spPr>
        <p:txBody>
          <a:bodyPr wrap="square" lIns="0" tIns="0" rIns="0" bIns="0" rtlCol="0" anchor="ctr"/>
          <a:lstStyle/>
          <a:p>
            <a:pPr marL="0" indent="0">
              <a:lnSpc>
                <a:spcPct val="115000"/>
              </a:lnSpc>
              <a:buNone/>
            </a:pPr>
            <a:r>
              <a:rPr lang="en-US" sz="1150" b="1" dirty="0">
                <a:solidFill>
                  <a:srgbClr val="111827"/>
                </a:solidFill>
                <a:latin typeface="Pretendard" pitchFamily="34" charset="0"/>
                <a:ea typeface="Pretendard" pitchFamily="34" charset="-122"/>
                <a:cs typeface="Pretendard" pitchFamily="34" charset="-120"/>
              </a:rPr>
              <a:t>harness 선택   </a:t>
            </a:r>
            <a:r>
              <a:rPr lang="en-US" sz="1000" dirty="0">
                <a:solidFill>
                  <a:srgbClr val="4B5563"/>
                </a:solidFill>
                <a:latin typeface="Pretendard" pitchFamily="34" charset="0"/>
                <a:ea typeface="Pretendard" pitchFamily="34" charset="-122"/>
                <a:cs typeface="Pretendard" pitchFamily="34" charset="-120"/>
              </a:rPr>
              <a:t>세 가지 harness를 각자의 사용 시나리오에 맞게 매칭할 수 있습니다.</a:t>
            </a:r>
            <a:endParaRPr lang="en-US" sz="1150" dirty="0"/>
          </a:p>
        </p:txBody>
      </p:sp>
      <p:sp>
        <p:nvSpPr>
          <p:cNvPr id="11" name="check accent">
            <a:extLst>
              <a:ext uri="{C183D7F6-B498-43B3-948B-1728B52AA6E4}">
                <adec:decorative xmlns:adec="http://schemas.microsoft.com/office/drawing/2017/decorative" val="1"/>
              </a:ext>
            </a:extLst>
          </p:cNvPr>
          <p:cNvSpPr/>
          <p:nvPr/>
        </p:nvSpPr>
        <p:spPr>
          <a:xfrm>
            <a:off x="548640" y="2450592"/>
            <a:ext cx="45720" cy="411480"/>
          </a:xfrm>
          <a:prstGeom prst="rect">
            <a:avLst/>
          </a:prstGeom>
          <a:solidFill>
            <a:srgbClr val="3B82F6"/>
          </a:solidFill>
          <a:ln w="12700">
            <a:solidFill>
              <a:srgbClr val="3B82F6"/>
            </a:solidFill>
            <a:prstDash val="solid"/>
          </a:ln>
        </p:spPr>
        <p:txBody>
          <a:bodyPr/>
          <a:lstStyle/>
          <a:p>
            <a:endParaRPr lang="ko-KR" altLang="en-US"/>
          </a:p>
        </p:txBody>
      </p:sp>
      <p:sp>
        <p:nvSpPr>
          <p:cNvPr id="12" name="Text 10"/>
          <p:cNvSpPr/>
          <p:nvPr/>
        </p:nvSpPr>
        <p:spPr>
          <a:xfrm>
            <a:off x="749808" y="2450592"/>
            <a:ext cx="5120640" cy="411480"/>
          </a:xfrm>
          <a:prstGeom prst="rect">
            <a:avLst/>
          </a:prstGeom>
          <a:noFill/>
          <a:ln/>
        </p:spPr>
        <p:txBody>
          <a:bodyPr wrap="square" lIns="0" tIns="0" rIns="0" bIns="0" rtlCol="0" anchor="ctr"/>
          <a:lstStyle/>
          <a:p>
            <a:pPr marL="0" indent="0">
              <a:lnSpc>
                <a:spcPct val="115000"/>
              </a:lnSpc>
              <a:buNone/>
            </a:pPr>
            <a:r>
              <a:rPr lang="en-US" sz="1150" b="1" dirty="0">
                <a:solidFill>
                  <a:srgbClr val="111827"/>
                </a:solidFill>
                <a:latin typeface="Pretendard" pitchFamily="34" charset="0"/>
                <a:ea typeface="Pretendard" pitchFamily="34" charset="-122"/>
                <a:cs typeface="Pretendard" pitchFamily="34" charset="-120"/>
              </a:rPr>
              <a:t>구성 요소 식별   </a:t>
            </a:r>
            <a:r>
              <a:rPr lang="en-US" sz="1000" dirty="0">
                <a:solidFill>
                  <a:srgbClr val="4B5563"/>
                </a:solidFill>
                <a:latin typeface="Pretendard" pitchFamily="34" charset="0"/>
                <a:ea typeface="Pretendard" pitchFamily="34" charset="-122"/>
                <a:cs typeface="Pretendard" pitchFamily="34" charset="-120"/>
              </a:rPr>
              <a:t>instructions, knowledge, memory, tools, skills, models, connected agents를 인식할 수 있습니다.</a:t>
            </a:r>
            <a:endParaRPr lang="en-US" sz="1150" dirty="0"/>
          </a:p>
        </p:txBody>
      </p:sp>
      <p:sp>
        <p:nvSpPr>
          <p:cNvPr id="13" name="check accent">
            <a:extLst>
              <a:ext uri="{C183D7F6-B498-43B3-948B-1728B52AA6E4}">
                <adec:decorative xmlns:adec="http://schemas.microsoft.com/office/drawing/2017/decorative" val="1"/>
              </a:ext>
            </a:extLst>
          </p:cNvPr>
          <p:cNvSpPr/>
          <p:nvPr/>
        </p:nvSpPr>
        <p:spPr>
          <a:xfrm>
            <a:off x="548640" y="2935224"/>
            <a:ext cx="45720" cy="411480"/>
          </a:xfrm>
          <a:prstGeom prst="rect">
            <a:avLst/>
          </a:prstGeom>
          <a:solidFill>
            <a:srgbClr val="3B82F6"/>
          </a:solidFill>
          <a:ln w="12700">
            <a:solidFill>
              <a:srgbClr val="3B82F6"/>
            </a:solidFill>
            <a:prstDash val="solid"/>
          </a:ln>
        </p:spPr>
        <p:txBody>
          <a:bodyPr/>
          <a:lstStyle/>
          <a:p>
            <a:endParaRPr lang="ko-KR" altLang="en-US"/>
          </a:p>
        </p:txBody>
      </p:sp>
      <p:sp>
        <p:nvSpPr>
          <p:cNvPr id="14" name="Text 12"/>
          <p:cNvSpPr/>
          <p:nvPr/>
        </p:nvSpPr>
        <p:spPr>
          <a:xfrm>
            <a:off x="749808" y="2935224"/>
            <a:ext cx="5120640" cy="411480"/>
          </a:xfrm>
          <a:prstGeom prst="rect">
            <a:avLst/>
          </a:prstGeom>
          <a:noFill/>
          <a:ln/>
        </p:spPr>
        <p:txBody>
          <a:bodyPr wrap="square" lIns="0" tIns="0" rIns="0" bIns="0" rtlCol="0" anchor="ctr"/>
          <a:lstStyle/>
          <a:p>
            <a:pPr marL="0" indent="0">
              <a:lnSpc>
                <a:spcPct val="115000"/>
              </a:lnSpc>
              <a:buNone/>
            </a:pPr>
            <a:r>
              <a:rPr lang="en-US" sz="1150" b="1" dirty="0">
                <a:solidFill>
                  <a:srgbClr val="111827"/>
                </a:solidFill>
                <a:latin typeface="Pretendard" pitchFamily="34" charset="0"/>
                <a:ea typeface="Pretendard" pitchFamily="34" charset="-122"/>
                <a:cs typeface="Pretendard" pitchFamily="34" charset="-120"/>
              </a:rPr>
              <a:t>orchestrator 조율   </a:t>
            </a:r>
            <a:r>
              <a:rPr lang="en-US" sz="1000" dirty="0">
                <a:solidFill>
                  <a:srgbClr val="4B5563"/>
                </a:solidFill>
                <a:latin typeface="Pretendard" pitchFamily="34" charset="0"/>
                <a:ea typeface="Pretendard" pitchFamily="34" charset="-122"/>
                <a:cs typeface="Pretendard" pitchFamily="34" charset="-120"/>
              </a:rPr>
              <a:t>명확한 instructions, 잘 지어진 capability 이름, Preview·Evaluate·Monitor를 사용할 수 있습니다.</a:t>
            </a:r>
            <a:endParaRPr lang="en-US" sz="1150" dirty="0"/>
          </a:p>
        </p:txBody>
      </p:sp>
      <p:sp>
        <p:nvSpPr>
          <p:cNvPr id="15" name="check accent">
            <a:extLst>
              <a:ext uri="{C183D7F6-B498-43B3-948B-1728B52AA6E4}">
                <adec:decorative xmlns:adec="http://schemas.microsoft.com/office/drawing/2017/decorative" val="1"/>
              </a:ext>
            </a:extLst>
          </p:cNvPr>
          <p:cNvSpPr/>
          <p:nvPr/>
        </p:nvSpPr>
        <p:spPr>
          <a:xfrm>
            <a:off x="548640" y="3419856"/>
            <a:ext cx="45720" cy="411480"/>
          </a:xfrm>
          <a:prstGeom prst="rect">
            <a:avLst/>
          </a:prstGeom>
          <a:solidFill>
            <a:srgbClr val="3B82F6"/>
          </a:solidFill>
          <a:ln w="12700">
            <a:solidFill>
              <a:srgbClr val="3B82F6"/>
            </a:solidFill>
            <a:prstDash val="solid"/>
          </a:ln>
        </p:spPr>
        <p:txBody>
          <a:bodyPr/>
          <a:lstStyle/>
          <a:p>
            <a:endParaRPr lang="ko-KR" altLang="en-US"/>
          </a:p>
        </p:txBody>
      </p:sp>
      <p:sp>
        <p:nvSpPr>
          <p:cNvPr id="16" name="Text 14"/>
          <p:cNvSpPr/>
          <p:nvPr/>
        </p:nvSpPr>
        <p:spPr>
          <a:xfrm>
            <a:off x="749808" y="3419856"/>
            <a:ext cx="5120640" cy="411480"/>
          </a:xfrm>
          <a:prstGeom prst="rect">
            <a:avLst/>
          </a:prstGeom>
          <a:noFill/>
          <a:ln/>
        </p:spPr>
        <p:txBody>
          <a:bodyPr wrap="square" lIns="0" tIns="0" rIns="0" bIns="0" rtlCol="0" anchor="ctr"/>
          <a:lstStyle/>
          <a:p>
            <a:pPr marL="0" indent="0">
              <a:lnSpc>
                <a:spcPct val="115000"/>
              </a:lnSpc>
              <a:buNone/>
            </a:pPr>
            <a:r>
              <a:rPr lang="en-US" sz="1150" b="1" dirty="0">
                <a:solidFill>
                  <a:srgbClr val="111827"/>
                </a:solidFill>
                <a:latin typeface="Pretendard" pitchFamily="34" charset="0"/>
                <a:ea typeface="Pretendard" pitchFamily="34" charset="-122"/>
                <a:cs typeface="Pretendard" pitchFamily="34" charset="-120"/>
              </a:rPr>
              <a:t>결정적 동작과 생성적 동작 구분   </a:t>
            </a:r>
            <a:r>
              <a:rPr lang="en-US" sz="1000" dirty="0">
                <a:solidFill>
                  <a:srgbClr val="4B5563"/>
                </a:solidFill>
                <a:latin typeface="Pretendard" pitchFamily="34" charset="0"/>
                <a:ea typeface="Pretendard" pitchFamily="34" charset="-122"/>
                <a:cs typeface="Pretendard" pitchFamily="34" charset="-120"/>
              </a:rPr>
              <a:t>반복 가능한 프로세스에는 workflows를, 모호한 요청에는 orchestration을 사용할 수 있습니다.</a:t>
            </a:r>
            <a:endParaRPr lang="en-US" sz="1150" dirty="0"/>
          </a:p>
        </p:txBody>
      </p:sp>
      <p:sp>
        <p:nvSpPr>
          <p:cNvPr id="17" name="next panel">
            <a:extLst>
              <a:ext uri="{C183D7F6-B498-43B3-948B-1728B52AA6E4}">
                <adec:decorative xmlns:adec="http://schemas.microsoft.com/office/drawing/2017/decorative" val="1"/>
              </a:ext>
            </a:extLst>
          </p:cNvPr>
          <p:cNvSpPr/>
          <p:nvPr/>
        </p:nvSpPr>
        <p:spPr>
          <a:xfrm>
            <a:off x="6126480" y="1481328"/>
            <a:ext cx="2468880" cy="1874520"/>
          </a:xfrm>
          <a:prstGeom prst="rect">
            <a:avLst/>
          </a:prstGeom>
          <a:solidFill>
            <a:srgbClr val="F3F5F9"/>
          </a:solidFill>
          <a:ln w="12700">
            <a:solidFill>
              <a:srgbClr val="F3F5F9"/>
            </a:solidFill>
            <a:prstDash val="solid"/>
          </a:ln>
        </p:spPr>
        <p:txBody>
          <a:bodyPr/>
          <a:lstStyle/>
          <a:p>
            <a:endParaRPr lang="ko-KR" altLang="en-US"/>
          </a:p>
        </p:txBody>
      </p:sp>
      <p:sp>
        <p:nvSpPr>
          <p:cNvPr id="18" name="Text 16"/>
          <p:cNvSpPr/>
          <p:nvPr/>
        </p:nvSpPr>
        <p:spPr>
          <a:xfrm>
            <a:off x="6355080" y="1691640"/>
            <a:ext cx="2011680" cy="237744"/>
          </a:xfrm>
          <a:prstGeom prst="rect">
            <a:avLst/>
          </a:prstGeom>
          <a:noFill/>
          <a:ln/>
        </p:spPr>
        <p:txBody>
          <a:bodyPr wrap="square" lIns="0" tIns="0" rIns="0" bIns="0" rtlCol="0" anchor="ctr"/>
          <a:lstStyle/>
          <a:p>
            <a:pPr marL="0" indent="0">
              <a:buNone/>
            </a:pPr>
            <a:r>
              <a:rPr lang="en-US" sz="1050" b="1" kern="0" spc="100" dirty="0">
                <a:solidFill>
                  <a:srgbClr val="1D4ED8"/>
                </a:solidFill>
                <a:latin typeface="Pretendard" pitchFamily="34" charset="0"/>
                <a:ea typeface="Pretendard" pitchFamily="34" charset="-122"/>
                <a:cs typeface="Pretendard" pitchFamily="34" charset="-120"/>
              </a:rPr>
              <a:t>다음 작업</a:t>
            </a:r>
            <a:endParaRPr lang="en-US" sz="1050" dirty="0"/>
          </a:p>
        </p:txBody>
      </p:sp>
      <p:sp>
        <p:nvSpPr>
          <p:cNvPr id="19" name="Text 17"/>
          <p:cNvSpPr/>
          <p:nvPr/>
        </p:nvSpPr>
        <p:spPr>
          <a:xfrm>
            <a:off x="6355080" y="1975104"/>
            <a:ext cx="2011680" cy="822960"/>
          </a:xfrm>
          <a:prstGeom prst="rect">
            <a:avLst/>
          </a:prstGeom>
          <a:noFill/>
          <a:ln/>
        </p:spPr>
        <p:txBody>
          <a:bodyPr wrap="square" lIns="0" tIns="0" rIns="0" bIns="0" rtlCol="0" anchor="ctr"/>
          <a:lstStyle/>
          <a:p>
            <a:pPr marL="0" indent="0">
              <a:lnSpc>
                <a:spcPct val="120000"/>
              </a:lnSpc>
              <a:buNone/>
            </a:pPr>
            <a:r>
              <a:rPr lang="en-US" sz="1400" b="1" dirty="0">
                <a:solidFill>
                  <a:srgbClr val="111827"/>
                </a:solidFill>
                <a:latin typeface="Pretendard" pitchFamily="34" charset="0"/>
                <a:ea typeface="Pretendard" pitchFamily="34" charset="-122"/>
                <a:cs typeface="Pretendard" pitchFamily="34" charset="-120"/>
              </a:rPr>
              <a:t>작업 03</a:t>
            </a:r>
            <a:endParaRPr lang="en-US" sz="1400" dirty="0"/>
          </a:p>
          <a:p>
            <a:pPr marL="0" indent="0">
              <a:lnSpc>
                <a:spcPct val="120000"/>
              </a:lnSpc>
              <a:buNone/>
            </a:pPr>
            <a:r>
              <a:rPr lang="en-US" sz="1400" b="1" dirty="0">
                <a:solidFill>
                  <a:srgbClr val="111827"/>
                </a:solidFill>
                <a:latin typeface="Pretendard" pitchFamily="34" charset="0"/>
                <a:ea typeface="Pretendard" pitchFamily="34" charset="-122"/>
                <a:cs typeface="Pretendard" pitchFamily="34" charset="-120"/>
              </a:rPr>
              <a:t>에이전트를 위한 솔루션 만들기</a:t>
            </a:r>
            <a:endParaRPr lang="en-US" sz="1400" dirty="0"/>
          </a:p>
        </p:txBody>
      </p:sp>
      <p:sp>
        <p:nvSpPr>
          <p:cNvPr id="20" name="Text 18"/>
          <p:cNvSpPr/>
          <p:nvPr/>
        </p:nvSpPr>
        <p:spPr>
          <a:xfrm>
            <a:off x="6355080" y="2788920"/>
            <a:ext cx="2011680" cy="502920"/>
          </a:xfrm>
          <a:prstGeom prst="rect">
            <a:avLst/>
          </a:prstGeom>
          <a:noFill/>
          <a:ln/>
        </p:spPr>
        <p:txBody>
          <a:bodyPr wrap="square" lIns="0" tIns="0" rIns="0" bIns="0" rtlCol="0" anchor="ctr"/>
          <a:lstStyle/>
          <a:p>
            <a:pPr marL="0" indent="0">
              <a:lnSpc>
                <a:spcPct val="125000"/>
              </a:lnSpc>
              <a:buNone/>
            </a:pPr>
            <a:r>
              <a:rPr lang="en-US" sz="1000" dirty="0">
                <a:solidFill>
                  <a:srgbClr val="4B5563"/>
                </a:solidFill>
                <a:latin typeface="Pretendard" pitchFamily="34" charset="0"/>
                <a:ea typeface="Pretendard" pitchFamily="34" charset="-122"/>
                <a:cs typeface="Pretendard" pitchFamily="34" charset="-120"/>
              </a:rPr>
              <a:t>에이전트와 관련 구성 요소를 담을 솔루션을 본격적으로 구축합니다.</a:t>
            </a:r>
            <a:endParaRPr lang="en-US" sz="1000" dirty="0"/>
          </a:p>
        </p:txBody>
      </p:sp>
      <p:sp>
        <p:nvSpPr>
          <p:cNvPr id="21" name="reference frame">
            <a:extLst>
              <a:ext uri="{C183D7F6-B498-43B3-948B-1728B52AA6E4}">
                <adec:decorative xmlns:adec="http://schemas.microsoft.com/office/drawing/2017/decorative" val="1"/>
              </a:ext>
            </a:extLst>
          </p:cNvPr>
          <p:cNvSpPr/>
          <p:nvPr/>
        </p:nvSpPr>
        <p:spPr>
          <a:xfrm>
            <a:off x="548640" y="3968496"/>
            <a:ext cx="8046720" cy="658368"/>
          </a:xfrm>
          <a:prstGeom prst="rect">
            <a:avLst/>
          </a:prstGeom>
          <a:solidFill>
            <a:srgbClr val="FFFFFF"/>
          </a:solidFill>
          <a:ln w="12700">
            <a:solidFill>
              <a:srgbClr val="E5E7EB"/>
            </a:solidFill>
            <a:prstDash val="solid"/>
          </a:ln>
        </p:spPr>
        <p:txBody>
          <a:bodyPr/>
          <a:lstStyle/>
          <a:p>
            <a:endParaRPr lang="ko-KR" altLang="en-US"/>
          </a:p>
        </p:txBody>
      </p:sp>
      <p:sp>
        <p:nvSpPr>
          <p:cNvPr id="22" name="Text 20"/>
          <p:cNvSpPr/>
          <p:nvPr/>
        </p:nvSpPr>
        <p:spPr>
          <a:xfrm>
            <a:off x="777240" y="3968496"/>
            <a:ext cx="7589520" cy="658368"/>
          </a:xfrm>
          <a:prstGeom prst="rect">
            <a:avLst/>
          </a:prstGeom>
          <a:noFill/>
          <a:ln/>
        </p:spPr>
        <p:txBody>
          <a:bodyPr wrap="square" lIns="0" tIns="0" rIns="0" bIns="0" rtlCol="0" anchor="ctr"/>
          <a:lstStyle/>
          <a:p>
            <a:pPr marL="0" indent="0">
              <a:buNone/>
            </a:pPr>
            <a:r>
              <a:rPr lang="en-US" sz="1050" b="1" dirty="0">
                <a:solidFill>
                  <a:srgbClr val="1D4ED8"/>
                </a:solidFill>
                <a:latin typeface="Pretendard" pitchFamily="34" charset="0"/>
                <a:ea typeface="Pretendard" pitchFamily="34" charset="-122"/>
                <a:cs typeface="Pretendard" pitchFamily="34" charset="-120"/>
              </a:rPr>
              <a:t>참고 자료   </a:t>
            </a:r>
            <a:r>
              <a:rPr lang="en-US" sz="1000" dirty="0">
                <a:solidFill>
                  <a:srgbClr val="4B5563"/>
                </a:solidFill>
                <a:latin typeface="Pretendard" pitchFamily="34" charset="0"/>
                <a:ea typeface="Pretendard" pitchFamily="34" charset="-122"/>
                <a:cs typeface="Pretendard" pitchFamily="34" charset="-120"/>
              </a:rPr>
              <a:t>harness 선택하기  ·  GitHub Copilot harness agents 개요  ·  Work IQ MCP 개요  ·  에이전트 디자인 프레임워크  ·  Teams 및 Microsoft 365 Copilot에 연결하기</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pic>
        <p:nvPicPr>
          <p:cNvPr id="2" name="Image 0" descr="구성 요소가 담긴 디지털 서류가방을 표현한 일러스트"/>
          <p:cNvPicPr>
            <a:picLocks noChangeAspect="1"/>
          </p:cNvPicPr>
          <p:nvPr/>
        </p:nvPicPr>
        <p:blipFill>
          <a:blip r:embed="rId3"/>
          <a:srcRect l="15942" r="15942"/>
          <a:stretch/>
        </p:blipFill>
        <p:spPr>
          <a:xfrm>
            <a:off x="4892040" y="0"/>
            <a:ext cx="4251960" cy="5143500"/>
          </a:xfrm>
          <a:prstGeom prst="rect">
            <a:avLst/>
          </a:prstGeom>
        </p:spPr>
      </p:pic>
      <p:sp>
        <p:nvSpPr>
          <p:cNvPr id="3" name="left accent">
            <a:extLst>
              <a:ext uri="{C183D7F6-B498-43B3-948B-1728B52AA6E4}">
                <adec:decorative xmlns:adec="http://schemas.microsoft.com/office/drawing/2017/decorative" val="1"/>
              </a:ext>
            </a:extLst>
          </p:cNvPr>
          <p:cNvSpPr/>
          <p:nvPr/>
        </p:nvSpPr>
        <p:spPr>
          <a:xfrm>
            <a:off x="0" y="0"/>
            <a:ext cx="82296" cy="5143500"/>
          </a:xfrm>
          <a:prstGeom prst="rect">
            <a:avLst/>
          </a:prstGeom>
          <a:solidFill>
            <a:srgbClr val="1D4ED8"/>
          </a:solidFill>
          <a:ln w="12700">
            <a:solidFill>
              <a:srgbClr val="1D4ED8"/>
            </a:solidFill>
            <a:prstDash val="solid"/>
          </a:ln>
        </p:spPr>
        <p:txBody>
          <a:bodyPr/>
          <a:lstStyle/>
          <a:p>
            <a:endParaRPr lang="en-US"/>
          </a:p>
        </p:txBody>
      </p:sp>
      <p:sp>
        <p:nvSpPr>
          <p:cNvPr id="4" name="Text 1"/>
          <p:cNvSpPr/>
          <p:nvPr/>
        </p:nvSpPr>
        <p:spPr>
          <a:xfrm>
            <a:off x="640080" y="914400"/>
            <a:ext cx="4023360" cy="256032"/>
          </a:xfrm>
          <a:prstGeom prst="rect">
            <a:avLst/>
          </a:prstGeom>
          <a:noFill/>
          <a:ln/>
        </p:spPr>
        <p:txBody>
          <a:bodyPr wrap="square" lIns="0" tIns="0" rIns="0" bIns="0" rtlCol="0" anchor="ctr"/>
          <a:lstStyle/>
          <a:p>
            <a:pPr marL="0" indent="0">
              <a:buNone/>
            </a:pPr>
            <a:endParaRPr lang="en-US" sz="1050" dirty="0"/>
          </a:p>
        </p:txBody>
      </p:sp>
      <p:sp>
        <p:nvSpPr>
          <p:cNvPr id="5" name="Text 2">
            <a:extLst>
              <a:ext uri="{C183D7F6-B498-43B3-948B-1728B52AA6E4}">
                <adec:decorative xmlns:adec="http://schemas.microsoft.com/office/drawing/2017/decorative" val="1"/>
              </a:ext>
            </a:extLst>
          </p:cNvPr>
          <p:cNvSpPr/>
          <p:nvPr/>
        </p:nvSpPr>
        <p:spPr>
          <a:xfrm>
            <a:off x="640080" y="1261872"/>
            <a:ext cx="4023360" cy="457200"/>
          </a:xfrm>
          <a:prstGeom prst="rect">
            <a:avLst/>
          </a:prstGeom>
          <a:noFill/>
          <a:ln/>
        </p:spPr>
        <p:txBody>
          <a:bodyPr wrap="square" lIns="0" tIns="0" rIns="0" bIns="0" rtlCol="0" anchor="ctr"/>
          <a:lstStyle/>
          <a:p>
            <a:pPr marL="0" indent="0">
              <a:buNone/>
            </a:pPr>
            <a:r>
              <a:rPr lang="en-US" sz="1500" b="1" dirty="0">
                <a:solidFill>
                  <a:srgbClr val="6B7280"/>
                </a:solidFill>
                <a:latin typeface="Pretendard" pitchFamily="34" charset="0"/>
                <a:ea typeface="Pretendard" pitchFamily="34" charset="-122"/>
                <a:cs typeface="Pretendard" pitchFamily="34" charset="-120"/>
              </a:rPr>
              <a:t>작업 03</a:t>
            </a:r>
            <a:endParaRPr lang="en-US" sz="1500" dirty="0"/>
          </a:p>
        </p:txBody>
      </p:sp>
      <p:sp>
        <p:nvSpPr>
          <p:cNvPr id="6" name="Text 3"/>
          <p:cNvSpPr/>
          <p:nvPr/>
        </p:nvSpPr>
        <p:spPr>
          <a:xfrm>
            <a:off x="640080" y="1627632"/>
            <a:ext cx="4114800" cy="1005840"/>
          </a:xfrm>
          <a:prstGeom prst="rect">
            <a:avLst/>
          </a:prstGeom>
          <a:noFill/>
          <a:ln/>
        </p:spPr>
        <p:txBody>
          <a:bodyPr wrap="square" lIns="0" tIns="0" rIns="0" bIns="0" rtlCol="0" anchor="ctr"/>
          <a:lstStyle/>
          <a:p>
            <a:pPr marL="0" indent="0">
              <a:lnSpc>
                <a:spcPct val="115000"/>
              </a:lnSpc>
              <a:buNone/>
            </a:pPr>
            <a:r>
              <a:rPr lang="en-US" sz="3400" b="1" dirty="0">
                <a:solidFill>
                  <a:srgbClr val="111827"/>
                </a:solidFill>
                <a:latin typeface="Pretendard" pitchFamily="34" charset="0"/>
                <a:ea typeface="Pretendard" pitchFamily="34" charset="-122"/>
                <a:cs typeface="Pretendard" pitchFamily="34" charset="-120"/>
              </a:rPr>
              <a:t>에이전트를 위한</a:t>
            </a:r>
            <a:endParaRPr lang="en-US" sz="3400" dirty="0"/>
          </a:p>
          <a:p>
            <a:pPr marL="0" indent="0">
              <a:lnSpc>
                <a:spcPct val="115000"/>
              </a:lnSpc>
              <a:buNone/>
            </a:pPr>
            <a:r>
              <a:rPr lang="en-US" sz="3400" b="1" dirty="0">
                <a:solidFill>
                  <a:srgbClr val="111827"/>
                </a:solidFill>
                <a:latin typeface="Pretendard" pitchFamily="34" charset="0"/>
                <a:ea typeface="Pretendard" pitchFamily="34" charset="-122"/>
                <a:cs typeface="Pretendard" pitchFamily="34" charset="-120"/>
              </a:rPr>
              <a:t>솔루션 만들기</a:t>
            </a:r>
            <a:endParaRPr lang="en-US" sz="3400" dirty="0"/>
          </a:p>
        </p:txBody>
      </p:sp>
      <p:sp>
        <p:nvSpPr>
          <p:cNvPr id="7" name="rule">
            <a:extLst>
              <a:ext uri="{C183D7F6-B498-43B3-948B-1728B52AA6E4}">
                <adec:decorative xmlns:adec="http://schemas.microsoft.com/office/drawing/2017/decorative" val="1"/>
              </a:ext>
            </a:extLst>
          </p:cNvPr>
          <p:cNvSpPr/>
          <p:nvPr/>
        </p:nvSpPr>
        <p:spPr>
          <a:xfrm>
            <a:off x="640080" y="2743200"/>
            <a:ext cx="822960" cy="36576"/>
          </a:xfrm>
          <a:prstGeom prst="rect">
            <a:avLst/>
          </a:prstGeom>
          <a:solidFill>
            <a:srgbClr val="1D4ED8"/>
          </a:solidFill>
          <a:ln w="12700">
            <a:solidFill>
              <a:srgbClr val="1D4ED8"/>
            </a:solidFill>
            <a:prstDash val="solid"/>
          </a:ln>
        </p:spPr>
        <p:txBody>
          <a:bodyPr/>
          <a:lstStyle/>
          <a:p>
            <a:endParaRPr lang="ko-KR" altLang="en-US"/>
          </a:p>
        </p:txBody>
      </p:sp>
      <p:sp>
        <p:nvSpPr>
          <p:cNvPr id="8" name="Text 5">
            <a:extLst>
              <a:ext uri="{C183D7F6-B498-43B3-948B-1728B52AA6E4}">
                <adec:decorative xmlns:adec="http://schemas.microsoft.com/office/drawing/2017/decorative" val="1"/>
              </a:ext>
            </a:extLst>
          </p:cNvPr>
          <p:cNvSpPr/>
          <p:nvPr/>
        </p:nvSpPr>
        <p:spPr>
          <a:xfrm>
            <a:off x="640080" y="2944368"/>
            <a:ext cx="4023360" cy="731520"/>
          </a:xfrm>
          <a:prstGeom prst="rect">
            <a:avLst/>
          </a:prstGeom>
          <a:noFill/>
          <a:ln/>
        </p:spPr>
        <p:txBody>
          <a:bodyPr wrap="square" lIns="0" tIns="0" rIns="0" bIns="0" rtlCol="0" anchor="ctr"/>
          <a:lstStyle/>
          <a:p>
            <a:pPr marL="0" indent="0">
              <a:lnSpc>
                <a:spcPct val="130000"/>
              </a:lnSpc>
              <a:buNone/>
            </a:pPr>
            <a:r>
              <a:rPr lang="en-US" sz="1500" dirty="0">
                <a:solidFill>
                  <a:srgbClr val="4B5563"/>
                </a:solidFill>
                <a:latin typeface="Pretendard" pitchFamily="34" charset="0"/>
                <a:ea typeface="Pretendard" pitchFamily="34" charset="-122"/>
                <a:cs typeface="Pretendard" pitchFamily="34" charset="-120"/>
              </a:rPr>
              <a:t>솔루션은 에이전트의</a:t>
            </a:r>
            <a:endParaRPr lang="en-US" sz="1500" dirty="0"/>
          </a:p>
          <a:p>
            <a:pPr marL="0" indent="0">
              <a:lnSpc>
                <a:spcPct val="130000"/>
              </a:lnSpc>
              <a:buNone/>
            </a:pPr>
            <a:r>
              <a:rPr lang="en-US" sz="1500" dirty="0">
                <a:solidFill>
                  <a:srgbClr val="4B5563"/>
                </a:solidFill>
                <a:latin typeface="Pretendard" pitchFamily="34" charset="0"/>
                <a:ea typeface="Pretendard" pitchFamily="34" charset="-122"/>
                <a:cs typeface="Pretendard" pitchFamily="34" charset="-120"/>
              </a:rPr>
              <a:t>디지털 서류가방입니다</a:t>
            </a:r>
            <a:endParaRPr lang="en-US" sz="1500" dirty="0"/>
          </a:p>
        </p:txBody>
      </p:sp>
      <p:sp>
        <p:nvSpPr>
          <p:cNvPr id="9" name="Text 6"/>
          <p:cNvSpPr/>
          <p:nvPr/>
        </p:nvSpPr>
        <p:spPr>
          <a:xfrm>
            <a:off x="640080" y="3931920"/>
            <a:ext cx="4023360" cy="640080"/>
          </a:xfrm>
          <a:prstGeom prst="rect">
            <a:avLst/>
          </a:prstGeom>
          <a:noFill/>
          <a:ln/>
        </p:spPr>
        <p:txBody>
          <a:bodyPr wrap="square" lIns="0" tIns="0" rIns="0" bIns="0" rtlCol="0" anchor="ctr"/>
          <a:lstStyle/>
          <a:p>
            <a:pPr marL="0" indent="0">
              <a:lnSpc>
                <a:spcPct val="140000"/>
              </a:lnSpc>
              <a:buNone/>
            </a:pPr>
            <a:r>
              <a:rPr lang="en-US" sz="1000" dirty="0">
                <a:solidFill>
                  <a:srgbClr val="6B7280"/>
                </a:solidFill>
                <a:latin typeface="Pretendard" pitchFamily="34" charset="0"/>
                <a:ea typeface="Pretendard" pitchFamily="34" charset="-122"/>
                <a:cs typeface="Pretendard" pitchFamily="34" charset="-120"/>
              </a:rPr>
              <a:t>선행 작업  </a:t>
            </a:r>
            <a:r>
              <a:rPr lang="en-US" sz="1000" b="1" dirty="0">
                <a:solidFill>
                  <a:srgbClr val="111827"/>
                </a:solidFill>
                <a:latin typeface="Pretendard" pitchFamily="34" charset="0"/>
                <a:ea typeface="Pretendard" pitchFamily="34" charset="-122"/>
                <a:cs typeface="Pretendard" pitchFamily="34" charset="-120"/>
              </a:rPr>
              <a:t>작업 02 Copilot Studio 기초</a:t>
            </a:r>
            <a:endParaRPr lang="en-US" sz="1000" dirty="0"/>
          </a:p>
          <a:p>
            <a:pPr marL="0" indent="0">
              <a:lnSpc>
                <a:spcPct val="140000"/>
              </a:lnSpc>
              <a:buNone/>
            </a:pPr>
            <a:r>
              <a:rPr lang="en-US" sz="1000" dirty="0">
                <a:solidFill>
                  <a:srgbClr val="6B7280"/>
                </a:solidFill>
                <a:latin typeface="Pretendard" pitchFamily="34" charset="0"/>
                <a:ea typeface="Pretendard" pitchFamily="34" charset="-122"/>
                <a:cs typeface="Pretendard" pitchFamily="34" charset="-120"/>
              </a:rPr>
              <a:t>이 작업의 성격  </a:t>
            </a:r>
            <a:r>
              <a:rPr lang="en-US" sz="1000" b="1" dirty="0">
                <a:solidFill>
                  <a:srgbClr val="111827"/>
                </a:solidFill>
                <a:latin typeface="Pretendard" pitchFamily="34" charset="0"/>
                <a:ea typeface="Pretendard" pitchFamily="34" charset="-122"/>
                <a:cs typeface="Pretendard" pitchFamily="34" charset="-120"/>
              </a:rPr>
              <a:t>첫 실습 · 게시자와 솔루션 만들기</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작업 브리핑</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이 작업을 마치면 할 수 있는 것</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ko-KR" alt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03  ·  학습 목표</a:t>
            </a:r>
            <a:endParaRPr lang="en-US" sz="950" dirty="0"/>
          </a:p>
        </p:txBody>
      </p:sp>
      <p:sp>
        <p:nvSpPr>
          <p:cNvPr id="7" name="key message band">
            <a:extLst>
              <a:ext uri="{C183D7F6-B498-43B3-948B-1728B52AA6E4}">
                <adec:decorative xmlns:adec="http://schemas.microsoft.com/office/drawing/2017/decorative" val="1"/>
              </a:ext>
            </a:extLst>
          </p:cNvPr>
          <p:cNvSpPr/>
          <p:nvPr/>
        </p:nvSpPr>
        <p:spPr>
          <a:xfrm>
            <a:off x="548640" y="1417320"/>
            <a:ext cx="8046720" cy="566928"/>
          </a:xfrm>
          <a:prstGeom prst="rect">
            <a:avLst/>
          </a:prstGeom>
          <a:solidFill>
            <a:srgbClr val="F3F5F9"/>
          </a:solidFill>
          <a:ln w="12700">
            <a:solidFill>
              <a:srgbClr val="F3F5F9"/>
            </a:solidFill>
            <a:prstDash val="solid"/>
          </a:ln>
        </p:spPr>
        <p:txBody>
          <a:bodyPr/>
          <a:lstStyle/>
          <a:p>
            <a:endParaRPr lang="ko-KR" altLang="en-US"/>
          </a:p>
        </p:txBody>
      </p:sp>
      <p:sp>
        <p:nvSpPr>
          <p:cNvPr id="8" name="accent bar">
            <a:extLst>
              <a:ext uri="{C183D7F6-B498-43B3-948B-1728B52AA6E4}">
                <adec:decorative xmlns:adec="http://schemas.microsoft.com/office/drawing/2017/decorative" val="1"/>
              </a:ext>
            </a:extLst>
          </p:cNvPr>
          <p:cNvSpPr/>
          <p:nvPr/>
        </p:nvSpPr>
        <p:spPr>
          <a:xfrm>
            <a:off x="548640" y="1417320"/>
            <a:ext cx="50292" cy="566928"/>
          </a:xfrm>
          <a:prstGeom prst="rect">
            <a:avLst/>
          </a:prstGeom>
          <a:solidFill>
            <a:srgbClr val="1D4ED8"/>
          </a:solidFill>
          <a:ln w="12700">
            <a:solidFill>
              <a:srgbClr val="1D4ED8"/>
            </a:solidFill>
            <a:prstDash val="solid"/>
          </a:ln>
        </p:spPr>
        <p:txBody>
          <a:bodyPr/>
          <a:lstStyle/>
          <a:p>
            <a:endParaRPr lang="ko-KR" altLang="en-US"/>
          </a:p>
        </p:txBody>
      </p:sp>
      <p:sp>
        <p:nvSpPr>
          <p:cNvPr id="9" name="Text 7"/>
          <p:cNvSpPr/>
          <p:nvPr/>
        </p:nvSpPr>
        <p:spPr>
          <a:xfrm>
            <a:off x="749808" y="1417320"/>
            <a:ext cx="7680960" cy="566928"/>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모든 에이전트에는 체계적으로 정리된 홈이 필요합니다.</a:t>
            </a:r>
            <a:endParaRPr lang="en-US" sz="1350" dirty="0"/>
          </a:p>
        </p:txBody>
      </p:sp>
      <p:sp>
        <p:nvSpPr>
          <p:cNvPr id="10" name="objective card">
            <a:extLst>
              <a:ext uri="{C183D7F6-B498-43B3-948B-1728B52AA6E4}">
                <adec:decorative xmlns:adec="http://schemas.microsoft.com/office/drawing/2017/decorative" val="1"/>
              </a:ext>
            </a:extLst>
          </p:cNvPr>
          <p:cNvSpPr/>
          <p:nvPr/>
        </p:nvSpPr>
        <p:spPr>
          <a:xfrm>
            <a:off x="548640" y="2331720"/>
            <a:ext cx="1572768" cy="2011680"/>
          </a:xfrm>
          <a:prstGeom prst="rect">
            <a:avLst/>
          </a:prstGeom>
          <a:solidFill>
            <a:srgbClr val="FFFFFF"/>
          </a:solidFill>
          <a:ln w="12700">
            <a:solidFill>
              <a:srgbClr val="E5E7EB"/>
            </a:solidFill>
            <a:prstDash val="solid"/>
          </a:ln>
        </p:spPr>
        <p:txBody>
          <a:bodyPr/>
          <a:lstStyle/>
          <a:p>
            <a:endParaRPr lang="en-US"/>
          </a:p>
        </p:txBody>
      </p:sp>
      <p:sp>
        <p:nvSpPr>
          <p:cNvPr id="11" name="card rule">
            <a:extLst>
              <a:ext uri="{C183D7F6-B498-43B3-948B-1728B52AA6E4}">
                <adec:decorative xmlns:adec="http://schemas.microsoft.com/office/drawing/2017/decorative" val="1"/>
              </a:ext>
            </a:extLst>
          </p:cNvPr>
          <p:cNvSpPr/>
          <p:nvPr/>
        </p:nvSpPr>
        <p:spPr>
          <a:xfrm>
            <a:off x="548640" y="2331720"/>
            <a:ext cx="1572768" cy="36576"/>
          </a:xfrm>
          <a:prstGeom prst="rect">
            <a:avLst/>
          </a:prstGeom>
          <a:solidFill>
            <a:srgbClr val="3B82F6"/>
          </a:solidFill>
          <a:ln w="12700">
            <a:solidFill>
              <a:srgbClr val="3B82F6"/>
            </a:solidFill>
            <a:prstDash val="solid"/>
          </a:ln>
        </p:spPr>
        <p:txBody>
          <a:bodyPr/>
          <a:lstStyle/>
          <a:p>
            <a:endParaRPr lang="ko-KR" altLang="en-US"/>
          </a:p>
        </p:txBody>
      </p:sp>
      <p:sp>
        <p:nvSpPr>
          <p:cNvPr id="12" name="Text 10"/>
          <p:cNvSpPr/>
          <p:nvPr/>
        </p:nvSpPr>
        <p:spPr>
          <a:xfrm>
            <a:off x="731520" y="2514600"/>
            <a:ext cx="1207008"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01</a:t>
            </a:r>
            <a:endParaRPr lang="en-US" sz="1300" dirty="0"/>
          </a:p>
        </p:txBody>
      </p:sp>
      <p:sp>
        <p:nvSpPr>
          <p:cNvPr id="13" name="Text 11">
            <a:extLst>
              <a:ext uri="{C183D7F6-B498-43B3-948B-1728B52AA6E4}">
                <adec:decorative xmlns:adec="http://schemas.microsoft.com/office/drawing/2017/decorative" val="1"/>
              </a:ext>
            </a:extLst>
          </p:cNvPr>
          <p:cNvSpPr/>
          <p:nvPr/>
        </p:nvSpPr>
        <p:spPr>
          <a:xfrm>
            <a:off x="731520" y="2798064"/>
            <a:ext cx="1207008" cy="310896"/>
          </a:xfrm>
          <a:prstGeom prst="rect">
            <a:avLst/>
          </a:prstGeom>
          <a:noFill/>
          <a:ln/>
        </p:spPr>
        <p:txBody>
          <a:bodyPr wrap="square" lIns="0" tIns="0" rIns="0" bIns="0" rtlCol="0" anchor="t"/>
          <a:lstStyle/>
          <a:p>
            <a:pPr marL="0" indent="0">
              <a:lnSpc>
                <a:spcPct val="115000"/>
              </a:lnSpc>
              <a:buNone/>
            </a:pPr>
            <a:r>
              <a:rPr lang="en-US" sz="1250" b="1" dirty="0">
                <a:solidFill>
                  <a:srgbClr val="111827"/>
                </a:solidFill>
                <a:latin typeface="Pretendard" pitchFamily="34" charset="0"/>
                <a:ea typeface="Pretendard" pitchFamily="34" charset="-122"/>
                <a:cs typeface="Pretendard" pitchFamily="34" charset="-120"/>
              </a:rPr>
              <a:t>솔루션의 역할</a:t>
            </a:r>
            <a:endParaRPr lang="en-US" sz="1250" dirty="0"/>
          </a:p>
        </p:txBody>
      </p:sp>
      <p:sp>
        <p:nvSpPr>
          <p:cNvPr id="14" name="Text 12">
            <a:extLst>
              <a:ext uri="{C183D7F6-B498-43B3-948B-1728B52AA6E4}">
                <adec:decorative xmlns:adec="http://schemas.microsoft.com/office/drawing/2017/decorative" val="1"/>
              </a:ext>
            </a:extLst>
          </p:cNvPr>
          <p:cNvSpPr/>
          <p:nvPr/>
        </p:nvSpPr>
        <p:spPr>
          <a:xfrm>
            <a:off x="731520" y="3163824"/>
            <a:ext cx="1207008" cy="1005840"/>
          </a:xfrm>
          <a:prstGeom prst="rect">
            <a:avLst/>
          </a:prstGeom>
          <a:noFill/>
          <a:ln/>
        </p:spPr>
        <p:txBody>
          <a:bodyPr wrap="square" lIns="0" tIns="0" rIns="0" bIns="0" rtlCol="0" anchor="t"/>
          <a:lstStyle/>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에이전트와 관련 구성 요소를 하나로 묶기</a:t>
            </a:r>
            <a:endParaRPr lang="en-US" sz="950" dirty="0"/>
          </a:p>
        </p:txBody>
      </p:sp>
      <p:sp>
        <p:nvSpPr>
          <p:cNvPr id="15" name="objective card">
            <a:extLst>
              <a:ext uri="{C183D7F6-B498-43B3-948B-1728B52AA6E4}">
                <adec:decorative xmlns:adec="http://schemas.microsoft.com/office/drawing/2017/decorative" val="1"/>
              </a:ext>
            </a:extLst>
          </p:cNvPr>
          <p:cNvSpPr/>
          <p:nvPr/>
        </p:nvSpPr>
        <p:spPr>
          <a:xfrm>
            <a:off x="2167128" y="2331720"/>
            <a:ext cx="1572768" cy="2011680"/>
          </a:xfrm>
          <a:prstGeom prst="rect">
            <a:avLst/>
          </a:prstGeom>
          <a:solidFill>
            <a:srgbClr val="FFFFFF"/>
          </a:solidFill>
          <a:ln w="12700">
            <a:solidFill>
              <a:srgbClr val="E5E7EB"/>
            </a:solidFill>
            <a:prstDash val="solid"/>
          </a:ln>
        </p:spPr>
        <p:txBody>
          <a:bodyPr/>
          <a:lstStyle/>
          <a:p>
            <a:endParaRPr lang="en-US"/>
          </a:p>
        </p:txBody>
      </p:sp>
      <p:sp>
        <p:nvSpPr>
          <p:cNvPr id="16" name="card rule">
            <a:extLst>
              <a:ext uri="{C183D7F6-B498-43B3-948B-1728B52AA6E4}">
                <adec:decorative xmlns:adec="http://schemas.microsoft.com/office/drawing/2017/decorative" val="1"/>
              </a:ext>
            </a:extLst>
          </p:cNvPr>
          <p:cNvSpPr/>
          <p:nvPr/>
        </p:nvSpPr>
        <p:spPr>
          <a:xfrm>
            <a:off x="2167128" y="2331720"/>
            <a:ext cx="1572768" cy="36576"/>
          </a:xfrm>
          <a:prstGeom prst="rect">
            <a:avLst/>
          </a:prstGeom>
          <a:solidFill>
            <a:srgbClr val="3B82F6"/>
          </a:solidFill>
          <a:ln w="12700">
            <a:solidFill>
              <a:srgbClr val="3B82F6"/>
            </a:solidFill>
            <a:prstDash val="solid"/>
          </a:ln>
        </p:spPr>
        <p:txBody>
          <a:bodyPr/>
          <a:lstStyle/>
          <a:p>
            <a:endParaRPr lang="en-US"/>
          </a:p>
        </p:txBody>
      </p:sp>
      <p:sp>
        <p:nvSpPr>
          <p:cNvPr id="17" name="Text 15">
            <a:extLst>
              <a:ext uri="{C183D7F6-B498-43B3-948B-1728B52AA6E4}">
                <adec:decorative xmlns:adec="http://schemas.microsoft.com/office/drawing/2017/decorative" val="1"/>
              </a:ext>
            </a:extLst>
          </p:cNvPr>
          <p:cNvSpPr/>
          <p:nvPr/>
        </p:nvSpPr>
        <p:spPr>
          <a:xfrm>
            <a:off x="2350008" y="2514600"/>
            <a:ext cx="1207008"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02</a:t>
            </a:r>
            <a:endParaRPr lang="en-US" sz="1300" dirty="0"/>
          </a:p>
        </p:txBody>
      </p:sp>
      <p:sp>
        <p:nvSpPr>
          <p:cNvPr id="18" name="Text 16"/>
          <p:cNvSpPr/>
          <p:nvPr/>
        </p:nvSpPr>
        <p:spPr>
          <a:xfrm>
            <a:off x="2350008" y="2798064"/>
            <a:ext cx="1207008" cy="310896"/>
          </a:xfrm>
          <a:prstGeom prst="rect">
            <a:avLst/>
          </a:prstGeom>
          <a:noFill/>
          <a:ln/>
        </p:spPr>
        <p:txBody>
          <a:bodyPr wrap="square" lIns="0" tIns="0" rIns="0" bIns="0" rtlCol="0" anchor="t"/>
          <a:lstStyle/>
          <a:p>
            <a:pPr marL="0" indent="0">
              <a:lnSpc>
                <a:spcPct val="115000"/>
              </a:lnSpc>
              <a:buNone/>
            </a:pPr>
            <a:r>
              <a:rPr lang="en-US" sz="1250" b="1" dirty="0">
                <a:solidFill>
                  <a:srgbClr val="111827"/>
                </a:solidFill>
                <a:latin typeface="Pretendard" pitchFamily="34" charset="0"/>
                <a:ea typeface="Pretendard" pitchFamily="34" charset="-122"/>
                <a:cs typeface="Pretendard" pitchFamily="34" charset="-120"/>
              </a:rPr>
              <a:t>환경 간 배포</a:t>
            </a:r>
            <a:endParaRPr lang="en-US" sz="1250" dirty="0"/>
          </a:p>
        </p:txBody>
      </p:sp>
      <p:sp>
        <p:nvSpPr>
          <p:cNvPr id="19" name="Text 17">
            <a:extLst>
              <a:ext uri="{C183D7F6-B498-43B3-948B-1728B52AA6E4}">
                <adec:decorative xmlns:adec="http://schemas.microsoft.com/office/drawing/2017/decorative" val="1"/>
              </a:ext>
            </a:extLst>
          </p:cNvPr>
          <p:cNvSpPr/>
          <p:nvPr/>
        </p:nvSpPr>
        <p:spPr>
          <a:xfrm>
            <a:off x="2350008" y="3163824"/>
            <a:ext cx="1207008" cy="1005840"/>
          </a:xfrm>
          <a:prstGeom prst="rect">
            <a:avLst/>
          </a:prstGeom>
          <a:noFill/>
          <a:ln/>
        </p:spPr>
        <p:txBody>
          <a:bodyPr wrap="square" lIns="0" tIns="0" rIns="0" bIns="0" rtlCol="0" anchor="t"/>
          <a:lstStyle/>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사용자 지정 솔루션이 이동을 지원하는 이유</a:t>
            </a:r>
            <a:endParaRPr lang="en-US" sz="950" dirty="0"/>
          </a:p>
        </p:txBody>
      </p:sp>
      <p:sp>
        <p:nvSpPr>
          <p:cNvPr id="20" name="objective card">
            <a:extLst>
              <a:ext uri="{C183D7F6-B498-43B3-948B-1728B52AA6E4}">
                <adec:decorative xmlns:adec="http://schemas.microsoft.com/office/drawing/2017/decorative" val="1"/>
              </a:ext>
            </a:extLst>
          </p:cNvPr>
          <p:cNvSpPr/>
          <p:nvPr/>
        </p:nvSpPr>
        <p:spPr>
          <a:xfrm>
            <a:off x="3785616" y="2331720"/>
            <a:ext cx="1572768" cy="2011680"/>
          </a:xfrm>
          <a:prstGeom prst="rect">
            <a:avLst/>
          </a:prstGeom>
          <a:solidFill>
            <a:srgbClr val="FFFFFF"/>
          </a:solidFill>
          <a:ln w="12700">
            <a:solidFill>
              <a:srgbClr val="E5E7EB"/>
            </a:solidFill>
            <a:prstDash val="solid"/>
          </a:ln>
        </p:spPr>
        <p:txBody>
          <a:bodyPr/>
          <a:lstStyle/>
          <a:p>
            <a:endParaRPr lang="en-US"/>
          </a:p>
        </p:txBody>
      </p:sp>
      <p:sp>
        <p:nvSpPr>
          <p:cNvPr id="21" name="card rule">
            <a:extLst>
              <a:ext uri="{C183D7F6-B498-43B3-948B-1728B52AA6E4}">
                <adec:decorative xmlns:adec="http://schemas.microsoft.com/office/drawing/2017/decorative" val="1"/>
              </a:ext>
            </a:extLst>
          </p:cNvPr>
          <p:cNvSpPr/>
          <p:nvPr/>
        </p:nvSpPr>
        <p:spPr>
          <a:xfrm>
            <a:off x="3785616" y="2331720"/>
            <a:ext cx="1572768" cy="36576"/>
          </a:xfrm>
          <a:prstGeom prst="rect">
            <a:avLst/>
          </a:prstGeom>
          <a:solidFill>
            <a:srgbClr val="3B82F6"/>
          </a:solidFill>
          <a:ln w="12700">
            <a:solidFill>
              <a:srgbClr val="3B82F6"/>
            </a:solidFill>
            <a:prstDash val="solid"/>
          </a:ln>
        </p:spPr>
        <p:txBody>
          <a:bodyPr/>
          <a:lstStyle/>
          <a:p>
            <a:endParaRPr lang="en-US"/>
          </a:p>
        </p:txBody>
      </p:sp>
      <p:sp>
        <p:nvSpPr>
          <p:cNvPr id="22" name="Text 20"/>
          <p:cNvSpPr/>
          <p:nvPr/>
        </p:nvSpPr>
        <p:spPr>
          <a:xfrm>
            <a:off x="3968496" y="2514600"/>
            <a:ext cx="1207008"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03</a:t>
            </a:r>
            <a:endParaRPr lang="en-US" sz="1300" dirty="0"/>
          </a:p>
        </p:txBody>
      </p:sp>
      <p:sp>
        <p:nvSpPr>
          <p:cNvPr id="23" name="Text 21"/>
          <p:cNvSpPr/>
          <p:nvPr/>
        </p:nvSpPr>
        <p:spPr>
          <a:xfrm>
            <a:off x="3968496" y="2798064"/>
            <a:ext cx="1207008" cy="310896"/>
          </a:xfrm>
          <a:prstGeom prst="rect">
            <a:avLst/>
          </a:prstGeom>
          <a:noFill/>
          <a:ln/>
        </p:spPr>
        <p:txBody>
          <a:bodyPr wrap="square" lIns="0" tIns="0" rIns="0" bIns="0" rtlCol="0" anchor="t"/>
          <a:lstStyle/>
          <a:p>
            <a:pPr marL="0" indent="0">
              <a:lnSpc>
                <a:spcPct val="115000"/>
              </a:lnSpc>
              <a:buNone/>
            </a:pPr>
            <a:r>
              <a:rPr lang="en-US" sz="1250" b="1" dirty="0">
                <a:solidFill>
                  <a:srgbClr val="111827"/>
                </a:solidFill>
                <a:latin typeface="Pretendard" pitchFamily="34" charset="0"/>
                <a:ea typeface="Pretendard" pitchFamily="34" charset="-122"/>
                <a:cs typeface="Pretendard" pitchFamily="34" charset="-120"/>
              </a:rPr>
              <a:t>게시자와 접두사</a:t>
            </a:r>
            <a:endParaRPr lang="en-US" sz="1250" dirty="0"/>
          </a:p>
        </p:txBody>
      </p:sp>
      <p:sp>
        <p:nvSpPr>
          <p:cNvPr id="24" name="Text 22"/>
          <p:cNvSpPr/>
          <p:nvPr/>
        </p:nvSpPr>
        <p:spPr>
          <a:xfrm>
            <a:off x="3968496" y="3163824"/>
            <a:ext cx="1207008" cy="1005840"/>
          </a:xfrm>
          <a:prstGeom prst="rect">
            <a:avLst/>
          </a:prstGeom>
          <a:noFill/>
          <a:ln/>
        </p:spPr>
        <p:txBody>
          <a:bodyPr wrap="square" lIns="0" tIns="0" rIns="0" bIns="0" rtlCol="0" anchor="t"/>
          <a:lstStyle/>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사용자 지정 구성 요소를 식별하는 방법</a:t>
            </a:r>
            <a:endParaRPr lang="en-US" sz="950" dirty="0"/>
          </a:p>
        </p:txBody>
      </p:sp>
      <p:sp>
        <p:nvSpPr>
          <p:cNvPr id="25" name="objective card">
            <a:extLst>
              <a:ext uri="{C183D7F6-B498-43B3-948B-1728B52AA6E4}">
                <adec:decorative xmlns:adec="http://schemas.microsoft.com/office/drawing/2017/decorative" val="1"/>
              </a:ext>
            </a:extLst>
          </p:cNvPr>
          <p:cNvSpPr/>
          <p:nvPr/>
        </p:nvSpPr>
        <p:spPr>
          <a:xfrm>
            <a:off x="5404104" y="2331720"/>
            <a:ext cx="1572768" cy="2011680"/>
          </a:xfrm>
          <a:prstGeom prst="rect">
            <a:avLst/>
          </a:prstGeom>
          <a:solidFill>
            <a:srgbClr val="FFFFFF"/>
          </a:solidFill>
          <a:ln w="12700">
            <a:solidFill>
              <a:srgbClr val="E5E7EB"/>
            </a:solidFill>
            <a:prstDash val="solid"/>
          </a:ln>
        </p:spPr>
        <p:txBody>
          <a:bodyPr/>
          <a:lstStyle/>
          <a:p>
            <a:endParaRPr lang="ko-KR" altLang="en-US"/>
          </a:p>
        </p:txBody>
      </p:sp>
      <p:sp>
        <p:nvSpPr>
          <p:cNvPr id="26" name="card rule">
            <a:extLst>
              <a:ext uri="{C183D7F6-B498-43B3-948B-1728B52AA6E4}">
                <adec:decorative xmlns:adec="http://schemas.microsoft.com/office/drawing/2017/decorative" val="1"/>
              </a:ext>
            </a:extLst>
          </p:cNvPr>
          <p:cNvSpPr/>
          <p:nvPr/>
        </p:nvSpPr>
        <p:spPr>
          <a:xfrm>
            <a:off x="5404104" y="2331720"/>
            <a:ext cx="1572768" cy="36576"/>
          </a:xfrm>
          <a:prstGeom prst="rect">
            <a:avLst/>
          </a:prstGeom>
          <a:solidFill>
            <a:srgbClr val="3B82F6"/>
          </a:solidFill>
          <a:ln w="12700">
            <a:solidFill>
              <a:srgbClr val="3B82F6"/>
            </a:solidFill>
            <a:prstDash val="solid"/>
          </a:ln>
        </p:spPr>
        <p:txBody>
          <a:bodyPr/>
          <a:lstStyle/>
          <a:p>
            <a:endParaRPr lang="ko-KR" altLang="en-US"/>
          </a:p>
        </p:txBody>
      </p:sp>
      <p:sp>
        <p:nvSpPr>
          <p:cNvPr id="27" name="Text 25"/>
          <p:cNvSpPr/>
          <p:nvPr/>
        </p:nvSpPr>
        <p:spPr>
          <a:xfrm>
            <a:off x="5586984" y="2514600"/>
            <a:ext cx="1207008"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04</a:t>
            </a:r>
            <a:endParaRPr lang="en-US" sz="1300" dirty="0"/>
          </a:p>
        </p:txBody>
      </p:sp>
      <p:sp>
        <p:nvSpPr>
          <p:cNvPr id="28" name="Text 26"/>
          <p:cNvSpPr/>
          <p:nvPr/>
        </p:nvSpPr>
        <p:spPr>
          <a:xfrm>
            <a:off x="5586984" y="2798064"/>
            <a:ext cx="1207008" cy="310896"/>
          </a:xfrm>
          <a:prstGeom prst="rect">
            <a:avLst/>
          </a:prstGeom>
          <a:noFill/>
          <a:ln/>
        </p:spPr>
        <p:txBody>
          <a:bodyPr wrap="square" lIns="0" tIns="0" rIns="0" bIns="0" rtlCol="0" anchor="t"/>
          <a:lstStyle/>
          <a:p>
            <a:pPr marL="0" indent="0">
              <a:lnSpc>
                <a:spcPct val="115000"/>
              </a:lnSpc>
              <a:buNone/>
            </a:pPr>
            <a:r>
              <a:rPr lang="en-US" sz="1250" b="1" dirty="0">
                <a:solidFill>
                  <a:srgbClr val="111827"/>
                </a:solidFill>
                <a:latin typeface="Pretendard" pitchFamily="34" charset="0"/>
                <a:ea typeface="Pretendard" pitchFamily="34" charset="-122"/>
                <a:cs typeface="Pretendard" pitchFamily="34" charset="-120"/>
              </a:rPr>
              <a:t>수명 주기</a:t>
            </a:r>
            <a:endParaRPr lang="en-US" sz="1250" dirty="0"/>
          </a:p>
        </p:txBody>
      </p:sp>
      <p:sp>
        <p:nvSpPr>
          <p:cNvPr id="29" name="Text 27"/>
          <p:cNvSpPr/>
          <p:nvPr/>
        </p:nvSpPr>
        <p:spPr>
          <a:xfrm>
            <a:off x="5586984" y="3163824"/>
            <a:ext cx="1207008" cy="1005840"/>
          </a:xfrm>
          <a:prstGeom prst="rect">
            <a:avLst/>
          </a:prstGeom>
          <a:noFill/>
          <a:ln/>
        </p:spPr>
        <p:txBody>
          <a:bodyPr wrap="square" lIns="0" tIns="0" rIns="0" bIns="0" rtlCol="0" anchor="t"/>
          <a:lstStyle/>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개발 → 테스트 → 프로덕션의 흐름</a:t>
            </a:r>
            <a:endParaRPr lang="en-US" sz="950" dirty="0"/>
          </a:p>
        </p:txBody>
      </p:sp>
      <p:sp>
        <p:nvSpPr>
          <p:cNvPr id="30" name="objective card">
            <a:extLst>
              <a:ext uri="{C183D7F6-B498-43B3-948B-1728B52AA6E4}">
                <adec:decorative xmlns:adec="http://schemas.microsoft.com/office/drawing/2017/decorative" val="1"/>
              </a:ext>
            </a:extLst>
          </p:cNvPr>
          <p:cNvSpPr/>
          <p:nvPr/>
        </p:nvSpPr>
        <p:spPr>
          <a:xfrm>
            <a:off x="7022592" y="2331720"/>
            <a:ext cx="1572768" cy="2011680"/>
          </a:xfrm>
          <a:prstGeom prst="rect">
            <a:avLst/>
          </a:prstGeom>
          <a:solidFill>
            <a:srgbClr val="FFFFFF"/>
          </a:solidFill>
          <a:ln w="12700">
            <a:solidFill>
              <a:srgbClr val="E5E7EB"/>
            </a:solidFill>
            <a:prstDash val="solid"/>
          </a:ln>
        </p:spPr>
        <p:txBody>
          <a:bodyPr/>
          <a:lstStyle/>
          <a:p>
            <a:endParaRPr lang="ko-KR" altLang="en-US"/>
          </a:p>
        </p:txBody>
      </p:sp>
      <p:sp>
        <p:nvSpPr>
          <p:cNvPr id="31" name="card rule">
            <a:extLst>
              <a:ext uri="{C183D7F6-B498-43B3-948B-1728B52AA6E4}">
                <adec:decorative xmlns:adec="http://schemas.microsoft.com/office/drawing/2017/decorative" val="1"/>
              </a:ext>
            </a:extLst>
          </p:cNvPr>
          <p:cNvSpPr/>
          <p:nvPr/>
        </p:nvSpPr>
        <p:spPr>
          <a:xfrm>
            <a:off x="7022592" y="2331720"/>
            <a:ext cx="1572768" cy="36576"/>
          </a:xfrm>
          <a:prstGeom prst="rect">
            <a:avLst/>
          </a:prstGeom>
          <a:solidFill>
            <a:srgbClr val="3B82F6"/>
          </a:solidFill>
          <a:ln w="12700">
            <a:solidFill>
              <a:srgbClr val="3B82F6"/>
            </a:solidFill>
            <a:prstDash val="solid"/>
          </a:ln>
        </p:spPr>
        <p:txBody>
          <a:bodyPr/>
          <a:lstStyle/>
          <a:p>
            <a:endParaRPr lang="ko-KR" altLang="en-US"/>
          </a:p>
        </p:txBody>
      </p:sp>
      <p:sp>
        <p:nvSpPr>
          <p:cNvPr id="32" name="Text 30"/>
          <p:cNvSpPr/>
          <p:nvPr/>
        </p:nvSpPr>
        <p:spPr>
          <a:xfrm>
            <a:off x="7205472" y="2514600"/>
            <a:ext cx="1207008"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05</a:t>
            </a:r>
            <a:endParaRPr lang="en-US" sz="1300" dirty="0"/>
          </a:p>
        </p:txBody>
      </p:sp>
      <p:sp>
        <p:nvSpPr>
          <p:cNvPr id="33" name="Text 31"/>
          <p:cNvSpPr/>
          <p:nvPr/>
        </p:nvSpPr>
        <p:spPr>
          <a:xfrm>
            <a:off x="7205472" y="2798064"/>
            <a:ext cx="1207008" cy="310896"/>
          </a:xfrm>
          <a:prstGeom prst="rect">
            <a:avLst/>
          </a:prstGeom>
          <a:noFill/>
          <a:ln/>
        </p:spPr>
        <p:txBody>
          <a:bodyPr wrap="square" lIns="0" tIns="0" rIns="0" bIns="0" rtlCol="0" anchor="t"/>
          <a:lstStyle/>
          <a:p>
            <a:pPr marL="0" indent="0">
              <a:lnSpc>
                <a:spcPct val="115000"/>
              </a:lnSpc>
              <a:buNone/>
            </a:pPr>
            <a:r>
              <a:rPr lang="en-US" sz="1250" b="1" dirty="0">
                <a:solidFill>
                  <a:srgbClr val="111827"/>
                </a:solidFill>
                <a:latin typeface="Pretendard" pitchFamily="34" charset="0"/>
                <a:ea typeface="Pretendard" pitchFamily="34" charset="-122"/>
                <a:cs typeface="Pretendard" pitchFamily="34" charset="-120"/>
              </a:rPr>
              <a:t>실습</a:t>
            </a:r>
            <a:endParaRPr lang="en-US" sz="1250" dirty="0"/>
          </a:p>
        </p:txBody>
      </p:sp>
      <p:sp>
        <p:nvSpPr>
          <p:cNvPr id="34" name="Text 32"/>
          <p:cNvSpPr/>
          <p:nvPr/>
        </p:nvSpPr>
        <p:spPr>
          <a:xfrm>
            <a:off x="7205472" y="3163824"/>
            <a:ext cx="1207008" cy="1005840"/>
          </a:xfrm>
          <a:prstGeom prst="rect">
            <a:avLst/>
          </a:prstGeom>
          <a:noFill/>
          <a:ln/>
        </p:spPr>
        <p:txBody>
          <a:bodyPr wrap="square" lIns="0" tIns="0" rIns="0" bIns="0" rtlCol="0" anchor="t"/>
          <a:lstStyle/>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게시자와 솔루션을 직접 만들기</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핵심 개념</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솔루션이란 무엇인가</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ko-KR" alt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03  ·  정의</a:t>
            </a:r>
            <a:endParaRPr lang="en-US" sz="950" dirty="0"/>
          </a:p>
        </p:txBody>
      </p:sp>
      <p:sp>
        <p:nvSpPr>
          <p:cNvPr id="7" name="key message band">
            <a:extLst>
              <a:ext uri="{C183D7F6-B498-43B3-948B-1728B52AA6E4}">
                <adec:decorative xmlns:adec="http://schemas.microsoft.com/office/drawing/2017/decorative" val="1"/>
              </a:ext>
            </a:extLst>
          </p:cNvPr>
          <p:cNvSpPr/>
          <p:nvPr/>
        </p:nvSpPr>
        <p:spPr>
          <a:xfrm>
            <a:off x="548640" y="1417320"/>
            <a:ext cx="8046720" cy="566928"/>
          </a:xfrm>
          <a:prstGeom prst="rect">
            <a:avLst/>
          </a:prstGeom>
          <a:solidFill>
            <a:srgbClr val="F3F5F9"/>
          </a:solidFill>
          <a:ln w="12700">
            <a:solidFill>
              <a:srgbClr val="F3F5F9"/>
            </a:solidFill>
            <a:prstDash val="solid"/>
          </a:ln>
        </p:spPr>
        <p:txBody>
          <a:bodyPr/>
          <a:lstStyle/>
          <a:p>
            <a:endParaRPr lang="ko-KR" altLang="en-US"/>
          </a:p>
        </p:txBody>
      </p:sp>
      <p:sp>
        <p:nvSpPr>
          <p:cNvPr id="8" name="accent bar">
            <a:extLst>
              <a:ext uri="{C183D7F6-B498-43B3-948B-1728B52AA6E4}">
                <adec:decorative xmlns:adec="http://schemas.microsoft.com/office/drawing/2017/decorative" val="1"/>
              </a:ext>
            </a:extLst>
          </p:cNvPr>
          <p:cNvSpPr/>
          <p:nvPr/>
        </p:nvSpPr>
        <p:spPr>
          <a:xfrm>
            <a:off x="548640" y="1417320"/>
            <a:ext cx="50292" cy="566928"/>
          </a:xfrm>
          <a:prstGeom prst="rect">
            <a:avLst/>
          </a:prstGeom>
          <a:solidFill>
            <a:srgbClr val="1D4ED8"/>
          </a:solidFill>
          <a:ln w="12700">
            <a:solidFill>
              <a:srgbClr val="1D4ED8"/>
            </a:solidFill>
            <a:prstDash val="solid"/>
          </a:ln>
        </p:spPr>
        <p:txBody>
          <a:bodyPr/>
          <a:lstStyle/>
          <a:p>
            <a:endParaRPr lang="ko-KR" altLang="en-US"/>
          </a:p>
        </p:txBody>
      </p:sp>
      <p:sp>
        <p:nvSpPr>
          <p:cNvPr id="9" name="Text 7"/>
          <p:cNvSpPr/>
          <p:nvPr/>
        </p:nvSpPr>
        <p:spPr>
          <a:xfrm>
            <a:off x="749808" y="1417320"/>
            <a:ext cx="7680960" cy="566928"/>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관련 구성 요소를 담는 패키지 — 에이전트의 디지털 서류가방입니다.</a:t>
            </a:r>
            <a:endParaRPr lang="en-US" sz="1350" dirty="0"/>
          </a:p>
        </p:txBody>
      </p:sp>
      <p:sp>
        <p:nvSpPr>
          <p:cNvPr id="10" name="point card">
            <a:extLst>
              <a:ext uri="{C183D7F6-B498-43B3-948B-1728B52AA6E4}">
                <adec:decorative xmlns:adec="http://schemas.microsoft.com/office/drawing/2017/decorative" val="1"/>
              </a:ext>
            </a:extLst>
          </p:cNvPr>
          <p:cNvSpPr/>
          <p:nvPr/>
        </p:nvSpPr>
        <p:spPr>
          <a:xfrm>
            <a:off x="548640" y="2286000"/>
            <a:ext cx="5029200" cy="530352"/>
          </a:xfrm>
          <a:prstGeom prst="rect">
            <a:avLst/>
          </a:prstGeom>
          <a:solidFill>
            <a:srgbClr val="FFFFFF"/>
          </a:solidFill>
          <a:ln w="12700">
            <a:solidFill>
              <a:srgbClr val="E5E7EB"/>
            </a:solidFill>
            <a:prstDash val="solid"/>
          </a:ln>
        </p:spPr>
        <p:txBody>
          <a:bodyPr/>
          <a:lstStyle/>
          <a:p>
            <a:endParaRPr lang="en-US"/>
          </a:p>
        </p:txBody>
      </p:sp>
      <p:sp>
        <p:nvSpPr>
          <p:cNvPr id="11" name="point accent">
            <a:extLst>
              <a:ext uri="{C183D7F6-B498-43B3-948B-1728B52AA6E4}">
                <adec:decorative xmlns:adec="http://schemas.microsoft.com/office/drawing/2017/decorative" val="1"/>
              </a:ext>
            </a:extLst>
          </p:cNvPr>
          <p:cNvSpPr/>
          <p:nvPr/>
        </p:nvSpPr>
        <p:spPr>
          <a:xfrm>
            <a:off x="548640" y="2286000"/>
            <a:ext cx="45720" cy="530352"/>
          </a:xfrm>
          <a:prstGeom prst="rect">
            <a:avLst/>
          </a:prstGeom>
          <a:solidFill>
            <a:srgbClr val="3B82F6"/>
          </a:solidFill>
          <a:ln w="12700">
            <a:solidFill>
              <a:srgbClr val="3B82F6"/>
            </a:solidFill>
            <a:prstDash val="solid"/>
          </a:ln>
        </p:spPr>
        <p:txBody>
          <a:bodyPr/>
          <a:lstStyle/>
          <a:p>
            <a:endParaRPr lang="ko-KR" altLang="en-US"/>
          </a:p>
        </p:txBody>
      </p:sp>
      <p:sp>
        <p:nvSpPr>
          <p:cNvPr id="12" name="Text 10"/>
          <p:cNvSpPr/>
          <p:nvPr/>
        </p:nvSpPr>
        <p:spPr>
          <a:xfrm>
            <a:off x="777240" y="2286000"/>
            <a:ext cx="4709160" cy="530352"/>
          </a:xfrm>
          <a:prstGeom prst="rect">
            <a:avLst/>
          </a:prstGeom>
          <a:noFill/>
          <a:ln/>
        </p:spPr>
        <p:txBody>
          <a:bodyPr wrap="square" lIns="0" tIns="0" rIns="0" bIns="0" rtlCol="0" anchor="ctr"/>
          <a:lstStyle/>
          <a:p>
            <a:pPr marL="0" indent="0">
              <a:buNone/>
            </a:pPr>
            <a:r>
              <a:rPr lang="en-US" sz="1100" b="1" dirty="0">
                <a:solidFill>
                  <a:srgbClr val="1D4ED8"/>
                </a:solidFill>
                <a:latin typeface="Pretendard" pitchFamily="34" charset="0"/>
                <a:ea typeface="Pretendard" pitchFamily="34" charset="-122"/>
                <a:cs typeface="Pretendard" pitchFamily="34" charset="-120"/>
              </a:rPr>
              <a:t>담는 것     </a:t>
            </a:r>
            <a:r>
              <a:rPr lang="en-US" sz="1150" dirty="0">
                <a:solidFill>
                  <a:srgbClr val="111827"/>
                </a:solidFill>
                <a:latin typeface="Pretendard" pitchFamily="34" charset="0"/>
                <a:ea typeface="Pretendard" pitchFamily="34" charset="-122"/>
                <a:cs typeface="Pretendard" pitchFamily="34" charset="-120"/>
              </a:rPr>
              <a:t>에이전트, 테이블, 흐름, 사용자 지정 로직</a:t>
            </a:r>
            <a:endParaRPr lang="en-US" sz="1100" dirty="0"/>
          </a:p>
        </p:txBody>
      </p:sp>
      <p:sp>
        <p:nvSpPr>
          <p:cNvPr id="13" name="point card">
            <a:extLst>
              <a:ext uri="{C183D7F6-B498-43B3-948B-1728B52AA6E4}">
                <adec:decorative xmlns:adec="http://schemas.microsoft.com/office/drawing/2017/decorative" val="1"/>
              </a:ext>
            </a:extLst>
          </p:cNvPr>
          <p:cNvSpPr/>
          <p:nvPr/>
        </p:nvSpPr>
        <p:spPr>
          <a:xfrm>
            <a:off x="548640" y="2907792"/>
            <a:ext cx="5029200" cy="530352"/>
          </a:xfrm>
          <a:prstGeom prst="rect">
            <a:avLst/>
          </a:prstGeom>
          <a:solidFill>
            <a:srgbClr val="FFFFFF"/>
          </a:solidFill>
          <a:ln w="12700">
            <a:solidFill>
              <a:srgbClr val="E5E7EB"/>
            </a:solidFill>
            <a:prstDash val="solid"/>
          </a:ln>
        </p:spPr>
        <p:txBody>
          <a:bodyPr/>
          <a:lstStyle/>
          <a:p>
            <a:endParaRPr lang="en-US"/>
          </a:p>
        </p:txBody>
      </p:sp>
      <p:sp>
        <p:nvSpPr>
          <p:cNvPr id="14" name="point accent">
            <a:extLst>
              <a:ext uri="{C183D7F6-B498-43B3-948B-1728B52AA6E4}">
                <adec:decorative xmlns:adec="http://schemas.microsoft.com/office/drawing/2017/decorative" val="1"/>
              </a:ext>
            </a:extLst>
          </p:cNvPr>
          <p:cNvSpPr/>
          <p:nvPr/>
        </p:nvSpPr>
        <p:spPr>
          <a:xfrm>
            <a:off x="548640" y="2907792"/>
            <a:ext cx="45720" cy="530352"/>
          </a:xfrm>
          <a:prstGeom prst="rect">
            <a:avLst/>
          </a:prstGeom>
          <a:solidFill>
            <a:srgbClr val="3B82F6"/>
          </a:solidFill>
          <a:ln w="12700">
            <a:solidFill>
              <a:srgbClr val="3B82F6"/>
            </a:solidFill>
            <a:prstDash val="solid"/>
          </a:ln>
        </p:spPr>
        <p:txBody>
          <a:bodyPr/>
          <a:lstStyle/>
          <a:p>
            <a:endParaRPr lang="en-US"/>
          </a:p>
        </p:txBody>
      </p:sp>
      <p:sp>
        <p:nvSpPr>
          <p:cNvPr id="15" name="Text 13">
            <a:extLst>
              <a:ext uri="{C183D7F6-B498-43B3-948B-1728B52AA6E4}">
                <adec:decorative xmlns:adec="http://schemas.microsoft.com/office/drawing/2017/decorative" val="1"/>
              </a:ext>
            </a:extLst>
          </p:cNvPr>
          <p:cNvSpPr/>
          <p:nvPr/>
        </p:nvSpPr>
        <p:spPr>
          <a:xfrm>
            <a:off x="777240" y="2907792"/>
            <a:ext cx="4709160" cy="530352"/>
          </a:xfrm>
          <a:prstGeom prst="rect">
            <a:avLst/>
          </a:prstGeom>
          <a:noFill/>
          <a:ln/>
        </p:spPr>
        <p:txBody>
          <a:bodyPr wrap="square" lIns="0" tIns="0" rIns="0" bIns="0" rtlCol="0" anchor="ctr"/>
          <a:lstStyle/>
          <a:p>
            <a:pPr marL="0" indent="0">
              <a:buNone/>
            </a:pPr>
            <a:r>
              <a:rPr lang="en-US" sz="1100" b="1" dirty="0">
                <a:solidFill>
                  <a:srgbClr val="1D4ED8"/>
                </a:solidFill>
                <a:latin typeface="Pretendard" pitchFamily="34" charset="0"/>
                <a:ea typeface="Pretendard" pitchFamily="34" charset="-122"/>
                <a:cs typeface="Pretendard" pitchFamily="34" charset="-120"/>
              </a:rPr>
              <a:t>지원하는 것     </a:t>
            </a:r>
            <a:r>
              <a:rPr lang="en-US" sz="1150" dirty="0">
                <a:solidFill>
                  <a:srgbClr val="111827"/>
                </a:solidFill>
                <a:latin typeface="Pretendard" pitchFamily="34" charset="0"/>
                <a:ea typeface="Pretendard" pitchFamily="34" charset="-122"/>
                <a:cs typeface="Pretendard" pitchFamily="34" charset="-120"/>
              </a:rPr>
              <a:t>ALM · 개발 → 테스트 → 배포 → 업데이트</a:t>
            </a:r>
            <a:endParaRPr lang="en-US" sz="1100" dirty="0"/>
          </a:p>
        </p:txBody>
      </p:sp>
      <p:sp>
        <p:nvSpPr>
          <p:cNvPr id="16" name="point card">
            <a:extLst>
              <a:ext uri="{C183D7F6-B498-43B3-948B-1728B52AA6E4}">
                <adec:decorative xmlns:adec="http://schemas.microsoft.com/office/drawing/2017/decorative" val="1"/>
              </a:ext>
            </a:extLst>
          </p:cNvPr>
          <p:cNvSpPr/>
          <p:nvPr/>
        </p:nvSpPr>
        <p:spPr>
          <a:xfrm>
            <a:off x="548640" y="3529584"/>
            <a:ext cx="5029200" cy="530352"/>
          </a:xfrm>
          <a:prstGeom prst="rect">
            <a:avLst/>
          </a:prstGeom>
          <a:solidFill>
            <a:srgbClr val="FFFFFF"/>
          </a:solidFill>
          <a:ln w="12700">
            <a:solidFill>
              <a:srgbClr val="E5E7EB"/>
            </a:solidFill>
            <a:prstDash val="solid"/>
          </a:ln>
        </p:spPr>
        <p:txBody>
          <a:bodyPr/>
          <a:lstStyle/>
          <a:p>
            <a:endParaRPr lang="en-US"/>
          </a:p>
        </p:txBody>
      </p:sp>
      <p:sp>
        <p:nvSpPr>
          <p:cNvPr id="17" name="point accent">
            <a:extLst>
              <a:ext uri="{C183D7F6-B498-43B3-948B-1728B52AA6E4}">
                <adec:decorative xmlns:adec="http://schemas.microsoft.com/office/drawing/2017/decorative" val="1"/>
              </a:ext>
            </a:extLst>
          </p:cNvPr>
          <p:cNvSpPr/>
          <p:nvPr/>
        </p:nvSpPr>
        <p:spPr>
          <a:xfrm>
            <a:off x="548640" y="3529584"/>
            <a:ext cx="45720" cy="530352"/>
          </a:xfrm>
          <a:prstGeom prst="rect">
            <a:avLst/>
          </a:prstGeom>
          <a:solidFill>
            <a:srgbClr val="3B82F6"/>
          </a:solidFill>
          <a:ln w="12700">
            <a:solidFill>
              <a:srgbClr val="3B82F6"/>
            </a:solidFill>
            <a:prstDash val="solid"/>
          </a:ln>
        </p:spPr>
        <p:txBody>
          <a:bodyPr/>
          <a:lstStyle/>
          <a:p>
            <a:endParaRPr lang="en-US"/>
          </a:p>
        </p:txBody>
      </p:sp>
      <p:sp>
        <p:nvSpPr>
          <p:cNvPr id="18" name="Text 16"/>
          <p:cNvSpPr/>
          <p:nvPr/>
        </p:nvSpPr>
        <p:spPr>
          <a:xfrm>
            <a:off x="777240" y="3529584"/>
            <a:ext cx="4709160" cy="530352"/>
          </a:xfrm>
          <a:prstGeom prst="rect">
            <a:avLst/>
          </a:prstGeom>
          <a:noFill/>
          <a:ln/>
        </p:spPr>
        <p:txBody>
          <a:bodyPr wrap="square" lIns="0" tIns="0" rIns="0" bIns="0" rtlCol="0" anchor="ctr"/>
          <a:lstStyle/>
          <a:p>
            <a:pPr marL="0" indent="0">
              <a:buNone/>
            </a:pPr>
            <a:r>
              <a:rPr lang="en-US" sz="1100" b="1" dirty="0">
                <a:solidFill>
                  <a:srgbClr val="1D4ED8"/>
                </a:solidFill>
                <a:latin typeface="Pretendard" pitchFamily="34" charset="0"/>
                <a:ea typeface="Pretendard" pitchFamily="34" charset="-122"/>
                <a:cs typeface="Pretendard" pitchFamily="34" charset="-120"/>
              </a:rPr>
              <a:t>기본 동작     </a:t>
            </a:r>
            <a:r>
              <a:rPr lang="en-US" sz="1150" dirty="0">
                <a:solidFill>
                  <a:srgbClr val="111827"/>
                </a:solidFill>
                <a:latin typeface="Pretendard" pitchFamily="34" charset="0"/>
                <a:ea typeface="Pretendard" pitchFamily="34" charset="-122"/>
                <a:cs typeface="Pretendard" pitchFamily="34" charset="-120"/>
              </a:rPr>
              <a:t>새 에이전트는 Default Solution에 저장됩니다</a:t>
            </a:r>
            <a:endParaRPr lang="en-US" sz="1100" dirty="0"/>
          </a:p>
        </p:txBody>
      </p:sp>
      <p:sp>
        <p:nvSpPr>
          <p:cNvPr id="19" name="point card">
            <a:extLst>
              <a:ext uri="{C183D7F6-B498-43B3-948B-1728B52AA6E4}">
                <adec:decorative xmlns:adec="http://schemas.microsoft.com/office/drawing/2017/decorative" val="1"/>
              </a:ext>
            </a:extLst>
          </p:cNvPr>
          <p:cNvSpPr/>
          <p:nvPr/>
        </p:nvSpPr>
        <p:spPr>
          <a:xfrm>
            <a:off x="548640" y="4151376"/>
            <a:ext cx="5029200" cy="530352"/>
          </a:xfrm>
          <a:prstGeom prst="rect">
            <a:avLst/>
          </a:prstGeom>
          <a:solidFill>
            <a:srgbClr val="FFFFFF"/>
          </a:solidFill>
          <a:ln w="12700">
            <a:solidFill>
              <a:srgbClr val="E5E7EB"/>
            </a:solidFill>
            <a:prstDash val="solid"/>
          </a:ln>
        </p:spPr>
        <p:txBody>
          <a:bodyPr/>
          <a:lstStyle/>
          <a:p>
            <a:endParaRPr lang="en-US"/>
          </a:p>
        </p:txBody>
      </p:sp>
      <p:sp>
        <p:nvSpPr>
          <p:cNvPr id="20" name="point accent">
            <a:extLst>
              <a:ext uri="{C183D7F6-B498-43B3-948B-1728B52AA6E4}">
                <adec:decorative xmlns:adec="http://schemas.microsoft.com/office/drawing/2017/decorative" val="1"/>
              </a:ext>
            </a:extLst>
          </p:cNvPr>
          <p:cNvSpPr/>
          <p:nvPr/>
        </p:nvSpPr>
        <p:spPr>
          <a:xfrm>
            <a:off x="548640" y="4151376"/>
            <a:ext cx="45720" cy="530352"/>
          </a:xfrm>
          <a:prstGeom prst="rect">
            <a:avLst/>
          </a:prstGeom>
          <a:solidFill>
            <a:srgbClr val="3B82F6"/>
          </a:solidFill>
          <a:ln w="12700">
            <a:solidFill>
              <a:srgbClr val="3B82F6"/>
            </a:solidFill>
            <a:prstDash val="solid"/>
          </a:ln>
        </p:spPr>
        <p:txBody>
          <a:bodyPr/>
          <a:lstStyle/>
          <a:p>
            <a:endParaRPr lang="en-US"/>
          </a:p>
        </p:txBody>
      </p:sp>
      <p:sp>
        <p:nvSpPr>
          <p:cNvPr id="21" name="Text 19">
            <a:extLst>
              <a:ext uri="{C183D7F6-B498-43B3-948B-1728B52AA6E4}">
                <adec:decorative xmlns:adec="http://schemas.microsoft.com/office/drawing/2017/decorative" val="1"/>
              </a:ext>
            </a:extLst>
          </p:cNvPr>
          <p:cNvSpPr/>
          <p:nvPr/>
        </p:nvSpPr>
        <p:spPr>
          <a:xfrm>
            <a:off x="777240" y="4151376"/>
            <a:ext cx="4709160" cy="530352"/>
          </a:xfrm>
          <a:prstGeom prst="rect">
            <a:avLst/>
          </a:prstGeom>
          <a:noFill/>
          <a:ln/>
        </p:spPr>
        <p:txBody>
          <a:bodyPr wrap="square" lIns="0" tIns="0" rIns="0" bIns="0" rtlCol="0" anchor="ctr"/>
          <a:lstStyle/>
          <a:p>
            <a:pPr marL="0" indent="0">
              <a:buNone/>
            </a:pPr>
            <a:r>
              <a:rPr lang="en-US" sz="1100" b="1" dirty="0">
                <a:solidFill>
                  <a:srgbClr val="1D4ED8"/>
                </a:solidFill>
                <a:latin typeface="Pretendard" pitchFamily="34" charset="0"/>
                <a:ea typeface="Pretendard" pitchFamily="34" charset="-122"/>
                <a:cs typeface="Pretendard" pitchFamily="34" charset="-120"/>
              </a:rPr>
              <a:t>이번 작업     </a:t>
            </a:r>
            <a:r>
              <a:rPr lang="en-US" sz="1150" dirty="0">
                <a:solidFill>
                  <a:srgbClr val="111827"/>
                </a:solidFill>
                <a:latin typeface="Pretendard" pitchFamily="34" charset="0"/>
                <a:ea typeface="Pretendard" pitchFamily="34" charset="-122"/>
                <a:cs typeface="Pretendard" pitchFamily="34" charset="-120"/>
              </a:rPr>
              <a:t>전용 사용자 지정 솔루션을 직접 만듭니다</a:t>
            </a:r>
            <a:endParaRPr lang="en-US" sz="1100" dirty="0"/>
          </a:p>
        </p:txBody>
      </p:sp>
      <p:pic>
        <p:nvPicPr>
          <p:cNvPr id="22" name="Image 0" descr="구성 요소가 담긴 디지털 서류가방 일러스트"/>
          <p:cNvPicPr>
            <a:picLocks noChangeAspect="1"/>
          </p:cNvPicPr>
          <p:nvPr/>
        </p:nvPicPr>
        <p:blipFill>
          <a:blip r:embed="rId3"/>
          <a:stretch>
            <a:fillRect/>
          </a:stretch>
        </p:blipFill>
        <p:spPr>
          <a:xfrm>
            <a:off x="5943600" y="2336495"/>
            <a:ext cx="2651760" cy="2185009"/>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관리 도구</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어디서 관리하고, 어떤 유형이 있는가</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ko-KR" alt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03  ·  Solution Explorer</a:t>
            </a:r>
            <a:endParaRPr lang="en-US" sz="950" dirty="0"/>
          </a:p>
        </p:txBody>
      </p:sp>
      <p:sp>
        <p:nvSpPr>
          <p:cNvPr id="7" name="key message band">
            <a:extLst>
              <a:ext uri="{C183D7F6-B498-43B3-948B-1728B52AA6E4}">
                <adec:decorative xmlns:adec="http://schemas.microsoft.com/office/drawing/2017/decorative" val="1"/>
              </a:ext>
            </a:extLst>
          </p:cNvPr>
          <p:cNvSpPr/>
          <p:nvPr/>
        </p:nvSpPr>
        <p:spPr>
          <a:xfrm>
            <a:off x="548640" y="1417320"/>
            <a:ext cx="8046720" cy="566928"/>
          </a:xfrm>
          <a:prstGeom prst="rect">
            <a:avLst/>
          </a:prstGeom>
          <a:solidFill>
            <a:srgbClr val="F3F5F9"/>
          </a:solidFill>
          <a:ln w="12700">
            <a:solidFill>
              <a:srgbClr val="F3F5F9"/>
            </a:solidFill>
            <a:prstDash val="solid"/>
          </a:ln>
        </p:spPr>
        <p:txBody>
          <a:bodyPr/>
          <a:lstStyle/>
          <a:p>
            <a:endParaRPr lang="ko-KR" altLang="en-US"/>
          </a:p>
        </p:txBody>
      </p:sp>
      <p:sp>
        <p:nvSpPr>
          <p:cNvPr id="8" name="accent bar">
            <a:extLst>
              <a:ext uri="{C183D7F6-B498-43B3-948B-1728B52AA6E4}">
                <adec:decorative xmlns:adec="http://schemas.microsoft.com/office/drawing/2017/decorative" val="1"/>
              </a:ext>
            </a:extLst>
          </p:cNvPr>
          <p:cNvSpPr/>
          <p:nvPr/>
        </p:nvSpPr>
        <p:spPr>
          <a:xfrm>
            <a:off x="548640" y="1417320"/>
            <a:ext cx="50292" cy="566928"/>
          </a:xfrm>
          <a:prstGeom prst="rect">
            <a:avLst/>
          </a:prstGeom>
          <a:solidFill>
            <a:srgbClr val="1D4ED8"/>
          </a:solidFill>
          <a:ln w="12700">
            <a:solidFill>
              <a:srgbClr val="1D4ED8"/>
            </a:solidFill>
            <a:prstDash val="solid"/>
          </a:ln>
        </p:spPr>
        <p:txBody>
          <a:bodyPr/>
          <a:lstStyle/>
          <a:p>
            <a:endParaRPr lang="ko-KR" altLang="en-US"/>
          </a:p>
        </p:txBody>
      </p:sp>
      <p:sp>
        <p:nvSpPr>
          <p:cNvPr id="9" name="Text 7"/>
          <p:cNvSpPr/>
          <p:nvPr/>
        </p:nvSpPr>
        <p:spPr>
          <a:xfrm>
            <a:off x="749808" y="1417320"/>
            <a:ext cx="7680960" cy="566928"/>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이제 Power Apps maker portal로 전환하지 않고 Copilot Studio에서 직접 관리합니다.</a:t>
            </a:r>
            <a:endParaRPr lang="en-US" sz="1350" dirty="0"/>
          </a:p>
        </p:txBody>
      </p:sp>
      <p:sp>
        <p:nvSpPr>
          <p:cNvPr id="10" name="Text 8">
            <a:extLst>
              <a:ext uri="{C183D7F6-B498-43B3-948B-1728B52AA6E4}">
                <adec:decorative xmlns:adec="http://schemas.microsoft.com/office/drawing/2017/decorative" val="1"/>
              </a:ext>
            </a:extLst>
          </p:cNvPr>
          <p:cNvSpPr/>
          <p:nvPr/>
        </p:nvSpPr>
        <p:spPr>
          <a:xfrm>
            <a:off x="548640" y="2212848"/>
            <a:ext cx="4206240" cy="256032"/>
          </a:xfrm>
          <a:prstGeom prst="rect">
            <a:avLst/>
          </a:prstGeom>
          <a:noFill/>
          <a:ln/>
        </p:spPr>
        <p:txBody>
          <a:bodyPr wrap="square" lIns="0" tIns="0" rIns="0" bIns="0" rtlCol="0" anchor="ctr"/>
          <a:lstStyle/>
          <a:p>
            <a:pPr marL="0" indent="0">
              <a:buNone/>
            </a:pPr>
            <a:r>
              <a:rPr lang="en-US" sz="1200" b="1" dirty="0">
                <a:solidFill>
                  <a:srgbClr val="111827"/>
                </a:solidFill>
                <a:latin typeface="Pretendard" pitchFamily="34" charset="0"/>
                <a:ea typeface="Pretendard" pitchFamily="34" charset="-122"/>
                <a:cs typeface="Pretendard" pitchFamily="34" charset="-120"/>
              </a:rPr>
              <a:t>Solution Explorer에서 하는 일</a:t>
            </a:r>
            <a:endParaRPr lang="en-US" sz="1200" dirty="0"/>
          </a:p>
        </p:txBody>
      </p:sp>
      <p:sp>
        <p:nvSpPr>
          <p:cNvPr id="11" name="bullet">
            <a:extLst>
              <a:ext uri="{C183D7F6-B498-43B3-948B-1728B52AA6E4}">
                <adec:decorative xmlns:adec="http://schemas.microsoft.com/office/drawing/2017/decorative" val="1"/>
              </a:ext>
            </a:extLst>
          </p:cNvPr>
          <p:cNvSpPr/>
          <p:nvPr/>
        </p:nvSpPr>
        <p:spPr>
          <a:xfrm>
            <a:off x="548640" y="2670048"/>
            <a:ext cx="82296" cy="82296"/>
          </a:xfrm>
          <a:prstGeom prst="rect">
            <a:avLst/>
          </a:prstGeom>
          <a:solidFill>
            <a:srgbClr val="3B82F6"/>
          </a:solidFill>
          <a:ln w="12700">
            <a:solidFill>
              <a:srgbClr val="3B82F6"/>
            </a:solidFill>
            <a:prstDash val="solid"/>
          </a:ln>
        </p:spPr>
        <p:txBody>
          <a:bodyPr/>
          <a:lstStyle/>
          <a:p>
            <a:endParaRPr lang="ko-KR" altLang="en-US"/>
          </a:p>
        </p:txBody>
      </p:sp>
      <p:sp>
        <p:nvSpPr>
          <p:cNvPr id="12" name="Text 10"/>
          <p:cNvSpPr/>
          <p:nvPr/>
        </p:nvSpPr>
        <p:spPr>
          <a:xfrm>
            <a:off x="777240" y="2542032"/>
            <a:ext cx="3977640" cy="329184"/>
          </a:xfrm>
          <a:prstGeom prst="rect">
            <a:avLst/>
          </a:prstGeom>
          <a:noFill/>
          <a:ln/>
        </p:spPr>
        <p:txBody>
          <a:bodyPr wrap="square" lIns="0" tIns="0" rIns="0" bIns="0" rtlCol="0" anchor="ctr"/>
          <a:lstStyle/>
          <a:p>
            <a:pPr marL="0" indent="0">
              <a:buNone/>
            </a:pPr>
            <a:r>
              <a:rPr lang="en-US" sz="1100" dirty="0">
                <a:solidFill>
                  <a:srgbClr val="4B5563"/>
                </a:solidFill>
                <a:latin typeface="Pretendard" pitchFamily="34" charset="0"/>
                <a:ea typeface="Pretendard" pitchFamily="34" charset="-122"/>
                <a:cs typeface="Pretendard" pitchFamily="34" charset="-120"/>
              </a:rPr>
              <a:t>솔루션 생성 — 이동을 위한 패키징</a:t>
            </a:r>
            <a:endParaRPr lang="en-US" sz="1100" dirty="0"/>
          </a:p>
        </p:txBody>
      </p:sp>
      <p:sp>
        <p:nvSpPr>
          <p:cNvPr id="13" name="bullet">
            <a:extLst>
              <a:ext uri="{C183D7F6-B498-43B3-948B-1728B52AA6E4}">
                <adec:decorative xmlns:adec="http://schemas.microsoft.com/office/drawing/2017/decorative" val="1"/>
              </a:ext>
            </a:extLst>
          </p:cNvPr>
          <p:cNvSpPr/>
          <p:nvPr/>
        </p:nvSpPr>
        <p:spPr>
          <a:xfrm>
            <a:off x="548640" y="3054096"/>
            <a:ext cx="82296" cy="82296"/>
          </a:xfrm>
          <a:prstGeom prst="rect">
            <a:avLst/>
          </a:prstGeom>
          <a:solidFill>
            <a:srgbClr val="3B82F6"/>
          </a:solidFill>
          <a:ln w="12700">
            <a:solidFill>
              <a:srgbClr val="3B82F6"/>
            </a:solidFill>
            <a:prstDash val="solid"/>
          </a:ln>
        </p:spPr>
        <p:txBody>
          <a:bodyPr/>
          <a:lstStyle/>
          <a:p>
            <a:endParaRPr lang="en-US"/>
          </a:p>
        </p:txBody>
      </p:sp>
      <p:sp>
        <p:nvSpPr>
          <p:cNvPr id="14" name="Text 12">
            <a:extLst>
              <a:ext uri="{C183D7F6-B498-43B3-948B-1728B52AA6E4}">
                <adec:decorative xmlns:adec="http://schemas.microsoft.com/office/drawing/2017/decorative" val="1"/>
              </a:ext>
            </a:extLst>
          </p:cNvPr>
          <p:cNvSpPr/>
          <p:nvPr/>
        </p:nvSpPr>
        <p:spPr>
          <a:xfrm>
            <a:off x="777240" y="2926080"/>
            <a:ext cx="3977640" cy="329184"/>
          </a:xfrm>
          <a:prstGeom prst="rect">
            <a:avLst/>
          </a:prstGeom>
          <a:noFill/>
          <a:ln/>
        </p:spPr>
        <p:txBody>
          <a:bodyPr wrap="square" lIns="0" tIns="0" rIns="0" bIns="0" rtlCol="0" anchor="ctr"/>
          <a:lstStyle/>
          <a:p>
            <a:pPr marL="0" indent="0">
              <a:buNone/>
            </a:pPr>
            <a:r>
              <a:rPr lang="en-US" sz="1100" dirty="0">
                <a:solidFill>
                  <a:srgbClr val="4B5563"/>
                </a:solidFill>
                <a:latin typeface="Pretendard" pitchFamily="34" charset="0"/>
                <a:ea typeface="Pretendard" pitchFamily="34" charset="-122"/>
                <a:cs typeface="Pretendard" pitchFamily="34" charset="-120"/>
              </a:rPr>
              <a:t>선호하는 솔루션 설정 — 기본 저장 위치</a:t>
            </a:r>
            <a:endParaRPr lang="en-US" sz="1100" dirty="0"/>
          </a:p>
        </p:txBody>
      </p:sp>
      <p:sp>
        <p:nvSpPr>
          <p:cNvPr id="15" name="bullet">
            <a:extLst>
              <a:ext uri="{C183D7F6-B498-43B3-948B-1728B52AA6E4}">
                <adec:decorative xmlns:adec="http://schemas.microsoft.com/office/drawing/2017/decorative" val="1"/>
              </a:ext>
            </a:extLst>
          </p:cNvPr>
          <p:cNvSpPr/>
          <p:nvPr/>
        </p:nvSpPr>
        <p:spPr>
          <a:xfrm>
            <a:off x="548640" y="3438144"/>
            <a:ext cx="82296" cy="82296"/>
          </a:xfrm>
          <a:prstGeom prst="rect">
            <a:avLst/>
          </a:prstGeom>
          <a:solidFill>
            <a:srgbClr val="3B82F6"/>
          </a:solidFill>
          <a:ln w="12700">
            <a:solidFill>
              <a:srgbClr val="3B82F6"/>
            </a:solidFill>
            <a:prstDash val="solid"/>
          </a:ln>
        </p:spPr>
        <p:txBody>
          <a:bodyPr/>
          <a:lstStyle/>
          <a:p>
            <a:endParaRPr lang="en-US"/>
          </a:p>
        </p:txBody>
      </p:sp>
      <p:sp>
        <p:nvSpPr>
          <p:cNvPr id="16" name="Text 14">
            <a:extLst>
              <a:ext uri="{C183D7F6-B498-43B3-948B-1728B52AA6E4}">
                <adec:decorative xmlns:adec="http://schemas.microsoft.com/office/drawing/2017/decorative" val="1"/>
              </a:ext>
            </a:extLst>
          </p:cNvPr>
          <p:cNvSpPr/>
          <p:nvPr/>
        </p:nvSpPr>
        <p:spPr>
          <a:xfrm>
            <a:off x="777240" y="3310128"/>
            <a:ext cx="3977640" cy="329184"/>
          </a:xfrm>
          <a:prstGeom prst="rect">
            <a:avLst/>
          </a:prstGeom>
          <a:noFill/>
          <a:ln/>
        </p:spPr>
        <p:txBody>
          <a:bodyPr wrap="square" lIns="0" tIns="0" rIns="0" bIns="0" rtlCol="0" anchor="ctr"/>
          <a:lstStyle/>
          <a:p>
            <a:pPr marL="0" indent="0">
              <a:buNone/>
            </a:pPr>
            <a:r>
              <a:rPr lang="en-US" sz="1100" dirty="0">
                <a:solidFill>
                  <a:srgbClr val="4B5563"/>
                </a:solidFill>
                <a:latin typeface="Pretendard" pitchFamily="34" charset="0"/>
                <a:ea typeface="Pretendard" pitchFamily="34" charset="-122"/>
                <a:cs typeface="Pretendard" pitchFamily="34" charset="-120"/>
              </a:rPr>
              <a:t>구성 요소 추가 및 제거</a:t>
            </a:r>
            <a:endParaRPr lang="en-US" sz="1100" dirty="0"/>
          </a:p>
        </p:txBody>
      </p:sp>
      <p:sp>
        <p:nvSpPr>
          <p:cNvPr id="17" name="bullet">
            <a:extLst>
              <a:ext uri="{C183D7F6-B498-43B3-948B-1728B52AA6E4}">
                <adec:decorative xmlns:adec="http://schemas.microsoft.com/office/drawing/2017/decorative" val="1"/>
              </a:ext>
            </a:extLst>
          </p:cNvPr>
          <p:cNvSpPr/>
          <p:nvPr/>
        </p:nvSpPr>
        <p:spPr>
          <a:xfrm>
            <a:off x="548640" y="3822192"/>
            <a:ext cx="82296" cy="82296"/>
          </a:xfrm>
          <a:prstGeom prst="rect">
            <a:avLst/>
          </a:prstGeom>
          <a:solidFill>
            <a:srgbClr val="3B82F6"/>
          </a:solidFill>
          <a:ln w="12700">
            <a:solidFill>
              <a:srgbClr val="3B82F6"/>
            </a:solidFill>
            <a:prstDash val="solid"/>
          </a:ln>
        </p:spPr>
        <p:txBody>
          <a:bodyPr/>
          <a:lstStyle/>
          <a:p>
            <a:endParaRPr lang="en-US"/>
          </a:p>
        </p:txBody>
      </p:sp>
      <p:sp>
        <p:nvSpPr>
          <p:cNvPr id="18" name="Text 16"/>
          <p:cNvSpPr/>
          <p:nvPr/>
        </p:nvSpPr>
        <p:spPr>
          <a:xfrm>
            <a:off x="777240" y="3694176"/>
            <a:ext cx="3977640" cy="329184"/>
          </a:xfrm>
          <a:prstGeom prst="rect">
            <a:avLst/>
          </a:prstGeom>
          <a:noFill/>
          <a:ln/>
        </p:spPr>
        <p:txBody>
          <a:bodyPr wrap="square" lIns="0" tIns="0" rIns="0" bIns="0" rtlCol="0" anchor="ctr"/>
          <a:lstStyle/>
          <a:p>
            <a:pPr marL="0" indent="0">
              <a:buNone/>
            </a:pPr>
            <a:r>
              <a:rPr lang="en-US" sz="1100" dirty="0">
                <a:solidFill>
                  <a:srgbClr val="4B5563"/>
                </a:solidFill>
                <a:latin typeface="Pretendard" pitchFamily="34" charset="0"/>
                <a:ea typeface="Pretendard" pitchFamily="34" charset="-122"/>
                <a:cs typeface="Pretendard" pitchFamily="34" charset="-120"/>
              </a:rPr>
              <a:t>내보내기 · 가져오기</a:t>
            </a:r>
            <a:endParaRPr lang="en-US" sz="1100" dirty="0"/>
          </a:p>
        </p:txBody>
      </p:sp>
      <p:sp>
        <p:nvSpPr>
          <p:cNvPr id="19" name="bullet">
            <a:extLst>
              <a:ext uri="{C183D7F6-B498-43B3-948B-1728B52AA6E4}">
                <adec:decorative xmlns:adec="http://schemas.microsoft.com/office/drawing/2017/decorative" val="1"/>
              </a:ext>
            </a:extLst>
          </p:cNvPr>
          <p:cNvSpPr/>
          <p:nvPr/>
        </p:nvSpPr>
        <p:spPr>
          <a:xfrm>
            <a:off x="548640" y="4206240"/>
            <a:ext cx="82296" cy="82296"/>
          </a:xfrm>
          <a:prstGeom prst="rect">
            <a:avLst/>
          </a:prstGeom>
          <a:solidFill>
            <a:srgbClr val="3B82F6"/>
          </a:solidFill>
          <a:ln w="12700">
            <a:solidFill>
              <a:srgbClr val="3B82F6"/>
            </a:solidFill>
            <a:prstDash val="solid"/>
          </a:ln>
        </p:spPr>
        <p:txBody>
          <a:bodyPr/>
          <a:lstStyle/>
          <a:p>
            <a:endParaRPr lang="en-US"/>
          </a:p>
        </p:txBody>
      </p:sp>
      <p:sp>
        <p:nvSpPr>
          <p:cNvPr id="20" name="Text 18">
            <a:extLst>
              <a:ext uri="{C183D7F6-B498-43B3-948B-1728B52AA6E4}">
                <adec:decorative xmlns:adec="http://schemas.microsoft.com/office/drawing/2017/decorative" val="1"/>
              </a:ext>
            </a:extLst>
          </p:cNvPr>
          <p:cNvSpPr/>
          <p:nvPr/>
        </p:nvSpPr>
        <p:spPr>
          <a:xfrm>
            <a:off x="777240" y="4078224"/>
            <a:ext cx="3977640" cy="329184"/>
          </a:xfrm>
          <a:prstGeom prst="rect">
            <a:avLst/>
          </a:prstGeom>
          <a:noFill/>
          <a:ln/>
        </p:spPr>
        <p:txBody>
          <a:bodyPr wrap="square" lIns="0" tIns="0" rIns="0" bIns="0" rtlCol="0" anchor="ctr"/>
          <a:lstStyle/>
          <a:p>
            <a:pPr marL="0" indent="0">
              <a:buNone/>
            </a:pPr>
            <a:r>
              <a:rPr lang="en-US" sz="1100" dirty="0">
                <a:solidFill>
                  <a:srgbClr val="4B5563"/>
                </a:solidFill>
                <a:latin typeface="Pretendard" pitchFamily="34" charset="0"/>
                <a:ea typeface="Pretendard" pitchFamily="34" charset="-122"/>
                <a:cs typeface="Pretendard" pitchFamily="34" charset="-120"/>
              </a:rPr>
              <a:t>솔루션 파이프라인 생성 및 관리</a:t>
            </a:r>
            <a:endParaRPr lang="en-US" sz="1100" dirty="0"/>
          </a:p>
        </p:txBody>
      </p:sp>
      <p:sp>
        <p:nvSpPr>
          <p:cNvPr id="21" name="bullet">
            <a:extLst>
              <a:ext uri="{C183D7F6-B498-43B3-948B-1728B52AA6E4}">
                <adec:decorative xmlns:adec="http://schemas.microsoft.com/office/drawing/2017/decorative" val="1"/>
              </a:ext>
            </a:extLst>
          </p:cNvPr>
          <p:cNvSpPr/>
          <p:nvPr/>
        </p:nvSpPr>
        <p:spPr>
          <a:xfrm>
            <a:off x="548640" y="4590288"/>
            <a:ext cx="82296" cy="82296"/>
          </a:xfrm>
          <a:prstGeom prst="rect">
            <a:avLst/>
          </a:prstGeom>
          <a:solidFill>
            <a:srgbClr val="3B82F6"/>
          </a:solidFill>
          <a:ln w="12700">
            <a:solidFill>
              <a:srgbClr val="3B82F6"/>
            </a:solidFill>
            <a:prstDash val="solid"/>
          </a:ln>
        </p:spPr>
        <p:txBody>
          <a:bodyPr/>
          <a:lstStyle/>
          <a:p>
            <a:endParaRPr lang="en-US"/>
          </a:p>
        </p:txBody>
      </p:sp>
      <p:sp>
        <p:nvSpPr>
          <p:cNvPr id="22" name="Text 20"/>
          <p:cNvSpPr/>
          <p:nvPr/>
        </p:nvSpPr>
        <p:spPr>
          <a:xfrm>
            <a:off x="777240" y="4462272"/>
            <a:ext cx="3977640" cy="329184"/>
          </a:xfrm>
          <a:prstGeom prst="rect">
            <a:avLst/>
          </a:prstGeom>
          <a:noFill/>
          <a:ln/>
        </p:spPr>
        <p:txBody>
          <a:bodyPr wrap="square" lIns="0" tIns="0" rIns="0" bIns="0" rtlCol="0" anchor="ctr"/>
          <a:lstStyle/>
          <a:p>
            <a:pPr marL="0" indent="0">
              <a:buNone/>
            </a:pPr>
            <a:r>
              <a:rPr lang="en-US" sz="1100" dirty="0">
                <a:solidFill>
                  <a:srgbClr val="4B5563"/>
                </a:solidFill>
                <a:latin typeface="Pretendard" pitchFamily="34" charset="0"/>
                <a:ea typeface="Pretendard" pitchFamily="34" charset="-122"/>
                <a:cs typeface="Pretendard" pitchFamily="34" charset="-120"/>
              </a:rPr>
              <a:t>Git 통합으로 버전 제어</a:t>
            </a:r>
            <a:endParaRPr lang="en-US" sz="1100" dirty="0"/>
          </a:p>
        </p:txBody>
      </p:sp>
      <p:sp>
        <p:nvSpPr>
          <p:cNvPr id="23" name="Text 21"/>
          <p:cNvSpPr/>
          <p:nvPr/>
        </p:nvSpPr>
        <p:spPr>
          <a:xfrm>
            <a:off x="5120640" y="2212848"/>
            <a:ext cx="3474720" cy="256032"/>
          </a:xfrm>
          <a:prstGeom prst="rect">
            <a:avLst/>
          </a:prstGeom>
          <a:noFill/>
          <a:ln/>
        </p:spPr>
        <p:txBody>
          <a:bodyPr wrap="square" lIns="0" tIns="0" rIns="0" bIns="0" rtlCol="0" anchor="ctr"/>
          <a:lstStyle/>
          <a:p>
            <a:pPr marL="0" indent="0">
              <a:buNone/>
            </a:pPr>
            <a:r>
              <a:rPr lang="en-US" sz="1200" b="1" dirty="0">
                <a:solidFill>
                  <a:srgbClr val="111827"/>
                </a:solidFill>
                <a:latin typeface="Pretendard" pitchFamily="34" charset="0"/>
                <a:ea typeface="Pretendard" pitchFamily="34" charset="-122"/>
                <a:cs typeface="Pretendard" pitchFamily="34" charset="-120"/>
              </a:rPr>
              <a:t>솔루션의 두 가지 유형</a:t>
            </a:r>
            <a:endParaRPr lang="en-US" sz="1200" dirty="0"/>
          </a:p>
        </p:txBody>
      </p:sp>
      <p:sp>
        <p:nvSpPr>
          <p:cNvPr id="24" name="type card">
            <a:extLst>
              <a:ext uri="{C183D7F6-B498-43B3-948B-1728B52AA6E4}">
                <adec:decorative xmlns:adec="http://schemas.microsoft.com/office/drawing/2017/decorative" val="1"/>
              </a:ext>
            </a:extLst>
          </p:cNvPr>
          <p:cNvSpPr/>
          <p:nvPr/>
        </p:nvSpPr>
        <p:spPr>
          <a:xfrm>
            <a:off x="5120640" y="2542032"/>
            <a:ext cx="3474720" cy="1024128"/>
          </a:xfrm>
          <a:prstGeom prst="rect">
            <a:avLst/>
          </a:prstGeom>
          <a:solidFill>
            <a:srgbClr val="FFFFFF"/>
          </a:solidFill>
          <a:ln w="12700">
            <a:solidFill>
              <a:srgbClr val="E5E7EB"/>
            </a:solidFill>
            <a:prstDash val="solid"/>
          </a:ln>
        </p:spPr>
        <p:txBody>
          <a:bodyPr/>
          <a:lstStyle/>
          <a:p>
            <a:endParaRPr lang="en-US"/>
          </a:p>
        </p:txBody>
      </p:sp>
      <p:sp>
        <p:nvSpPr>
          <p:cNvPr id="25" name="type rule">
            <a:extLst>
              <a:ext uri="{C183D7F6-B498-43B3-948B-1728B52AA6E4}">
                <adec:decorative xmlns:adec="http://schemas.microsoft.com/office/drawing/2017/decorative" val="1"/>
              </a:ext>
            </a:extLst>
          </p:cNvPr>
          <p:cNvSpPr/>
          <p:nvPr/>
        </p:nvSpPr>
        <p:spPr>
          <a:xfrm>
            <a:off x="5120640" y="2542032"/>
            <a:ext cx="3474720" cy="36576"/>
          </a:xfrm>
          <a:prstGeom prst="rect">
            <a:avLst/>
          </a:prstGeom>
          <a:solidFill>
            <a:srgbClr val="3B82F6"/>
          </a:solidFill>
          <a:ln w="12700">
            <a:solidFill>
              <a:srgbClr val="3B82F6"/>
            </a:solidFill>
            <a:prstDash val="solid"/>
          </a:ln>
        </p:spPr>
        <p:txBody>
          <a:bodyPr/>
          <a:lstStyle/>
          <a:p>
            <a:endParaRPr lang="ko-KR" altLang="en-US"/>
          </a:p>
        </p:txBody>
      </p:sp>
      <p:sp>
        <p:nvSpPr>
          <p:cNvPr id="26" name="Text 24">
            <a:extLst>
              <a:ext uri="{C183D7F6-B498-43B3-948B-1728B52AA6E4}">
                <adec:decorative xmlns:adec="http://schemas.microsoft.com/office/drawing/2017/decorative" val="1"/>
              </a:ext>
            </a:extLst>
          </p:cNvPr>
          <p:cNvSpPr/>
          <p:nvPr/>
        </p:nvSpPr>
        <p:spPr>
          <a:xfrm>
            <a:off x="5321808" y="2706624"/>
            <a:ext cx="2103120" cy="274320"/>
          </a:xfrm>
          <a:prstGeom prst="rect">
            <a:avLst/>
          </a:prstGeom>
          <a:noFill/>
          <a:ln/>
        </p:spPr>
        <p:txBody>
          <a:bodyPr wrap="square" lIns="0" tIns="0" rIns="0" bIns="0" rtlCol="0" anchor="ctr"/>
          <a:lstStyle/>
          <a:p>
            <a:pPr marL="0" indent="0">
              <a:buNone/>
            </a:pPr>
            <a:r>
              <a:rPr lang="en-US" sz="1250" b="1" dirty="0">
                <a:solidFill>
                  <a:srgbClr val="111827"/>
                </a:solidFill>
                <a:latin typeface="Pretendard" pitchFamily="34" charset="0"/>
                <a:ea typeface="Pretendard" pitchFamily="34" charset="-122"/>
                <a:cs typeface="Pretendard" pitchFamily="34" charset="-120"/>
              </a:rPr>
              <a:t>비관리형 (Unmanaged)</a:t>
            </a:r>
            <a:endParaRPr lang="en-US" sz="1250" dirty="0"/>
          </a:p>
        </p:txBody>
      </p:sp>
      <p:sp>
        <p:nvSpPr>
          <p:cNvPr id="27" name="Text 25"/>
          <p:cNvSpPr/>
          <p:nvPr/>
        </p:nvSpPr>
        <p:spPr>
          <a:xfrm>
            <a:off x="7223760" y="2724912"/>
            <a:ext cx="1188720" cy="237744"/>
          </a:xfrm>
          <a:prstGeom prst="rect">
            <a:avLst/>
          </a:prstGeom>
          <a:noFill/>
          <a:ln/>
        </p:spPr>
        <p:txBody>
          <a:bodyPr wrap="square" lIns="0" tIns="0" rIns="0" bIns="0" rtlCol="0" anchor="ctr"/>
          <a:lstStyle/>
          <a:p>
            <a:pPr marL="0" indent="0" algn="r">
              <a:buNone/>
            </a:pPr>
            <a:r>
              <a:rPr lang="en-US" sz="900" b="1" dirty="0">
                <a:solidFill>
                  <a:srgbClr val="1D4ED8"/>
                </a:solidFill>
                <a:latin typeface="Pretendard" pitchFamily="34" charset="0"/>
                <a:ea typeface="Pretendard" pitchFamily="34" charset="-122"/>
                <a:cs typeface="Pretendard" pitchFamily="34" charset="-120"/>
              </a:rPr>
              <a:t>개발 단계</a:t>
            </a:r>
            <a:endParaRPr lang="en-US" sz="900" dirty="0"/>
          </a:p>
        </p:txBody>
      </p:sp>
      <p:sp>
        <p:nvSpPr>
          <p:cNvPr id="28" name="Text 26"/>
          <p:cNvSpPr/>
          <p:nvPr/>
        </p:nvSpPr>
        <p:spPr>
          <a:xfrm>
            <a:off x="5321808" y="3017520"/>
            <a:ext cx="3072384" cy="457200"/>
          </a:xfrm>
          <a:prstGeom prst="rect">
            <a:avLst/>
          </a:prstGeom>
          <a:noFill/>
          <a:ln/>
        </p:spPr>
        <p:txBody>
          <a:bodyPr wrap="square" lIns="0" tIns="0" rIns="0" bIns="0" rtlCol="0" anchor="ctr"/>
          <a:lstStyle/>
          <a:p>
            <a:pPr marL="0" indent="0">
              <a:lnSpc>
                <a:spcPct val="120000"/>
              </a:lnSpc>
              <a:buNone/>
            </a:pPr>
            <a:r>
              <a:rPr lang="en-US" sz="1000" dirty="0">
                <a:solidFill>
                  <a:srgbClr val="4B5563"/>
                </a:solidFill>
                <a:latin typeface="Pretendard" pitchFamily="34" charset="0"/>
                <a:ea typeface="Pretendard" pitchFamily="34" charset="-122"/>
                <a:cs typeface="Pretendard" pitchFamily="34" charset="-120"/>
              </a:rPr>
              <a:t>제작자가 구성 요소를 편집하고</a:t>
            </a:r>
            <a:endParaRPr lang="en-US" sz="1000" dirty="0"/>
          </a:p>
          <a:p>
            <a:pPr marL="0" indent="0">
              <a:lnSpc>
                <a:spcPct val="120000"/>
              </a:lnSpc>
              <a:buNone/>
            </a:pPr>
            <a:r>
              <a:rPr lang="en-US" sz="1000" dirty="0">
                <a:solidFill>
                  <a:srgbClr val="4B5563"/>
                </a:solidFill>
                <a:latin typeface="Pretendard" pitchFamily="34" charset="0"/>
                <a:ea typeface="Pretendard" pitchFamily="34" charset="-122"/>
                <a:cs typeface="Pretendard" pitchFamily="34" charset="-120"/>
              </a:rPr>
              <a:t>사용자 지정할 수 있습니다.</a:t>
            </a:r>
            <a:endParaRPr lang="en-US" sz="1000" dirty="0"/>
          </a:p>
        </p:txBody>
      </p:sp>
      <p:sp>
        <p:nvSpPr>
          <p:cNvPr id="29" name="type card">
            <a:extLst>
              <a:ext uri="{C183D7F6-B498-43B3-948B-1728B52AA6E4}">
                <adec:decorative xmlns:adec="http://schemas.microsoft.com/office/drawing/2017/decorative" val="1"/>
              </a:ext>
            </a:extLst>
          </p:cNvPr>
          <p:cNvSpPr/>
          <p:nvPr/>
        </p:nvSpPr>
        <p:spPr>
          <a:xfrm>
            <a:off x="5120640" y="3694176"/>
            <a:ext cx="3474720" cy="1024128"/>
          </a:xfrm>
          <a:prstGeom prst="rect">
            <a:avLst/>
          </a:prstGeom>
          <a:solidFill>
            <a:srgbClr val="FFFFFF"/>
          </a:solidFill>
          <a:ln w="12700">
            <a:solidFill>
              <a:srgbClr val="E5E7EB"/>
            </a:solidFill>
            <a:prstDash val="solid"/>
          </a:ln>
        </p:spPr>
        <p:txBody>
          <a:bodyPr/>
          <a:lstStyle/>
          <a:p>
            <a:endParaRPr lang="en-US"/>
          </a:p>
        </p:txBody>
      </p:sp>
      <p:sp>
        <p:nvSpPr>
          <p:cNvPr id="30" name="type rule">
            <a:extLst>
              <a:ext uri="{C183D7F6-B498-43B3-948B-1728B52AA6E4}">
                <adec:decorative xmlns:adec="http://schemas.microsoft.com/office/drawing/2017/decorative" val="1"/>
              </a:ext>
            </a:extLst>
          </p:cNvPr>
          <p:cNvSpPr/>
          <p:nvPr/>
        </p:nvSpPr>
        <p:spPr>
          <a:xfrm>
            <a:off x="5120640" y="3694176"/>
            <a:ext cx="3474720" cy="36576"/>
          </a:xfrm>
          <a:prstGeom prst="rect">
            <a:avLst/>
          </a:prstGeom>
          <a:solidFill>
            <a:srgbClr val="3B82F6"/>
          </a:solidFill>
          <a:ln w="12700">
            <a:solidFill>
              <a:srgbClr val="3B82F6"/>
            </a:solidFill>
            <a:prstDash val="solid"/>
          </a:ln>
        </p:spPr>
        <p:txBody>
          <a:bodyPr/>
          <a:lstStyle/>
          <a:p>
            <a:endParaRPr lang="ko-KR" altLang="en-US"/>
          </a:p>
        </p:txBody>
      </p:sp>
      <p:sp>
        <p:nvSpPr>
          <p:cNvPr id="31" name="Text 29">
            <a:extLst>
              <a:ext uri="{C183D7F6-B498-43B3-948B-1728B52AA6E4}">
                <adec:decorative xmlns:adec="http://schemas.microsoft.com/office/drawing/2017/decorative" val="1"/>
              </a:ext>
            </a:extLst>
          </p:cNvPr>
          <p:cNvSpPr/>
          <p:nvPr/>
        </p:nvSpPr>
        <p:spPr>
          <a:xfrm>
            <a:off x="5321808" y="3858768"/>
            <a:ext cx="2103120" cy="274320"/>
          </a:xfrm>
          <a:prstGeom prst="rect">
            <a:avLst/>
          </a:prstGeom>
          <a:noFill/>
          <a:ln/>
        </p:spPr>
        <p:txBody>
          <a:bodyPr wrap="square" lIns="0" tIns="0" rIns="0" bIns="0" rtlCol="0" anchor="ctr"/>
          <a:lstStyle/>
          <a:p>
            <a:pPr marL="0" indent="0">
              <a:buNone/>
            </a:pPr>
            <a:r>
              <a:rPr lang="en-US" sz="1250" b="1" dirty="0">
                <a:solidFill>
                  <a:srgbClr val="111827"/>
                </a:solidFill>
                <a:latin typeface="Pretendard" pitchFamily="34" charset="0"/>
                <a:ea typeface="Pretendard" pitchFamily="34" charset="-122"/>
                <a:cs typeface="Pretendard" pitchFamily="34" charset="-120"/>
              </a:rPr>
              <a:t>관리형 (Managed)</a:t>
            </a:r>
            <a:endParaRPr lang="en-US" sz="1250" dirty="0"/>
          </a:p>
        </p:txBody>
      </p:sp>
      <p:sp>
        <p:nvSpPr>
          <p:cNvPr id="32" name="Text 30"/>
          <p:cNvSpPr/>
          <p:nvPr/>
        </p:nvSpPr>
        <p:spPr>
          <a:xfrm>
            <a:off x="7223760" y="3877056"/>
            <a:ext cx="1188720" cy="237744"/>
          </a:xfrm>
          <a:prstGeom prst="rect">
            <a:avLst/>
          </a:prstGeom>
          <a:noFill/>
          <a:ln/>
        </p:spPr>
        <p:txBody>
          <a:bodyPr wrap="square" lIns="0" tIns="0" rIns="0" bIns="0" rtlCol="0" anchor="ctr"/>
          <a:lstStyle/>
          <a:p>
            <a:pPr marL="0" indent="0" algn="r">
              <a:buNone/>
            </a:pPr>
            <a:r>
              <a:rPr lang="en-US" sz="900" b="1" dirty="0">
                <a:solidFill>
                  <a:srgbClr val="1D4ED8"/>
                </a:solidFill>
                <a:latin typeface="Pretendard" pitchFamily="34" charset="0"/>
                <a:ea typeface="Pretendard" pitchFamily="34" charset="-122"/>
                <a:cs typeface="Pretendard" pitchFamily="34" charset="-120"/>
              </a:rPr>
              <a:t>테스트 · 프로덕션</a:t>
            </a:r>
            <a:endParaRPr lang="en-US" sz="900" dirty="0"/>
          </a:p>
        </p:txBody>
      </p:sp>
      <p:sp>
        <p:nvSpPr>
          <p:cNvPr id="33" name="Text 31"/>
          <p:cNvSpPr/>
          <p:nvPr/>
        </p:nvSpPr>
        <p:spPr>
          <a:xfrm>
            <a:off x="5321808" y="4169664"/>
            <a:ext cx="3072384" cy="457200"/>
          </a:xfrm>
          <a:prstGeom prst="rect">
            <a:avLst/>
          </a:prstGeom>
          <a:noFill/>
          <a:ln/>
        </p:spPr>
        <p:txBody>
          <a:bodyPr wrap="square" lIns="0" tIns="0" rIns="0" bIns="0" rtlCol="0" anchor="ctr"/>
          <a:lstStyle/>
          <a:p>
            <a:pPr marL="0" indent="0">
              <a:lnSpc>
                <a:spcPct val="120000"/>
              </a:lnSpc>
              <a:buNone/>
            </a:pPr>
            <a:r>
              <a:rPr lang="en-US" sz="1000" dirty="0">
                <a:solidFill>
                  <a:srgbClr val="4B5563"/>
                </a:solidFill>
                <a:latin typeface="Pretendard" pitchFamily="34" charset="0"/>
                <a:ea typeface="Pretendard" pitchFamily="34" charset="-122"/>
                <a:cs typeface="Pretendard" pitchFamily="34" charset="-120"/>
              </a:rPr>
              <a:t>제한을 통해 실수로 변경되는</a:t>
            </a:r>
            <a:endParaRPr lang="en-US" sz="1000" dirty="0"/>
          </a:p>
          <a:p>
            <a:pPr marL="0" indent="0">
              <a:lnSpc>
                <a:spcPct val="120000"/>
              </a:lnSpc>
              <a:buNone/>
            </a:pPr>
            <a:r>
              <a:rPr lang="en-US" sz="1000" dirty="0">
                <a:solidFill>
                  <a:srgbClr val="4B5563"/>
                </a:solidFill>
                <a:latin typeface="Pretendard" pitchFamily="34" charset="0"/>
                <a:ea typeface="Pretendard" pitchFamily="34" charset="-122"/>
                <a:cs typeface="Pretendard" pitchFamily="34" charset="-120"/>
              </a:rPr>
              <a:t>일을 방지합니다.</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설계 근거</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왜 에이전트에 전용 솔루션을 쓰는가</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ko-KR" alt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03  ·  다섯 가지 이유</a:t>
            </a:r>
            <a:endParaRPr lang="en-US" sz="950" dirty="0"/>
          </a:p>
        </p:txBody>
      </p:sp>
      <p:sp>
        <p:nvSpPr>
          <p:cNvPr id="7" name="key message band">
            <a:extLst>
              <a:ext uri="{C183D7F6-B498-43B3-948B-1728B52AA6E4}">
                <adec:decorative xmlns:adec="http://schemas.microsoft.com/office/drawing/2017/decorative" val="1"/>
              </a:ext>
            </a:extLst>
          </p:cNvPr>
          <p:cNvSpPr/>
          <p:nvPr/>
        </p:nvSpPr>
        <p:spPr>
          <a:xfrm>
            <a:off x="548640" y="1417320"/>
            <a:ext cx="8046720" cy="566928"/>
          </a:xfrm>
          <a:prstGeom prst="rect">
            <a:avLst/>
          </a:prstGeom>
          <a:solidFill>
            <a:srgbClr val="F3F5F9"/>
          </a:solidFill>
          <a:ln w="12700">
            <a:solidFill>
              <a:srgbClr val="F3F5F9"/>
            </a:solidFill>
            <a:prstDash val="solid"/>
          </a:ln>
        </p:spPr>
        <p:txBody>
          <a:bodyPr/>
          <a:lstStyle/>
          <a:p>
            <a:endParaRPr lang="ko-KR" altLang="en-US"/>
          </a:p>
        </p:txBody>
      </p:sp>
      <p:sp>
        <p:nvSpPr>
          <p:cNvPr id="8" name="accent bar">
            <a:extLst>
              <a:ext uri="{C183D7F6-B498-43B3-948B-1728B52AA6E4}">
                <adec:decorative xmlns:adec="http://schemas.microsoft.com/office/drawing/2017/decorative" val="1"/>
              </a:ext>
            </a:extLst>
          </p:cNvPr>
          <p:cNvSpPr/>
          <p:nvPr/>
        </p:nvSpPr>
        <p:spPr>
          <a:xfrm>
            <a:off x="548640" y="1417320"/>
            <a:ext cx="50292" cy="566928"/>
          </a:xfrm>
          <a:prstGeom prst="rect">
            <a:avLst/>
          </a:prstGeom>
          <a:solidFill>
            <a:srgbClr val="1D4ED8"/>
          </a:solidFill>
          <a:ln w="12700">
            <a:solidFill>
              <a:srgbClr val="1D4ED8"/>
            </a:solidFill>
            <a:prstDash val="solid"/>
          </a:ln>
        </p:spPr>
        <p:txBody>
          <a:bodyPr/>
          <a:lstStyle/>
          <a:p>
            <a:endParaRPr lang="ko-KR" altLang="en-US"/>
          </a:p>
        </p:txBody>
      </p:sp>
      <p:sp>
        <p:nvSpPr>
          <p:cNvPr id="9" name="Text 7"/>
          <p:cNvSpPr/>
          <p:nvPr/>
        </p:nvSpPr>
        <p:spPr>
          <a:xfrm>
            <a:off x="749808" y="1417320"/>
            <a:ext cx="7680960" cy="566928"/>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에이전트가 이동할 때 관련 구성 요소도 함께 이동합니다.</a:t>
            </a:r>
            <a:endParaRPr lang="en-US" sz="1350" dirty="0"/>
          </a:p>
        </p:txBody>
      </p:sp>
      <p:sp>
        <p:nvSpPr>
          <p:cNvPr id="10" name="reason card">
            <a:extLst>
              <a:ext uri="{C183D7F6-B498-43B3-948B-1728B52AA6E4}">
                <adec:decorative xmlns:adec="http://schemas.microsoft.com/office/drawing/2017/decorative" val="1"/>
              </a:ext>
            </a:extLst>
          </p:cNvPr>
          <p:cNvSpPr/>
          <p:nvPr/>
        </p:nvSpPr>
        <p:spPr>
          <a:xfrm>
            <a:off x="548640" y="2377440"/>
            <a:ext cx="1572768" cy="1536192"/>
          </a:xfrm>
          <a:prstGeom prst="rect">
            <a:avLst/>
          </a:prstGeom>
          <a:solidFill>
            <a:srgbClr val="FFFFFF"/>
          </a:solidFill>
          <a:ln w="12700">
            <a:solidFill>
              <a:srgbClr val="E5E7EB"/>
            </a:solidFill>
            <a:prstDash val="solid"/>
          </a:ln>
        </p:spPr>
        <p:txBody>
          <a:bodyPr/>
          <a:lstStyle/>
          <a:p>
            <a:endParaRPr lang="en-US"/>
          </a:p>
        </p:txBody>
      </p:sp>
      <p:sp>
        <p:nvSpPr>
          <p:cNvPr id="11" name="card rule">
            <a:extLst>
              <a:ext uri="{C183D7F6-B498-43B3-948B-1728B52AA6E4}">
                <adec:decorative xmlns:adec="http://schemas.microsoft.com/office/drawing/2017/decorative" val="1"/>
              </a:ext>
            </a:extLst>
          </p:cNvPr>
          <p:cNvSpPr/>
          <p:nvPr/>
        </p:nvSpPr>
        <p:spPr>
          <a:xfrm>
            <a:off x="548640" y="2377440"/>
            <a:ext cx="1572768" cy="36576"/>
          </a:xfrm>
          <a:prstGeom prst="rect">
            <a:avLst/>
          </a:prstGeom>
          <a:solidFill>
            <a:srgbClr val="3B82F6"/>
          </a:solidFill>
          <a:ln w="12700">
            <a:solidFill>
              <a:srgbClr val="3B82F6"/>
            </a:solidFill>
            <a:prstDash val="solid"/>
          </a:ln>
        </p:spPr>
        <p:txBody>
          <a:bodyPr/>
          <a:lstStyle/>
          <a:p>
            <a:endParaRPr lang="ko-KR" altLang="en-US"/>
          </a:p>
        </p:txBody>
      </p:sp>
      <p:sp>
        <p:nvSpPr>
          <p:cNvPr id="12" name="Text 10">
            <a:extLst>
              <a:ext uri="{C183D7F6-B498-43B3-948B-1728B52AA6E4}">
                <adec:decorative xmlns:adec="http://schemas.microsoft.com/office/drawing/2017/decorative" val="1"/>
              </a:ext>
            </a:extLst>
          </p:cNvPr>
          <p:cNvSpPr/>
          <p:nvPr/>
        </p:nvSpPr>
        <p:spPr>
          <a:xfrm>
            <a:off x="731520" y="2560320"/>
            <a:ext cx="1207008"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01</a:t>
            </a:r>
            <a:endParaRPr lang="en-US" sz="1300" dirty="0"/>
          </a:p>
        </p:txBody>
      </p:sp>
      <p:sp>
        <p:nvSpPr>
          <p:cNvPr id="13" name="Text 11">
            <a:extLst>
              <a:ext uri="{C183D7F6-B498-43B3-948B-1728B52AA6E4}">
                <adec:decorative xmlns:adec="http://schemas.microsoft.com/office/drawing/2017/decorative" val="1"/>
              </a:ext>
            </a:extLst>
          </p:cNvPr>
          <p:cNvSpPr/>
          <p:nvPr/>
        </p:nvSpPr>
        <p:spPr>
          <a:xfrm>
            <a:off x="731520" y="2852928"/>
            <a:ext cx="1207008" cy="310896"/>
          </a:xfrm>
          <a:prstGeom prst="rect">
            <a:avLst/>
          </a:prstGeom>
          <a:noFill/>
          <a:ln/>
        </p:spPr>
        <p:txBody>
          <a:bodyPr wrap="square" lIns="0" tIns="0" rIns="0" bIns="0" rtlCol="0" anchor="t"/>
          <a:lstStyle/>
          <a:p>
            <a:pPr marL="0" indent="0">
              <a:buNone/>
            </a:pPr>
            <a:r>
              <a:rPr lang="en-US" sz="1250" b="1" dirty="0">
                <a:solidFill>
                  <a:srgbClr val="111827"/>
                </a:solidFill>
                <a:latin typeface="Pretendard" pitchFamily="34" charset="0"/>
                <a:ea typeface="Pretendard" pitchFamily="34" charset="-122"/>
                <a:cs typeface="Pretendard" pitchFamily="34" charset="-120"/>
              </a:rPr>
              <a:t>체계적인 개발</a:t>
            </a:r>
            <a:endParaRPr lang="en-US" sz="1250" dirty="0"/>
          </a:p>
        </p:txBody>
      </p:sp>
      <p:sp>
        <p:nvSpPr>
          <p:cNvPr id="14" name="Text 12">
            <a:extLst>
              <a:ext uri="{C183D7F6-B498-43B3-948B-1728B52AA6E4}">
                <adec:decorative xmlns:adec="http://schemas.microsoft.com/office/drawing/2017/decorative" val="1"/>
              </a:ext>
            </a:extLst>
          </p:cNvPr>
          <p:cNvSpPr/>
          <p:nvPr/>
        </p:nvSpPr>
        <p:spPr>
          <a:xfrm>
            <a:off x="731520" y="3200400"/>
            <a:ext cx="1207008" cy="859536"/>
          </a:xfrm>
          <a:prstGeom prst="rect">
            <a:avLst/>
          </a:prstGeom>
          <a:noFill/>
          <a:ln/>
        </p:spPr>
        <p:txBody>
          <a:bodyPr wrap="square" lIns="0" tIns="0" rIns="0" bIns="0" rtlCol="0" anchor="t"/>
          <a:lstStyle/>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Default Solution과</a:t>
            </a:r>
            <a:endParaRPr lang="en-US" sz="950" dirty="0"/>
          </a:p>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분리해 보관</a:t>
            </a:r>
            <a:endParaRPr lang="en-US" sz="950" dirty="0"/>
          </a:p>
        </p:txBody>
      </p:sp>
      <p:sp>
        <p:nvSpPr>
          <p:cNvPr id="15" name="reason card">
            <a:extLst>
              <a:ext uri="{C183D7F6-B498-43B3-948B-1728B52AA6E4}">
                <adec:decorative xmlns:adec="http://schemas.microsoft.com/office/drawing/2017/decorative" val="1"/>
              </a:ext>
            </a:extLst>
          </p:cNvPr>
          <p:cNvSpPr/>
          <p:nvPr/>
        </p:nvSpPr>
        <p:spPr>
          <a:xfrm>
            <a:off x="2167128" y="2377440"/>
            <a:ext cx="1572768" cy="1536192"/>
          </a:xfrm>
          <a:prstGeom prst="rect">
            <a:avLst/>
          </a:prstGeom>
          <a:solidFill>
            <a:srgbClr val="FFFFFF"/>
          </a:solidFill>
          <a:ln w="12700">
            <a:solidFill>
              <a:srgbClr val="E5E7EB"/>
            </a:solidFill>
            <a:prstDash val="solid"/>
          </a:ln>
        </p:spPr>
        <p:txBody>
          <a:bodyPr/>
          <a:lstStyle/>
          <a:p>
            <a:endParaRPr lang="en-US"/>
          </a:p>
        </p:txBody>
      </p:sp>
      <p:sp>
        <p:nvSpPr>
          <p:cNvPr id="16" name="card rule">
            <a:extLst>
              <a:ext uri="{C183D7F6-B498-43B3-948B-1728B52AA6E4}">
                <adec:decorative xmlns:adec="http://schemas.microsoft.com/office/drawing/2017/decorative" val="1"/>
              </a:ext>
            </a:extLst>
          </p:cNvPr>
          <p:cNvSpPr/>
          <p:nvPr/>
        </p:nvSpPr>
        <p:spPr>
          <a:xfrm>
            <a:off x="2167128" y="2377440"/>
            <a:ext cx="1572768" cy="36576"/>
          </a:xfrm>
          <a:prstGeom prst="rect">
            <a:avLst/>
          </a:prstGeom>
          <a:solidFill>
            <a:srgbClr val="3B82F6"/>
          </a:solidFill>
          <a:ln w="12700">
            <a:solidFill>
              <a:srgbClr val="3B82F6"/>
            </a:solidFill>
            <a:prstDash val="solid"/>
          </a:ln>
        </p:spPr>
        <p:txBody>
          <a:bodyPr/>
          <a:lstStyle/>
          <a:p>
            <a:endParaRPr lang="en-US"/>
          </a:p>
        </p:txBody>
      </p:sp>
      <p:sp>
        <p:nvSpPr>
          <p:cNvPr id="17" name="Text 15">
            <a:extLst>
              <a:ext uri="{C183D7F6-B498-43B3-948B-1728B52AA6E4}">
                <adec:decorative xmlns:adec="http://schemas.microsoft.com/office/drawing/2017/decorative" val="1"/>
              </a:ext>
            </a:extLst>
          </p:cNvPr>
          <p:cNvSpPr/>
          <p:nvPr/>
        </p:nvSpPr>
        <p:spPr>
          <a:xfrm>
            <a:off x="2350008" y="2560320"/>
            <a:ext cx="1207008"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02</a:t>
            </a:r>
            <a:endParaRPr lang="en-US" sz="1300" dirty="0"/>
          </a:p>
        </p:txBody>
      </p:sp>
      <p:sp>
        <p:nvSpPr>
          <p:cNvPr id="18" name="Text 16">
            <a:extLst>
              <a:ext uri="{C183D7F6-B498-43B3-948B-1728B52AA6E4}">
                <adec:decorative xmlns:adec="http://schemas.microsoft.com/office/drawing/2017/decorative" val="1"/>
              </a:ext>
            </a:extLst>
          </p:cNvPr>
          <p:cNvSpPr/>
          <p:nvPr/>
        </p:nvSpPr>
        <p:spPr>
          <a:xfrm>
            <a:off x="2350008" y="2852928"/>
            <a:ext cx="1207008" cy="310896"/>
          </a:xfrm>
          <a:prstGeom prst="rect">
            <a:avLst/>
          </a:prstGeom>
          <a:noFill/>
          <a:ln/>
        </p:spPr>
        <p:txBody>
          <a:bodyPr wrap="square" lIns="0" tIns="0" rIns="0" bIns="0" rtlCol="0" anchor="t"/>
          <a:lstStyle/>
          <a:p>
            <a:pPr marL="0" indent="0">
              <a:buNone/>
            </a:pPr>
            <a:r>
              <a:rPr lang="en-US" sz="1250" b="1" dirty="0">
                <a:solidFill>
                  <a:srgbClr val="111827"/>
                </a:solidFill>
                <a:latin typeface="Pretendard" pitchFamily="34" charset="0"/>
                <a:ea typeface="Pretendard" pitchFamily="34" charset="-122"/>
                <a:cs typeface="Pretendard" pitchFamily="34" charset="-120"/>
              </a:rPr>
              <a:t>안전한 배포</a:t>
            </a:r>
            <a:endParaRPr lang="en-US" sz="1250" dirty="0"/>
          </a:p>
        </p:txBody>
      </p:sp>
      <p:sp>
        <p:nvSpPr>
          <p:cNvPr id="19" name="Text 17">
            <a:extLst>
              <a:ext uri="{C183D7F6-B498-43B3-948B-1728B52AA6E4}">
                <adec:decorative xmlns:adec="http://schemas.microsoft.com/office/drawing/2017/decorative" val="1"/>
              </a:ext>
            </a:extLst>
          </p:cNvPr>
          <p:cNvSpPr/>
          <p:nvPr/>
        </p:nvSpPr>
        <p:spPr>
          <a:xfrm>
            <a:off x="2350008" y="3200400"/>
            <a:ext cx="1207008" cy="859536"/>
          </a:xfrm>
          <a:prstGeom prst="rect">
            <a:avLst/>
          </a:prstGeom>
          <a:noFill/>
          <a:ln/>
        </p:spPr>
        <p:txBody>
          <a:bodyPr wrap="square" lIns="0" tIns="0" rIns="0" bIns="0" rtlCol="0" anchor="t"/>
          <a:lstStyle/>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관리형으로 내보내</a:t>
            </a:r>
            <a:endParaRPr lang="en-US" sz="950" dirty="0"/>
          </a:p>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실수 편집 방지</a:t>
            </a:r>
            <a:endParaRPr lang="en-US" sz="950" dirty="0"/>
          </a:p>
        </p:txBody>
      </p:sp>
      <p:sp>
        <p:nvSpPr>
          <p:cNvPr id="20" name="reason card">
            <a:extLst>
              <a:ext uri="{C183D7F6-B498-43B3-948B-1728B52AA6E4}">
                <adec:decorative xmlns:adec="http://schemas.microsoft.com/office/drawing/2017/decorative" val="1"/>
              </a:ext>
            </a:extLst>
          </p:cNvPr>
          <p:cNvSpPr/>
          <p:nvPr/>
        </p:nvSpPr>
        <p:spPr>
          <a:xfrm>
            <a:off x="3785616" y="2377440"/>
            <a:ext cx="1572768" cy="1536192"/>
          </a:xfrm>
          <a:prstGeom prst="rect">
            <a:avLst/>
          </a:prstGeom>
          <a:solidFill>
            <a:srgbClr val="FFFFFF"/>
          </a:solidFill>
          <a:ln w="12700">
            <a:solidFill>
              <a:srgbClr val="E5E7EB"/>
            </a:solidFill>
            <a:prstDash val="solid"/>
          </a:ln>
        </p:spPr>
        <p:txBody>
          <a:bodyPr/>
          <a:lstStyle/>
          <a:p>
            <a:endParaRPr lang="en-US"/>
          </a:p>
        </p:txBody>
      </p:sp>
      <p:sp>
        <p:nvSpPr>
          <p:cNvPr id="21" name="card rule">
            <a:extLst>
              <a:ext uri="{C183D7F6-B498-43B3-948B-1728B52AA6E4}">
                <adec:decorative xmlns:adec="http://schemas.microsoft.com/office/drawing/2017/decorative" val="1"/>
              </a:ext>
            </a:extLst>
          </p:cNvPr>
          <p:cNvSpPr/>
          <p:nvPr/>
        </p:nvSpPr>
        <p:spPr>
          <a:xfrm>
            <a:off x="3785616" y="2377440"/>
            <a:ext cx="1572768" cy="36576"/>
          </a:xfrm>
          <a:prstGeom prst="rect">
            <a:avLst/>
          </a:prstGeom>
          <a:solidFill>
            <a:srgbClr val="3B82F6"/>
          </a:solidFill>
          <a:ln w="12700">
            <a:solidFill>
              <a:srgbClr val="3B82F6"/>
            </a:solidFill>
            <a:prstDash val="solid"/>
          </a:ln>
        </p:spPr>
        <p:txBody>
          <a:bodyPr/>
          <a:lstStyle/>
          <a:p>
            <a:endParaRPr lang="en-US"/>
          </a:p>
        </p:txBody>
      </p:sp>
      <p:sp>
        <p:nvSpPr>
          <p:cNvPr id="22" name="Text 20"/>
          <p:cNvSpPr/>
          <p:nvPr/>
        </p:nvSpPr>
        <p:spPr>
          <a:xfrm>
            <a:off x="3968496" y="2560320"/>
            <a:ext cx="1207008"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03</a:t>
            </a:r>
            <a:endParaRPr lang="en-US" sz="1300" dirty="0"/>
          </a:p>
        </p:txBody>
      </p:sp>
      <p:sp>
        <p:nvSpPr>
          <p:cNvPr id="23" name="Text 21"/>
          <p:cNvSpPr/>
          <p:nvPr/>
        </p:nvSpPr>
        <p:spPr>
          <a:xfrm>
            <a:off x="3968496" y="2852928"/>
            <a:ext cx="1207008" cy="310896"/>
          </a:xfrm>
          <a:prstGeom prst="rect">
            <a:avLst/>
          </a:prstGeom>
          <a:noFill/>
          <a:ln/>
        </p:spPr>
        <p:txBody>
          <a:bodyPr wrap="square" lIns="0" tIns="0" rIns="0" bIns="0" rtlCol="0" anchor="t"/>
          <a:lstStyle/>
          <a:p>
            <a:pPr marL="0" indent="0">
              <a:buNone/>
            </a:pPr>
            <a:r>
              <a:rPr lang="en-US" sz="1250" b="1" dirty="0">
                <a:solidFill>
                  <a:srgbClr val="111827"/>
                </a:solidFill>
                <a:latin typeface="Pretendard" pitchFamily="34" charset="0"/>
                <a:ea typeface="Pretendard" pitchFamily="34" charset="-122"/>
                <a:cs typeface="Pretendard" pitchFamily="34" charset="-120"/>
              </a:rPr>
              <a:t>버전 제어</a:t>
            </a:r>
            <a:endParaRPr lang="en-US" sz="1250" dirty="0"/>
          </a:p>
        </p:txBody>
      </p:sp>
      <p:sp>
        <p:nvSpPr>
          <p:cNvPr id="24" name="Text 22"/>
          <p:cNvSpPr/>
          <p:nvPr/>
        </p:nvSpPr>
        <p:spPr>
          <a:xfrm>
            <a:off x="3968496" y="3200400"/>
            <a:ext cx="1207008" cy="859536"/>
          </a:xfrm>
          <a:prstGeom prst="rect">
            <a:avLst/>
          </a:prstGeom>
          <a:noFill/>
          <a:ln/>
        </p:spPr>
        <p:txBody>
          <a:bodyPr wrap="square" lIns="0" tIns="0" rIns="0" bIns="0" rtlCol="0" anchor="t"/>
          <a:lstStyle/>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패치 · 업데이트 ·</a:t>
            </a:r>
            <a:endParaRPr lang="en-US" sz="950" dirty="0"/>
          </a:p>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업그레이드</a:t>
            </a:r>
            <a:endParaRPr lang="en-US" sz="950" dirty="0"/>
          </a:p>
        </p:txBody>
      </p:sp>
      <p:sp>
        <p:nvSpPr>
          <p:cNvPr id="25" name="reason card">
            <a:extLst>
              <a:ext uri="{C183D7F6-B498-43B3-948B-1728B52AA6E4}">
                <adec:decorative xmlns:adec="http://schemas.microsoft.com/office/drawing/2017/decorative" val="1"/>
              </a:ext>
            </a:extLst>
          </p:cNvPr>
          <p:cNvSpPr/>
          <p:nvPr/>
        </p:nvSpPr>
        <p:spPr>
          <a:xfrm>
            <a:off x="5404104" y="2377440"/>
            <a:ext cx="1572768" cy="1536192"/>
          </a:xfrm>
          <a:prstGeom prst="rect">
            <a:avLst/>
          </a:prstGeom>
          <a:solidFill>
            <a:srgbClr val="FFFFFF"/>
          </a:solidFill>
          <a:ln w="12700">
            <a:solidFill>
              <a:srgbClr val="E5E7EB"/>
            </a:solidFill>
            <a:prstDash val="solid"/>
          </a:ln>
        </p:spPr>
        <p:txBody>
          <a:bodyPr/>
          <a:lstStyle/>
          <a:p>
            <a:endParaRPr lang="ko-KR" altLang="en-US"/>
          </a:p>
        </p:txBody>
      </p:sp>
      <p:sp>
        <p:nvSpPr>
          <p:cNvPr id="26" name="card rule">
            <a:extLst>
              <a:ext uri="{C183D7F6-B498-43B3-948B-1728B52AA6E4}">
                <adec:decorative xmlns:adec="http://schemas.microsoft.com/office/drawing/2017/decorative" val="1"/>
              </a:ext>
            </a:extLst>
          </p:cNvPr>
          <p:cNvSpPr/>
          <p:nvPr/>
        </p:nvSpPr>
        <p:spPr>
          <a:xfrm>
            <a:off x="5404104" y="2377440"/>
            <a:ext cx="1572768" cy="36576"/>
          </a:xfrm>
          <a:prstGeom prst="rect">
            <a:avLst/>
          </a:prstGeom>
          <a:solidFill>
            <a:srgbClr val="3B82F6"/>
          </a:solidFill>
          <a:ln w="12700">
            <a:solidFill>
              <a:srgbClr val="3B82F6"/>
            </a:solidFill>
            <a:prstDash val="solid"/>
          </a:ln>
        </p:spPr>
        <p:txBody>
          <a:bodyPr/>
          <a:lstStyle/>
          <a:p>
            <a:endParaRPr lang="ko-KR" altLang="en-US"/>
          </a:p>
        </p:txBody>
      </p:sp>
      <p:sp>
        <p:nvSpPr>
          <p:cNvPr id="27" name="Text 25"/>
          <p:cNvSpPr/>
          <p:nvPr/>
        </p:nvSpPr>
        <p:spPr>
          <a:xfrm>
            <a:off x="5586984" y="2560320"/>
            <a:ext cx="1207008"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04</a:t>
            </a:r>
            <a:endParaRPr lang="en-US" sz="1300" dirty="0"/>
          </a:p>
        </p:txBody>
      </p:sp>
      <p:sp>
        <p:nvSpPr>
          <p:cNvPr id="28" name="Text 26"/>
          <p:cNvSpPr/>
          <p:nvPr/>
        </p:nvSpPr>
        <p:spPr>
          <a:xfrm>
            <a:off x="5586984" y="2852928"/>
            <a:ext cx="1207008" cy="310896"/>
          </a:xfrm>
          <a:prstGeom prst="rect">
            <a:avLst/>
          </a:prstGeom>
          <a:noFill/>
          <a:ln/>
        </p:spPr>
        <p:txBody>
          <a:bodyPr wrap="square" lIns="0" tIns="0" rIns="0" bIns="0" rtlCol="0" anchor="t"/>
          <a:lstStyle/>
          <a:p>
            <a:pPr marL="0" indent="0">
              <a:buNone/>
            </a:pPr>
            <a:r>
              <a:rPr lang="en-US" sz="1250" b="1" dirty="0">
                <a:solidFill>
                  <a:srgbClr val="111827"/>
                </a:solidFill>
                <a:latin typeface="Pretendard" pitchFamily="34" charset="0"/>
                <a:ea typeface="Pretendard" pitchFamily="34" charset="-122"/>
                <a:cs typeface="Pretendard" pitchFamily="34" charset="-120"/>
              </a:rPr>
              <a:t>종속성 관리</a:t>
            </a:r>
            <a:endParaRPr lang="en-US" sz="1250" dirty="0"/>
          </a:p>
        </p:txBody>
      </p:sp>
      <p:sp>
        <p:nvSpPr>
          <p:cNvPr id="29" name="Text 27"/>
          <p:cNvSpPr/>
          <p:nvPr/>
        </p:nvSpPr>
        <p:spPr>
          <a:xfrm>
            <a:off x="5586984" y="3200400"/>
            <a:ext cx="1207008" cy="859536"/>
          </a:xfrm>
          <a:prstGeom prst="rect">
            <a:avLst/>
          </a:prstGeom>
          <a:noFill/>
          <a:ln/>
        </p:spPr>
        <p:txBody>
          <a:bodyPr wrap="square" lIns="0" tIns="0" rIns="0" bIns="0" rtlCol="0" anchor="t"/>
          <a:lstStyle/>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구성 요소 간 관계로</a:t>
            </a:r>
            <a:endParaRPr lang="en-US" sz="950" dirty="0"/>
          </a:p>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영향 범위 평가</a:t>
            </a:r>
            <a:endParaRPr lang="en-US" sz="950" dirty="0"/>
          </a:p>
        </p:txBody>
      </p:sp>
      <p:sp>
        <p:nvSpPr>
          <p:cNvPr id="30" name="reason card">
            <a:extLst>
              <a:ext uri="{C183D7F6-B498-43B3-948B-1728B52AA6E4}">
                <adec:decorative xmlns:adec="http://schemas.microsoft.com/office/drawing/2017/decorative" val="1"/>
              </a:ext>
            </a:extLst>
          </p:cNvPr>
          <p:cNvSpPr/>
          <p:nvPr/>
        </p:nvSpPr>
        <p:spPr>
          <a:xfrm>
            <a:off x="7022592" y="2377440"/>
            <a:ext cx="1572768" cy="1536192"/>
          </a:xfrm>
          <a:prstGeom prst="rect">
            <a:avLst/>
          </a:prstGeom>
          <a:solidFill>
            <a:srgbClr val="FFFFFF"/>
          </a:solidFill>
          <a:ln w="12700">
            <a:solidFill>
              <a:srgbClr val="E5E7EB"/>
            </a:solidFill>
            <a:prstDash val="solid"/>
          </a:ln>
        </p:spPr>
        <p:txBody>
          <a:bodyPr/>
          <a:lstStyle/>
          <a:p>
            <a:endParaRPr lang="ko-KR" altLang="en-US"/>
          </a:p>
        </p:txBody>
      </p:sp>
      <p:sp>
        <p:nvSpPr>
          <p:cNvPr id="31" name="card rule">
            <a:extLst>
              <a:ext uri="{C183D7F6-B498-43B3-948B-1728B52AA6E4}">
                <adec:decorative xmlns:adec="http://schemas.microsoft.com/office/drawing/2017/decorative" val="1"/>
              </a:ext>
            </a:extLst>
          </p:cNvPr>
          <p:cNvSpPr/>
          <p:nvPr/>
        </p:nvSpPr>
        <p:spPr>
          <a:xfrm>
            <a:off x="7022592" y="2377440"/>
            <a:ext cx="1572768" cy="36576"/>
          </a:xfrm>
          <a:prstGeom prst="rect">
            <a:avLst/>
          </a:prstGeom>
          <a:solidFill>
            <a:srgbClr val="3B82F6"/>
          </a:solidFill>
          <a:ln w="12700">
            <a:solidFill>
              <a:srgbClr val="3B82F6"/>
            </a:solidFill>
            <a:prstDash val="solid"/>
          </a:ln>
        </p:spPr>
        <p:txBody>
          <a:bodyPr/>
          <a:lstStyle/>
          <a:p>
            <a:endParaRPr lang="ko-KR" altLang="en-US"/>
          </a:p>
        </p:txBody>
      </p:sp>
      <p:sp>
        <p:nvSpPr>
          <p:cNvPr id="32" name="Text 30"/>
          <p:cNvSpPr/>
          <p:nvPr/>
        </p:nvSpPr>
        <p:spPr>
          <a:xfrm>
            <a:off x="7205472" y="2560320"/>
            <a:ext cx="1207008"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05</a:t>
            </a:r>
            <a:endParaRPr lang="en-US" sz="1300" dirty="0"/>
          </a:p>
        </p:txBody>
      </p:sp>
      <p:sp>
        <p:nvSpPr>
          <p:cNvPr id="33" name="Text 31"/>
          <p:cNvSpPr/>
          <p:nvPr/>
        </p:nvSpPr>
        <p:spPr>
          <a:xfrm>
            <a:off x="7205472" y="2852928"/>
            <a:ext cx="1207008" cy="310896"/>
          </a:xfrm>
          <a:prstGeom prst="rect">
            <a:avLst/>
          </a:prstGeom>
          <a:noFill/>
          <a:ln/>
        </p:spPr>
        <p:txBody>
          <a:bodyPr wrap="square" lIns="0" tIns="0" rIns="0" bIns="0" rtlCol="0" anchor="t"/>
          <a:lstStyle/>
          <a:p>
            <a:pPr marL="0" indent="0">
              <a:buNone/>
            </a:pPr>
            <a:r>
              <a:rPr lang="en-US" sz="1250" b="1" dirty="0">
                <a:solidFill>
                  <a:srgbClr val="111827"/>
                </a:solidFill>
                <a:latin typeface="Pretendard" pitchFamily="34" charset="0"/>
                <a:ea typeface="Pretendard" pitchFamily="34" charset="-122"/>
                <a:cs typeface="Pretendard" pitchFamily="34" charset="-120"/>
              </a:rPr>
              <a:t>팀 협업</a:t>
            </a:r>
            <a:endParaRPr lang="en-US" sz="1250" dirty="0"/>
          </a:p>
        </p:txBody>
      </p:sp>
      <p:sp>
        <p:nvSpPr>
          <p:cNvPr id="34" name="Text 32"/>
          <p:cNvSpPr/>
          <p:nvPr/>
        </p:nvSpPr>
        <p:spPr>
          <a:xfrm>
            <a:off x="7205472" y="3200400"/>
            <a:ext cx="1207008" cy="859536"/>
          </a:xfrm>
          <a:prstGeom prst="rect">
            <a:avLst/>
          </a:prstGeom>
          <a:noFill/>
          <a:ln/>
        </p:spPr>
        <p:txBody>
          <a:bodyPr wrap="square" lIns="0" tIns="0" rIns="0" bIns="0" rtlCol="0" anchor="t"/>
          <a:lstStyle/>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비관리형에서 협업 후</a:t>
            </a:r>
            <a:endParaRPr lang="en-US" sz="950" dirty="0"/>
          </a:p>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관리형을 전달</a:t>
            </a:r>
            <a:endParaRPr lang="en-US" sz="9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소유권</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솔루션 게시자와 접두사</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ko-KR" alt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03  ·  식별 체계</a:t>
            </a:r>
            <a:endParaRPr lang="en-US" sz="950" dirty="0"/>
          </a:p>
        </p:txBody>
      </p:sp>
      <p:sp>
        <p:nvSpPr>
          <p:cNvPr id="7" name="key message band">
            <a:extLst>
              <a:ext uri="{C183D7F6-B498-43B3-948B-1728B52AA6E4}">
                <adec:decorative xmlns:adec="http://schemas.microsoft.com/office/drawing/2017/decorative" val="1"/>
              </a:ext>
            </a:extLst>
          </p:cNvPr>
          <p:cNvSpPr/>
          <p:nvPr/>
        </p:nvSpPr>
        <p:spPr>
          <a:xfrm>
            <a:off x="548640" y="1417320"/>
            <a:ext cx="8046720" cy="566928"/>
          </a:xfrm>
          <a:prstGeom prst="rect">
            <a:avLst/>
          </a:prstGeom>
          <a:solidFill>
            <a:srgbClr val="F3F5F9"/>
          </a:solidFill>
          <a:ln w="12700">
            <a:solidFill>
              <a:srgbClr val="F3F5F9"/>
            </a:solidFill>
            <a:prstDash val="solid"/>
          </a:ln>
        </p:spPr>
        <p:txBody>
          <a:bodyPr/>
          <a:lstStyle/>
          <a:p>
            <a:endParaRPr lang="ko-KR" altLang="en-US"/>
          </a:p>
        </p:txBody>
      </p:sp>
      <p:sp>
        <p:nvSpPr>
          <p:cNvPr id="8" name="accent bar">
            <a:extLst>
              <a:ext uri="{C183D7F6-B498-43B3-948B-1728B52AA6E4}">
                <adec:decorative xmlns:adec="http://schemas.microsoft.com/office/drawing/2017/decorative" val="1"/>
              </a:ext>
            </a:extLst>
          </p:cNvPr>
          <p:cNvSpPr/>
          <p:nvPr/>
        </p:nvSpPr>
        <p:spPr>
          <a:xfrm>
            <a:off x="548640" y="1417320"/>
            <a:ext cx="50292" cy="566928"/>
          </a:xfrm>
          <a:prstGeom prst="rect">
            <a:avLst/>
          </a:prstGeom>
          <a:solidFill>
            <a:srgbClr val="1D4ED8"/>
          </a:solidFill>
          <a:ln w="12700">
            <a:solidFill>
              <a:srgbClr val="1D4ED8"/>
            </a:solidFill>
            <a:prstDash val="solid"/>
          </a:ln>
        </p:spPr>
        <p:txBody>
          <a:bodyPr/>
          <a:lstStyle/>
          <a:p>
            <a:endParaRPr lang="ko-KR" altLang="en-US"/>
          </a:p>
        </p:txBody>
      </p:sp>
      <p:sp>
        <p:nvSpPr>
          <p:cNvPr id="9" name="Text 7"/>
          <p:cNvSpPr/>
          <p:nvPr/>
        </p:nvSpPr>
        <p:spPr>
          <a:xfrm>
            <a:off x="749808" y="1417320"/>
            <a:ext cx="7680960" cy="566928"/>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게시자는 누가 소유하는지 밝히고, 구성 요소에 접두사를 붙입니다.</a:t>
            </a:r>
            <a:endParaRPr lang="en-US" sz="1350" dirty="0"/>
          </a:p>
        </p:txBody>
      </p:sp>
      <p:sp>
        <p:nvSpPr>
          <p:cNvPr id="10" name="why card">
            <a:extLst>
              <a:ext uri="{C183D7F6-B498-43B3-948B-1728B52AA6E4}">
                <adec:decorative xmlns:adec="http://schemas.microsoft.com/office/drawing/2017/decorative" val="1"/>
              </a:ext>
            </a:extLst>
          </p:cNvPr>
          <p:cNvSpPr/>
          <p:nvPr/>
        </p:nvSpPr>
        <p:spPr>
          <a:xfrm>
            <a:off x="548640" y="2286000"/>
            <a:ext cx="5029200" cy="566928"/>
          </a:xfrm>
          <a:prstGeom prst="rect">
            <a:avLst/>
          </a:prstGeom>
          <a:solidFill>
            <a:srgbClr val="FFFFFF"/>
          </a:solidFill>
          <a:ln w="12700">
            <a:solidFill>
              <a:srgbClr val="E5E7EB"/>
            </a:solidFill>
            <a:prstDash val="solid"/>
          </a:ln>
        </p:spPr>
        <p:txBody>
          <a:bodyPr/>
          <a:lstStyle/>
          <a:p>
            <a:endParaRPr lang="en-US"/>
          </a:p>
        </p:txBody>
      </p:sp>
      <p:sp>
        <p:nvSpPr>
          <p:cNvPr id="11" name="why accent">
            <a:extLst>
              <a:ext uri="{C183D7F6-B498-43B3-948B-1728B52AA6E4}">
                <adec:decorative xmlns:adec="http://schemas.microsoft.com/office/drawing/2017/decorative" val="1"/>
              </a:ext>
            </a:extLst>
          </p:cNvPr>
          <p:cNvSpPr/>
          <p:nvPr/>
        </p:nvSpPr>
        <p:spPr>
          <a:xfrm>
            <a:off x="548640" y="2286000"/>
            <a:ext cx="45720" cy="566928"/>
          </a:xfrm>
          <a:prstGeom prst="rect">
            <a:avLst/>
          </a:prstGeom>
          <a:solidFill>
            <a:srgbClr val="3B82F6"/>
          </a:solidFill>
          <a:ln w="12700">
            <a:solidFill>
              <a:srgbClr val="3B82F6"/>
            </a:solidFill>
            <a:prstDash val="solid"/>
          </a:ln>
        </p:spPr>
        <p:txBody>
          <a:bodyPr/>
          <a:lstStyle/>
          <a:p>
            <a:endParaRPr lang="ko-KR" altLang="en-US"/>
          </a:p>
        </p:txBody>
      </p:sp>
      <p:sp>
        <p:nvSpPr>
          <p:cNvPr id="12" name="Text 10">
            <a:extLst>
              <a:ext uri="{C183D7F6-B498-43B3-948B-1728B52AA6E4}">
                <adec:decorative xmlns:adec="http://schemas.microsoft.com/office/drawing/2017/decorative" val="1"/>
              </a:ext>
            </a:extLst>
          </p:cNvPr>
          <p:cNvSpPr/>
          <p:nvPr/>
        </p:nvSpPr>
        <p:spPr>
          <a:xfrm>
            <a:off x="777240" y="2322576"/>
            <a:ext cx="4709160" cy="493776"/>
          </a:xfrm>
          <a:prstGeom prst="rect">
            <a:avLst/>
          </a:prstGeom>
          <a:noFill/>
          <a:ln/>
        </p:spPr>
        <p:txBody>
          <a:bodyPr wrap="square" lIns="0" tIns="0" rIns="0" bIns="0" rtlCol="0" anchor="ctr"/>
          <a:lstStyle/>
          <a:p>
            <a:pPr marL="0" indent="0">
              <a:lnSpc>
                <a:spcPct val="120000"/>
              </a:lnSpc>
              <a:buNone/>
            </a:pPr>
            <a:r>
              <a:rPr lang="en-US" sz="1150" b="1" dirty="0">
                <a:solidFill>
                  <a:srgbClr val="111827"/>
                </a:solidFill>
                <a:latin typeface="Pretendard" pitchFamily="34" charset="0"/>
                <a:ea typeface="Pretendard" pitchFamily="34" charset="-122"/>
                <a:cs typeface="Pretendard" pitchFamily="34" charset="-120"/>
              </a:rPr>
              <a:t>명확한 식별</a:t>
            </a:r>
            <a:endParaRPr lang="en-US" sz="1150" dirty="0"/>
          </a:p>
          <a:p>
            <a:pPr marL="0" indent="0">
              <a:lnSpc>
                <a:spcPct val="120000"/>
              </a:lnSpc>
              <a:buNone/>
            </a:pPr>
            <a:r>
              <a:rPr lang="en-US" sz="950" dirty="0">
                <a:solidFill>
                  <a:srgbClr val="4B5563"/>
                </a:solidFill>
                <a:latin typeface="Pretendard" pitchFamily="34" charset="0"/>
                <a:ea typeface="Pretendard" pitchFamily="34" charset="-122"/>
                <a:cs typeface="Pretendard" pitchFamily="34" charset="-120"/>
              </a:rPr>
              <a:t>어떤 구성 요소가 어느 솔루션·팀에 속하는지 알 수 있습니다</a:t>
            </a:r>
            <a:endParaRPr lang="en-US" sz="1150" dirty="0"/>
          </a:p>
        </p:txBody>
      </p:sp>
      <p:sp>
        <p:nvSpPr>
          <p:cNvPr id="13" name="why card">
            <a:extLst>
              <a:ext uri="{C183D7F6-B498-43B3-948B-1728B52AA6E4}">
                <adec:decorative xmlns:adec="http://schemas.microsoft.com/office/drawing/2017/decorative" val="1"/>
              </a:ext>
            </a:extLst>
          </p:cNvPr>
          <p:cNvSpPr/>
          <p:nvPr/>
        </p:nvSpPr>
        <p:spPr>
          <a:xfrm>
            <a:off x="548640" y="2944368"/>
            <a:ext cx="5029200" cy="566928"/>
          </a:xfrm>
          <a:prstGeom prst="rect">
            <a:avLst/>
          </a:prstGeom>
          <a:solidFill>
            <a:srgbClr val="FFFFFF"/>
          </a:solidFill>
          <a:ln w="12700">
            <a:solidFill>
              <a:srgbClr val="E5E7EB"/>
            </a:solidFill>
            <a:prstDash val="solid"/>
          </a:ln>
        </p:spPr>
        <p:txBody>
          <a:bodyPr/>
          <a:lstStyle/>
          <a:p>
            <a:endParaRPr lang="en-US"/>
          </a:p>
        </p:txBody>
      </p:sp>
      <p:sp>
        <p:nvSpPr>
          <p:cNvPr id="14" name="why accent">
            <a:extLst>
              <a:ext uri="{C183D7F6-B498-43B3-948B-1728B52AA6E4}">
                <adec:decorative xmlns:adec="http://schemas.microsoft.com/office/drawing/2017/decorative" val="1"/>
              </a:ext>
            </a:extLst>
          </p:cNvPr>
          <p:cNvSpPr/>
          <p:nvPr/>
        </p:nvSpPr>
        <p:spPr>
          <a:xfrm>
            <a:off x="548640" y="2944368"/>
            <a:ext cx="45720" cy="566928"/>
          </a:xfrm>
          <a:prstGeom prst="rect">
            <a:avLst/>
          </a:prstGeom>
          <a:solidFill>
            <a:srgbClr val="3B82F6"/>
          </a:solidFill>
          <a:ln w="12700">
            <a:solidFill>
              <a:srgbClr val="3B82F6"/>
            </a:solidFill>
            <a:prstDash val="solid"/>
          </a:ln>
        </p:spPr>
        <p:txBody>
          <a:bodyPr/>
          <a:lstStyle/>
          <a:p>
            <a:endParaRPr lang="en-US"/>
          </a:p>
        </p:txBody>
      </p:sp>
      <p:sp>
        <p:nvSpPr>
          <p:cNvPr id="15" name="Text 13">
            <a:extLst>
              <a:ext uri="{C183D7F6-B498-43B3-948B-1728B52AA6E4}">
                <adec:decorative xmlns:adec="http://schemas.microsoft.com/office/drawing/2017/decorative" val="1"/>
              </a:ext>
            </a:extLst>
          </p:cNvPr>
          <p:cNvSpPr/>
          <p:nvPr/>
        </p:nvSpPr>
        <p:spPr>
          <a:xfrm>
            <a:off x="777240" y="2980944"/>
            <a:ext cx="4709160" cy="493776"/>
          </a:xfrm>
          <a:prstGeom prst="rect">
            <a:avLst/>
          </a:prstGeom>
          <a:noFill/>
          <a:ln/>
        </p:spPr>
        <p:txBody>
          <a:bodyPr wrap="square" lIns="0" tIns="0" rIns="0" bIns="0" rtlCol="0" anchor="ctr"/>
          <a:lstStyle/>
          <a:p>
            <a:pPr marL="0" indent="0">
              <a:lnSpc>
                <a:spcPct val="120000"/>
              </a:lnSpc>
              <a:buNone/>
            </a:pPr>
            <a:r>
              <a:rPr lang="en-US" sz="1150" b="1" dirty="0">
                <a:solidFill>
                  <a:srgbClr val="111827"/>
                </a:solidFill>
                <a:latin typeface="Pretendard" pitchFamily="34" charset="0"/>
                <a:ea typeface="Pretendard" pitchFamily="34" charset="-122"/>
                <a:cs typeface="Pretendard" pitchFamily="34" charset="-120"/>
              </a:rPr>
              <a:t>이름 충돌 감소</a:t>
            </a:r>
            <a:endParaRPr lang="en-US" sz="1150" dirty="0"/>
          </a:p>
          <a:p>
            <a:pPr marL="0" indent="0">
              <a:lnSpc>
                <a:spcPct val="120000"/>
              </a:lnSpc>
              <a:buNone/>
            </a:pPr>
            <a:r>
              <a:rPr lang="en-US" sz="950" dirty="0">
                <a:solidFill>
                  <a:srgbClr val="4B5563"/>
                </a:solidFill>
                <a:latin typeface="Pretendard" pitchFamily="34" charset="0"/>
                <a:ea typeface="Pretendard" pitchFamily="34" charset="-122"/>
                <a:cs typeface="Pretendard" pitchFamily="34" charset="-120"/>
              </a:rPr>
              <a:t>teamA_status 와 teamB_status 로 스키마 이름을 고유하게 유지</a:t>
            </a:r>
            <a:endParaRPr lang="en-US" sz="1150" dirty="0"/>
          </a:p>
        </p:txBody>
      </p:sp>
      <p:sp>
        <p:nvSpPr>
          <p:cNvPr id="16" name="why card">
            <a:extLst>
              <a:ext uri="{C183D7F6-B498-43B3-948B-1728B52AA6E4}">
                <adec:decorative xmlns:adec="http://schemas.microsoft.com/office/drawing/2017/decorative" val="1"/>
              </a:ext>
            </a:extLst>
          </p:cNvPr>
          <p:cNvSpPr/>
          <p:nvPr/>
        </p:nvSpPr>
        <p:spPr>
          <a:xfrm>
            <a:off x="548640" y="3602736"/>
            <a:ext cx="5029200" cy="566928"/>
          </a:xfrm>
          <a:prstGeom prst="rect">
            <a:avLst/>
          </a:prstGeom>
          <a:solidFill>
            <a:srgbClr val="FFFFFF"/>
          </a:solidFill>
          <a:ln w="12700">
            <a:solidFill>
              <a:srgbClr val="E5E7EB"/>
            </a:solidFill>
            <a:prstDash val="solid"/>
          </a:ln>
        </p:spPr>
        <p:txBody>
          <a:bodyPr/>
          <a:lstStyle/>
          <a:p>
            <a:endParaRPr lang="en-US"/>
          </a:p>
        </p:txBody>
      </p:sp>
      <p:sp>
        <p:nvSpPr>
          <p:cNvPr id="17" name="why accent">
            <a:extLst>
              <a:ext uri="{C183D7F6-B498-43B3-948B-1728B52AA6E4}">
                <adec:decorative xmlns:adec="http://schemas.microsoft.com/office/drawing/2017/decorative" val="1"/>
              </a:ext>
            </a:extLst>
          </p:cNvPr>
          <p:cNvSpPr/>
          <p:nvPr/>
        </p:nvSpPr>
        <p:spPr>
          <a:xfrm>
            <a:off x="548640" y="3602736"/>
            <a:ext cx="45720" cy="566928"/>
          </a:xfrm>
          <a:prstGeom prst="rect">
            <a:avLst/>
          </a:prstGeom>
          <a:solidFill>
            <a:srgbClr val="3B82F6"/>
          </a:solidFill>
          <a:ln w="12700">
            <a:solidFill>
              <a:srgbClr val="3B82F6"/>
            </a:solidFill>
            <a:prstDash val="solid"/>
          </a:ln>
        </p:spPr>
        <p:txBody>
          <a:bodyPr/>
          <a:lstStyle/>
          <a:p>
            <a:endParaRPr lang="en-US"/>
          </a:p>
        </p:txBody>
      </p:sp>
      <p:sp>
        <p:nvSpPr>
          <p:cNvPr id="18" name="Text 16">
            <a:extLst>
              <a:ext uri="{C183D7F6-B498-43B3-948B-1728B52AA6E4}">
                <adec:decorative xmlns:adec="http://schemas.microsoft.com/office/drawing/2017/decorative" val="1"/>
              </a:ext>
            </a:extLst>
          </p:cNvPr>
          <p:cNvSpPr/>
          <p:nvPr/>
        </p:nvSpPr>
        <p:spPr>
          <a:xfrm>
            <a:off x="777240" y="3639312"/>
            <a:ext cx="4709160" cy="493776"/>
          </a:xfrm>
          <a:prstGeom prst="rect">
            <a:avLst/>
          </a:prstGeom>
          <a:noFill/>
          <a:ln/>
        </p:spPr>
        <p:txBody>
          <a:bodyPr wrap="square" lIns="0" tIns="0" rIns="0" bIns="0" rtlCol="0" anchor="ctr"/>
          <a:lstStyle/>
          <a:p>
            <a:pPr marL="0" indent="0">
              <a:lnSpc>
                <a:spcPct val="120000"/>
              </a:lnSpc>
              <a:buNone/>
            </a:pPr>
            <a:r>
              <a:rPr lang="en-US" sz="1150" b="1" dirty="0">
                <a:solidFill>
                  <a:srgbClr val="111827"/>
                </a:solidFill>
                <a:latin typeface="Pretendard" pitchFamily="34" charset="0"/>
                <a:ea typeface="Pretendard" pitchFamily="34" charset="-122"/>
                <a:cs typeface="Pretendard" pitchFamily="34" charset="-120"/>
              </a:rPr>
              <a:t>일관된 소유권</a:t>
            </a:r>
            <a:endParaRPr lang="en-US" sz="1150" dirty="0"/>
          </a:p>
          <a:p>
            <a:pPr marL="0" indent="0">
              <a:lnSpc>
                <a:spcPct val="120000"/>
              </a:lnSpc>
              <a:buNone/>
            </a:pPr>
            <a:r>
              <a:rPr lang="en-US" sz="950" dirty="0">
                <a:solidFill>
                  <a:srgbClr val="4B5563"/>
                </a:solidFill>
                <a:latin typeface="Pretendard" pitchFamily="34" charset="0"/>
                <a:ea typeface="Pretendard" pitchFamily="34" charset="-122"/>
                <a:cs typeface="Pretendard" pitchFamily="34" charset="-120"/>
              </a:rPr>
              <a:t>환경을 옮겨도 게시자 정보는 구성 요소와 계속 연결됩니다</a:t>
            </a:r>
            <a:endParaRPr lang="en-US" sz="1150" dirty="0"/>
          </a:p>
        </p:txBody>
      </p:sp>
      <p:sp>
        <p:nvSpPr>
          <p:cNvPr id="19" name="example panel">
            <a:extLst>
              <a:ext uri="{C183D7F6-B498-43B3-948B-1728B52AA6E4}">
                <adec:decorative xmlns:adec="http://schemas.microsoft.com/office/drawing/2017/decorative" val="1"/>
              </a:ext>
            </a:extLst>
          </p:cNvPr>
          <p:cNvSpPr/>
          <p:nvPr/>
        </p:nvSpPr>
        <p:spPr>
          <a:xfrm>
            <a:off x="5852160" y="2286000"/>
            <a:ext cx="2743200" cy="1975104"/>
          </a:xfrm>
          <a:prstGeom prst="rect">
            <a:avLst/>
          </a:prstGeom>
          <a:solidFill>
            <a:srgbClr val="F3F5F9"/>
          </a:solidFill>
          <a:ln w="12700">
            <a:solidFill>
              <a:srgbClr val="F3F5F9"/>
            </a:solidFill>
            <a:prstDash val="solid"/>
          </a:ln>
        </p:spPr>
        <p:txBody>
          <a:bodyPr/>
          <a:lstStyle/>
          <a:p>
            <a:endParaRPr lang="en-US"/>
          </a:p>
        </p:txBody>
      </p:sp>
      <p:sp>
        <p:nvSpPr>
          <p:cNvPr id="20" name="Text 18">
            <a:extLst>
              <a:ext uri="{C183D7F6-B498-43B3-948B-1728B52AA6E4}">
                <adec:decorative xmlns:adec="http://schemas.microsoft.com/office/drawing/2017/decorative" val="1"/>
              </a:ext>
            </a:extLst>
          </p:cNvPr>
          <p:cNvSpPr/>
          <p:nvPr/>
        </p:nvSpPr>
        <p:spPr>
          <a:xfrm>
            <a:off x="6080760" y="2487168"/>
            <a:ext cx="2286000" cy="237744"/>
          </a:xfrm>
          <a:prstGeom prst="rect">
            <a:avLst/>
          </a:prstGeom>
          <a:noFill/>
          <a:ln/>
        </p:spPr>
        <p:txBody>
          <a:bodyPr wrap="square" lIns="0" tIns="0" rIns="0" bIns="0" rtlCol="0" anchor="ctr"/>
          <a:lstStyle/>
          <a:p>
            <a:pPr marL="0" indent="0">
              <a:buNone/>
            </a:pPr>
            <a:r>
              <a:rPr lang="en-US" sz="1050" b="1" kern="0" spc="100" dirty="0">
                <a:solidFill>
                  <a:srgbClr val="1D4ED8"/>
                </a:solidFill>
                <a:latin typeface="Pretendard" pitchFamily="34" charset="0"/>
                <a:ea typeface="Pretendard" pitchFamily="34" charset="-122"/>
                <a:cs typeface="Pretendard" pitchFamily="34" charset="-120"/>
              </a:rPr>
              <a:t>예시</a:t>
            </a:r>
            <a:endParaRPr lang="en-US" sz="1050" dirty="0"/>
          </a:p>
        </p:txBody>
      </p:sp>
      <p:sp>
        <p:nvSpPr>
          <p:cNvPr id="21" name="Text 19">
            <a:extLst>
              <a:ext uri="{C183D7F6-B498-43B3-948B-1728B52AA6E4}">
                <adec:decorative xmlns:adec="http://schemas.microsoft.com/office/drawing/2017/decorative" val="1"/>
              </a:ext>
            </a:extLst>
          </p:cNvPr>
          <p:cNvSpPr/>
          <p:nvPr/>
        </p:nvSpPr>
        <p:spPr>
          <a:xfrm>
            <a:off x="6080760" y="2761488"/>
            <a:ext cx="2286000" cy="640080"/>
          </a:xfrm>
          <a:prstGeom prst="rect">
            <a:avLst/>
          </a:prstGeom>
          <a:noFill/>
          <a:ln/>
        </p:spPr>
        <p:txBody>
          <a:bodyPr wrap="square" lIns="0" tIns="0" rIns="0" bIns="0" rtlCol="0" anchor="ctr"/>
          <a:lstStyle/>
          <a:p>
            <a:pPr marL="0" indent="0">
              <a:lnSpc>
                <a:spcPct val="140000"/>
              </a:lnSpc>
              <a:buNone/>
            </a:pPr>
            <a:r>
              <a:rPr lang="en-US" sz="1000" dirty="0">
                <a:solidFill>
                  <a:srgbClr val="6B7280"/>
                </a:solidFill>
                <a:latin typeface="Pretendard" pitchFamily="34" charset="0"/>
                <a:ea typeface="Pretendard" pitchFamily="34" charset="-122"/>
                <a:cs typeface="Pretendard" pitchFamily="34" charset="-120"/>
              </a:rPr>
              <a:t>게시자 </a:t>
            </a:r>
            <a:r>
              <a:rPr lang="en-US" sz="1100" b="1" dirty="0">
                <a:solidFill>
                  <a:srgbClr val="111827"/>
                </a:solidFill>
                <a:latin typeface="Pretendard" pitchFamily="34" charset="0"/>
                <a:ea typeface="Pretendard" pitchFamily="34" charset="-122"/>
                <a:cs typeface="Pretendard" pitchFamily="34" charset="-120"/>
              </a:rPr>
              <a:t>Contoso Solutions</a:t>
            </a:r>
            <a:endParaRPr lang="en-US" sz="1000" dirty="0"/>
          </a:p>
          <a:p>
            <a:pPr marL="0" indent="0">
              <a:lnSpc>
                <a:spcPct val="140000"/>
              </a:lnSpc>
              <a:buNone/>
            </a:pPr>
            <a:r>
              <a:rPr lang="en-US" sz="1000" dirty="0">
                <a:solidFill>
                  <a:srgbClr val="6B7280"/>
                </a:solidFill>
                <a:latin typeface="Pretendard" pitchFamily="34" charset="0"/>
                <a:ea typeface="Pretendard" pitchFamily="34" charset="-122"/>
                <a:cs typeface="Pretendard" pitchFamily="34" charset="-120"/>
              </a:rPr>
              <a:t>접두사 </a:t>
            </a:r>
            <a:r>
              <a:rPr lang="en-US" sz="1100" b="1" dirty="0">
                <a:solidFill>
                  <a:srgbClr val="111827"/>
                </a:solidFill>
                <a:latin typeface="Pretendard" pitchFamily="34" charset="0"/>
                <a:ea typeface="Pretendard" pitchFamily="34" charset="-122"/>
                <a:cs typeface="Pretendard" pitchFamily="34" charset="-120"/>
              </a:rPr>
              <a:t>cts_</a:t>
            </a:r>
            <a:endParaRPr lang="en-US" sz="1000" dirty="0"/>
          </a:p>
        </p:txBody>
      </p:sp>
      <p:sp>
        <p:nvSpPr>
          <p:cNvPr id="22" name="Text 20"/>
          <p:cNvSpPr/>
          <p:nvPr/>
        </p:nvSpPr>
        <p:spPr>
          <a:xfrm>
            <a:off x="6080760" y="3493008"/>
            <a:ext cx="2286000" cy="292608"/>
          </a:xfrm>
          <a:prstGeom prst="rect">
            <a:avLst/>
          </a:prstGeom>
          <a:noFill/>
          <a:ln/>
        </p:spPr>
        <p:txBody>
          <a:bodyPr wrap="square" lIns="0" tIns="0" rIns="0" bIns="0" rtlCol="0" anchor="ctr"/>
          <a:lstStyle/>
          <a:p>
            <a:pPr marL="0" indent="0">
              <a:buNone/>
            </a:pPr>
            <a:r>
              <a:rPr lang="en-US" sz="1250" b="1" dirty="0">
                <a:solidFill>
                  <a:srgbClr val="1D4ED8"/>
                </a:solidFill>
                <a:latin typeface="Pretendard" pitchFamily="34" charset="0"/>
                <a:ea typeface="Pretendard" pitchFamily="34" charset="-122"/>
                <a:cs typeface="Pretendard" pitchFamily="34" charset="-120"/>
              </a:rPr>
              <a:t>Priority  →  cts_Priority</a:t>
            </a:r>
            <a:endParaRPr lang="en-US" sz="1250" dirty="0"/>
          </a:p>
        </p:txBody>
      </p:sp>
      <p:sp>
        <p:nvSpPr>
          <p:cNvPr id="23" name="Text 21">
            <a:extLst>
              <a:ext uri="{C183D7F6-B498-43B3-948B-1728B52AA6E4}">
                <adec:decorative xmlns:adec="http://schemas.microsoft.com/office/drawing/2017/decorative" val="1"/>
              </a:ext>
            </a:extLst>
          </p:cNvPr>
          <p:cNvSpPr/>
          <p:nvPr/>
        </p:nvSpPr>
        <p:spPr>
          <a:xfrm>
            <a:off x="6080760" y="3803904"/>
            <a:ext cx="2286000" cy="402336"/>
          </a:xfrm>
          <a:prstGeom prst="rect">
            <a:avLst/>
          </a:prstGeom>
          <a:noFill/>
          <a:ln/>
        </p:spPr>
        <p:txBody>
          <a:bodyPr wrap="square" lIns="0" tIns="0" rIns="0" bIns="0" rtlCol="0" anchor="ctr"/>
          <a:lstStyle/>
          <a:p>
            <a:pPr marL="0" indent="0">
              <a:lnSpc>
                <a:spcPct val="120000"/>
              </a:lnSpc>
              <a:buNone/>
            </a:pPr>
            <a:r>
              <a:rPr lang="en-US" sz="900" dirty="0">
                <a:solidFill>
                  <a:srgbClr val="4B5563"/>
                </a:solidFill>
                <a:latin typeface="Pretendard" pitchFamily="34" charset="0"/>
                <a:ea typeface="Pretendard" pitchFamily="34" charset="-122"/>
                <a:cs typeface="Pretendard" pitchFamily="34" charset="-120"/>
              </a:rPr>
              <a:t>어느 환경에서든 Contoso 솔루션의 것임을 알아볼 수 있습니다.</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흐름 이해</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Power Platform 솔루션 수명 주기</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ko-KR" alt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03  ·  6단계</a:t>
            </a:r>
            <a:endParaRPr lang="en-US" sz="950" dirty="0"/>
          </a:p>
        </p:txBody>
      </p:sp>
      <p:sp>
        <p:nvSpPr>
          <p:cNvPr id="7" name="key message band">
            <a:extLst>
              <a:ext uri="{C183D7F6-B498-43B3-948B-1728B52AA6E4}">
                <adec:decorative xmlns:adec="http://schemas.microsoft.com/office/drawing/2017/decorative" val="1"/>
              </a:ext>
            </a:extLst>
          </p:cNvPr>
          <p:cNvSpPr/>
          <p:nvPr/>
        </p:nvSpPr>
        <p:spPr>
          <a:xfrm>
            <a:off x="548640" y="1417320"/>
            <a:ext cx="8046720" cy="566928"/>
          </a:xfrm>
          <a:prstGeom prst="rect">
            <a:avLst/>
          </a:prstGeom>
          <a:solidFill>
            <a:srgbClr val="F3F5F9"/>
          </a:solidFill>
          <a:ln w="12700">
            <a:solidFill>
              <a:srgbClr val="F3F5F9"/>
            </a:solidFill>
            <a:prstDash val="solid"/>
          </a:ln>
        </p:spPr>
        <p:txBody>
          <a:bodyPr/>
          <a:lstStyle/>
          <a:p>
            <a:endParaRPr lang="ko-KR" altLang="en-US"/>
          </a:p>
        </p:txBody>
      </p:sp>
      <p:sp>
        <p:nvSpPr>
          <p:cNvPr id="8" name="accent bar">
            <a:extLst>
              <a:ext uri="{C183D7F6-B498-43B3-948B-1728B52AA6E4}">
                <adec:decorative xmlns:adec="http://schemas.microsoft.com/office/drawing/2017/decorative" val="1"/>
              </a:ext>
            </a:extLst>
          </p:cNvPr>
          <p:cNvSpPr/>
          <p:nvPr/>
        </p:nvSpPr>
        <p:spPr>
          <a:xfrm>
            <a:off x="548640" y="1417320"/>
            <a:ext cx="50292" cy="566928"/>
          </a:xfrm>
          <a:prstGeom prst="rect">
            <a:avLst/>
          </a:prstGeom>
          <a:solidFill>
            <a:srgbClr val="1D4ED8"/>
          </a:solidFill>
          <a:ln w="12700">
            <a:solidFill>
              <a:srgbClr val="1D4ED8"/>
            </a:solidFill>
            <a:prstDash val="solid"/>
          </a:ln>
        </p:spPr>
        <p:txBody>
          <a:bodyPr/>
          <a:lstStyle/>
          <a:p>
            <a:endParaRPr lang="en-US"/>
          </a:p>
        </p:txBody>
      </p:sp>
      <p:sp>
        <p:nvSpPr>
          <p:cNvPr id="9" name="Text 7">
            <a:extLst>
              <a:ext uri="{C183D7F6-B498-43B3-948B-1728B52AA6E4}">
                <adec:decorative xmlns:adec="http://schemas.microsoft.com/office/drawing/2017/decorative" val="1"/>
              </a:ext>
            </a:extLst>
          </p:cNvPr>
          <p:cNvSpPr/>
          <p:nvPr/>
        </p:nvSpPr>
        <p:spPr>
          <a:xfrm>
            <a:off x="749808" y="1417320"/>
            <a:ext cx="7680960" cy="566928"/>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개발에서 만들고, 관리형으로 내보내고, 테스트를 거쳐 프로덕션으로.</a:t>
            </a:r>
            <a:endParaRPr lang="en-US" sz="1350" dirty="0"/>
          </a:p>
        </p:txBody>
      </p:sp>
      <p:sp>
        <p:nvSpPr>
          <p:cNvPr id="10" name="step card">
            <a:extLst>
              <a:ext uri="{C183D7F6-B498-43B3-948B-1728B52AA6E4}">
                <adec:decorative xmlns:adec="http://schemas.microsoft.com/office/drawing/2017/decorative" val="1"/>
              </a:ext>
            </a:extLst>
          </p:cNvPr>
          <p:cNvSpPr/>
          <p:nvPr/>
        </p:nvSpPr>
        <p:spPr>
          <a:xfrm>
            <a:off x="548640" y="2286000"/>
            <a:ext cx="1298448" cy="1143000"/>
          </a:xfrm>
          <a:prstGeom prst="rect">
            <a:avLst/>
          </a:prstGeom>
          <a:solidFill>
            <a:srgbClr val="FFFFFF"/>
          </a:solidFill>
          <a:ln w="12700">
            <a:solidFill>
              <a:srgbClr val="E5E7EB"/>
            </a:solidFill>
            <a:prstDash val="solid"/>
          </a:ln>
        </p:spPr>
        <p:txBody>
          <a:bodyPr/>
          <a:lstStyle/>
          <a:p>
            <a:endParaRPr lang="en-US"/>
          </a:p>
        </p:txBody>
      </p:sp>
      <p:sp>
        <p:nvSpPr>
          <p:cNvPr id="11" name="step rule">
            <a:extLst>
              <a:ext uri="{C183D7F6-B498-43B3-948B-1728B52AA6E4}">
                <adec:decorative xmlns:adec="http://schemas.microsoft.com/office/drawing/2017/decorative" val="1"/>
              </a:ext>
            </a:extLst>
          </p:cNvPr>
          <p:cNvSpPr/>
          <p:nvPr/>
        </p:nvSpPr>
        <p:spPr>
          <a:xfrm>
            <a:off x="548640" y="2286000"/>
            <a:ext cx="1298448" cy="36576"/>
          </a:xfrm>
          <a:prstGeom prst="rect">
            <a:avLst/>
          </a:prstGeom>
          <a:solidFill>
            <a:srgbClr val="3B82F6"/>
          </a:solidFill>
          <a:ln w="12700">
            <a:solidFill>
              <a:srgbClr val="3B82F6"/>
            </a:solidFill>
            <a:prstDash val="solid"/>
          </a:ln>
        </p:spPr>
        <p:txBody>
          <a:bodyPr/>
          <a:lstStyle/>
          <a:p>
            <a:endParaRPr lang="ko-KR" altLang="en-US"/>
          </a:p>
        </p:txBody>
      </p:sp>
      <p:sp>
        <p:nvSpPr>
          <p:cNvPr id="12" name="Text 10">
            <a:extLst>
              <a:ext uri="{C183D7F6-B498-43B3-948B-1728B52AA6E4}">
                <adec:decorative xmlns:adec="http://schemas.microsoft.com/office/drawing/2017/decorative" val="1"/>
              </a:ext>
            </a:extLst>
          </p:cNvPr>
          <p:cNvSpPr/>
          <p:nvPr/>
        </p:nvSpPr>
        <p:spPr>
          <a:xfrm>
            <a:off x="694944" y="2432304"/>
            <a:ext cx="1005840" cy="237744"/>
          </a:xfrm>
          <a:prstGeom prst="rect">
            <a:avLst/>
          </a:prstGeom>
          <a:noFill/>
          <a:ln/>
        </p:spPr>
        <p:txBody>
          <a:bodyPr wrap="square" lIns="0" tIns="0" rIns="0" bIns="0" rtlCol="0" anchor="ctr"/>
          <a:lstStyle/>
          <a:p>
            <a:pPr marL="0" indent="0">
              <a:buNone/>
            </a:pPr>
            <a:r>
              <a:rPr lang="en-US" sz="1200" b="1" dirty="0">
                <a:solidFill>
                  <a:srgbClr val="1D4ED8"/>
                </a:solidFill>
                <a:latin typeface="Pretendard" pitchFamily="34" charset="0"/>
                <a:ea typeface="Pretendard" pitchFamily="34" charset="-122"/>
                <a:cs typeface="Pretendard" pitchFamily="34" charset="-120"/>
              </a:rPr>
              <a:t>01</a:t>
            </a:r>
            <a:endParaRPr lang="en-US" sz="1200" dirty="0"/>
          </a:p>
        </p:txBody>
      </p:sp>
      <p:sp>
        <p:nvSpPr>
          <p:cNvPr id="13" name="Text 11">
            <a:extLst>
              <a:ext uri="{C183D7F6-B498-43B3-948B-1728B52AA6E4}">
                <adec:decorative xmlns:adec="http://schemas.microsoft.com/office/drawing/2017/decorative" val="1"/>
              </a:ext>
            </a:extLst>
          </p:cNvPr>
          <p:cNvSpPr/>
          <p:nvPr/>
        </p:nvSpPr>
        <p:spPr>
          <a:xfrm>
            <a:off x="658368" y="2688336"/>
            <a:ext cx="1078992" cy="274320"/>
          </a:xfrm>
          <a:prstGeom prst="rect">
            <a:avLst/>
          </a:prstGeom>
          <a:noFill/>
          <a:ln/>
        </p:spPr>
        <p:txBody>
          <a:bodyPr wrap="square" lIns="0" tIns="0" rIns="0" bIns="0" rtlCol="0" anchor="ctr"/>
          <a:lstStyle/>
          <a:p>
            <a:pPr marL="0" indent="0">
              <a:buNone/>
            </a:pPr>
            <a:r>
              <a:rPr lang="en-US" sz="1050" b="1" dirty="0">
                <a:solidFill>
                  <a:srgbClr val="111827"/>
                </a:solidFill>
                <a:latin typeface="Pretendard" pitchFamily="34" charset="0"/>
                <a:ea typeface="Pretendard" pitchFamily="34" charset="-122"/>
                <a:cs typeface="Pretendard" pitchFamily="34" charset="-120"/>
              </a:rPr>
              <a:t>솔루션 만들기</a:t>
            </a:r>
            <a:endParaRPr lang="en-US" sz="1050" dirty="0"/>
          </a:p>
        </p:txBody>
      </p:sp>
      <p:sp>
        <p:nvSpPr>
          <p:cNvPr id="14" name="Text 12">
            <a:extLst>
              <a:ext uri="{C183D7F6-B498-43B3-948B-1728B52AA6E4}">
                <adec:decorative xmlns:adec="http://schemas.microsoft.com/office/drawing/2017/decorative" val="1"/>
              </a:ext>
            </a:extLst>
          </p:cNvPr>
          <p:cNvSpPr/>
          <p:nvPr/>
        </p:nvSpPr>
        <p:spPr>
          <a:xfrm>
            <a:off x="658368" y="2999232"/>
            <a:ext cx="1078992" cy="384048"/>
          </a:xfrm>
          <a:prstGeom prst="rect">
            <a:avLst/>
          </a:prstGeom>
          <a:noFill/>
          <a:ln/>
        </p:spPr>
        <p:txBody>
          <a:bodyPr wrap="square" lIns="0" tIns="0" rIns="0" bIns="0" rtlCol="0" anchor="t"/>
          <a:lstStyle/>
          <a:p>
            <a:pPr marL="0" indent="0">
              <a:lnSpc>
                <a:spcPct val="115000"/>
              </a:lnSpc>
              <a:buNone/>
            </a:pPr>
            <a:r>
              <a:rPr lang="en-US" sz="850" dirty="0">
                <a:solidFill>
                  <a:srgbClr val="4B5563"/>
                </a:solidFill>
                <a:latin typeface="Pretendard" pitchFamily="34" charset="0"/>
                <a:ea typeface="Pretendard" pitchFamily="34" charset="-122"/>
                <a:cs typeface="Pretendard" pitchFamily="34" charset="-120"/>
              </a:rPr>
              <a:t>개발 환경 · 비관리형</a:t>
            </a:r>
            <a:endParaRPr lang="en-US" sz="850" dirty="0"/>
          </a:p>
        </p:txBody>
      </p:sp>
      <p:sp>
        <p:nvSpPr>
          <p:cNvPr id="15" name="step card">
            <a:extLst>
              <a:ext uri="{C183D7F6-B498-43B3-948B-1728B52AA6E4}">
                <adec:decorative xmlns:adec="http://schemas.microsoft.com/office/drawing/2017/decorative" val="1"/>
              </a:ext>
            </a:extLst>
          </p:cNvPr>
          <p:cNvSpPr/>
          <p:nvPr/>
        </p:nvSpPr>
        <p:spPr>
          <a:xfrm>
            <a:off x="1903781" y="2286000"/>
            <a:ext cx="1298448" cy="1143000"/>
          </a:xfrm>
          <a:prstGeom prst="rect">
            <a:avLst/>
          </a:prstGeom>
          <a:solidFill>
            <a:srgbClr val="FFFFFF"/>
          </a:solidFill>
          <a:ln w="12700">
            <a:solidFill>
              <a:srgbClr val="E5E7EB"/>
            </a:solidFill>
            <a:prstDash val="solid"/>
          </a:ln>
        </p:spPr>
        <p:txBody>
          <a:bodyPr/>
          <a:lstStyle/>
          <a:p>
            <a:endParaRPr lang="en-US"/>
          </a:p>
        </p:txBody>
      </p:sp>
      <p:sp>
        <p:nvSpPr>
          <p:cNvPr id="16" name="step rule">
            <a:extLst>
              <a:ext uri="{C183D7F6-B498-43B3-948B-1728B52AA6E4}">
                <adec:decorative xmlns:adec="http://schemas.microsoft.com/office/drawing/2017/decorative" val="1"/>
              </a:ext>
            </a:extLst>
          </p:cNvPr>
          <p:cNvSpPr/>
          <p:nvPr/>
        </p:nvSpPr>
        <p:spPr>
          <a:xfrm>
            <a:off x="1903781" y="2286000"/>
            <a:ext cx="1298448" cy="36576"/>
          </a:xfrm>
          <a:prstGeom prst="rect">
            <a:avLst/>
          </a:prstGeom>
          <a:solidFill>
            <a:srgbClr val="3B82F6"/>
          </a:solidFill>
          <a:ln w="12700">
            <a:solidFill>
              <a:srgbClr val="3B82F6"/>
            </a:solidFill>
            <a:prstDash val="solid"/>
          </a:ln>
        </p:spPr>
        <p:txBody>
          <a:bodyPr/>
          <a:lstStyle/>
          <a:p>
            <a:endParaRPr lang="en-US"/>
          </a:p>
        </p:txBody>
      </p:sp>
      <p:sp>
        <p:nvSpPr>
          <p:cNvPr id="17" name="Text 15">
            <a:extLst>
              <a:ext uri="{C183D7F6-B498-43B3-948B-1728B52AA6E4}">
                <adec:decorative xmlns:adec="http://schemas.microsoft.com/office/drawing/2017/decorative" val="1"/>
              </a:ext>
            </a:extLst>
          </p:cNvPr>
          <p:cNvSpPr/>
          <p:nvPr/>
        </p:nvSpPr>
        <p:spPr>
          <a:xfrm>
            <a:off x="2050085" y="2432304"/>
            <a:ext cx="1005840" cy="237744"/>
          </a:xfrm>
          <a:prstGeom prst="rect">
            <a:avLst/>
          </a:prstGeom>
          <a:noFill/>
          <a:ln/>
        </p:spPr>
        <p:txBody>
          <a:bodyPr wrap="square" lIns="0" tIns="0" rIns="0" bIns="0" rtlCol="0" anchor="ctr"/>
          <a:lstStyle/>
          <a:p>
            <a:pPr marL="0" indent="0">
              <a:buNone/>
            </a:pPr>
            <a:r>
              <a:rPr lang="en-US" sz="1200" b="1" dirty="0">
                <a:solidFill>
                  <a:srgbClr val="1D4ED8"/>
                </a:solidFill>
                <a:latin typeface="Pretendard" pitchFamily="34" charset="0"/>
                <a:ea typeface="Pretendard" pitchFamily="34" charset="-122"/>
                <a:cs typeface="Pretendard" pitchFamily="34" charset="-120"/>
              </a:rPr>
              <a:t>02</a:t>
            </a:r>
            <a:endParaRPr lang="en-US" sz="1200" dirty="0"/>
          </a:p>
        </p:txBody>
      </p:sp>
      <p:sp>
        <p:nvSpPr>
          <p:cNvPr id="18" name="Text 16">
            <a:extLst>
              <a:ext uri="{C183D7F6-B498-43B3-948B-1728B52AA6E4}">
                <adec:decorative xmlns:adec="http://schemas.microsoft.com/office/drawing/2017/decorative" val="1"/>
              </a:ext>
            </a:extLst>
          </p:cNvPr>
          <p:cNvSpPr/>
          <p:nvPr/>
        </p:nvSpPr>
        <p:spPr>
          <a:xfrm>
            <a:off x="2013509" y="2688336"/>
            <a:ext cx="1078992" cy="274320"/>
          </a:xfrm>
          <a:prstGeom prst="rect">
            <a:avLst/>
          </a:prstGeom>
          <a:noFill/>
          <a:ln/>
        </p:spPr>
        <p:txBody>
          <a:bodyPr wrap="square" lIns="0" tIns="0" rIns="0" bIns="0" rtlCol="0" anchor="ctr"/>
          <a:lstStyle/>
          <a:p>
            <a:pPr marL="0" indent="0">
              <a:buNone/>
            </a:pPr>
            <a:r>
              <a:rPr lang="en-US" sz="1050" b="1" dirty="0">
                <a:solidFill>
                  <a:srgbClr val="111827"/>
                </a:solidFill>
                <a:latin typeface="Pretendard" pitchFamily="34" charset="0"/>
                <a:ea typeface="Pretendard" pitchFamily="34" charset="-122"/>
                <a:cs typeface="Pretendard" pitchFamily="34" charset="-120"/>
              </a:rPr>
              <a:t>구성 요소 추가</a:t>
            </a:r>
            <a:endParaRPr lang="en-US" sz="1050" dirty="0"/>
          </a:p>
        </p:txBody>
      </p:sp>
      <p:sp>
        <p:nvSpPr>
          <p:cNvPr id="19" name="Text 17"/>
          <p:cNvSpPr/>
          <p:nvPr/>
        </p:nvSpPr>
        <p:spPr>
          <a:xfrm>
            <a:off x="2013509" y="2999232"/>
            <a:ext cx="1078992" cy="384048"/>
          </a:xfrm>
          <a:prstGeom prst="rect">
            <a:avLst/>
          </a:prstGeom>
          <a:noFill/>
          <a:ln/>
        </p:spPr>
        <p:txBody>
          <a:bodyPr wrap="square" lIns="0" tIns="0" rIns="0" bIns="0" rtlCol="0" anchor="t"/>
          <a:lstStyle/>
          <a:p>
            <a:pPr marL="0" indent="0">
              <a:lnSpc>
                <a:spcPct val="115000"/>
              </a:lnSpc>
              <a:buNone/>
            </a:pPr>
            <a:r>
              <a:rPr lang="en-US" sz="850" dirty="0">
                <a:solidFill>
                  <a:srgbClr val="4B5563"/>
                </a:solidFill>
                <a:latin typeface="Pretendard" pitchFamily="34" charset="0"/>
                <a:ea typeface="Pretendard" pitchFamily="34" charset="-122"/>
                <a:cs typeface="Pretendard" pitchFamily="34" charset="-120"/>
              </a:rPr>
              <a:t>에이전트 · 앱 · 흐름</a:t>
            </a:r>
            <a:endParaRPr lang="en-US" sz="850" dirty="0"/>
          </a:p>
        </p:txBody>
      </p:sp>
      <p:sp>
        <p:nvSpPr>
          <p:cNvPr id="20" name="step card">
            <a:extLst>
              <a:ext uri="{C183D7F6-B498-43B3-948B-1728B52AA6E4}">
                <adec:decorative xmlns:adec="http://schemas.microsoft.com/office/drawing/2017/decorative" val="1"/>
              </a:ext>
            </a:extLst>
          </p:cNvPr>
          <p:cNvSpPr/>
          <p:nvPr/>
        </p:nvSpPr>
        <p:spPr>
          <a:xfrm>
            <a:off x="3258922" y="2286000"/>
            <a:ext cx="1298448" cy="1143000"/>
          </a:xfrm>
          <a:prstGeom prst="rect">
            <a:avLst/>
          </a:prstGeom>
          <a:solidFill>
            <a:srgbClr val="FFFFFF"/>
          </a:solidFill>
          <a:ln w="12700">
            <a:solidFill>
              <a:srgbClr val="E5E7EB"/>
            </a:solidFill>
            <a:prstDash val="solid"/>
          </a:ln>
        </p:spPr>
        <p:txBody>
          <a:bodyPr/>
          <a:lstStyle/>
          <a:p>
            <a:endParaRPr lang="ko-KR" altLang="en-US"/>
          </a:p>
        </p:txBody>
      </p:sp>
      <p:sp>
        <p:nvSpPr>
          <p:cNvPr id="21" name="step rule">
            <a:extLst>
              <a:ext uri="{C183D7F6-B498-43B3-948B-1728B52AA6E4}">
                <adec:decorative xmlns:adec="http://schemas.microsoft.com/office/drawing/2017/decorative" val="1"/>
              </a:ext>
            </a:extLst>
          </p:cNvPr>
          <p:cNvSpPr/>
          <p:nvPr/>
        </p:nvSpPr>
        <p:spPr>
          <a:xfrm>
            <a:off x="3258922" y="2286000"/>
            <a:ext cx="1298448" cy="36576"/>
          </a:xfrm>
          <a:prstGeom prst="rect">
            <a:avLst/>
          </a:prstGeom>
          <a:solidFill>
            <a:srgbClr val="3B82F6"/>
          </a:solidFill>
          <a:ln w="12700">
            <a:solidFill>
              <a:srgbClr val="3B82F6"/>
            </a:solidFill>
            <a:prstDash val="solid"/>
          </a:ln>
        </p:spPr>
        <p:txBody>
          <a:bodyPr/>
          <a:lstStyle/>
          <a:p>
            <a:endParaRPr lang="en-US"/>
          </a:p>
        </p:txBody>
      </p:sp>
      <p:sp>
        <p:nvSpPr>
          <p:cNvPr id="22" name="Text 20"/>
          <p:cNvSpPr/>
          <p:nvPr/>
        </p:nvSpPr>
        <p:spPr>
          <a:xfrm>
            <a:off x="3405226" y="2432304"/>
            <a:ext cx="1005840" cy="237744"/>
          </a:xfrm>
          <a:prstGeom prst="rect">
            <a:avLst/>
          </a:prstGeom>
          <a:noFill/>
          <a:ln/>
        </p:spPr>
        <p:txBody>
          <a:bodyPr wrap="square" lIns="0" tIns="0" rIns="0" bIns="0" rtlCol="0" anchor="ctr"/>
          <a:lstStyle/>
          <a:p>
            <a:pPr marL="0" indent="0">
              <a:buNone/>
            </a:pPr>
            <a:r>
              <a:rPr lang="en-US" sz="1200" b="1" dirty="0">
                <a:solidFill>
                  <a:srgbClr val="1D4ED8"/>
                </a:solidFill>
                <a:latin typeface="Pretendard" pitchFamily="34" charset="0"/>
                <a:ea typeface="Pretendard" pitchFamily="34" charset="-122"/>
                <a:cs typeface="Pretendard" pitchFamily="34" charset="-120"/>
              </a:rPr>
              <a:t>03</a:t>
            </a:r>
            <a:endParaRPr lang="en-US" sz="1200" dirty="0"/>
          </a:p>
        </p:txBody>
      </p:sp>
      <p:sp>
        <p:nvSpPr>
          <p:cNvPr id="23" name="Text 21">
            <a:extLst>
              <a:ext uri="{C183D7F6-B498-43B3-948B-1728B52AA6E4}">
                <adec:decorative xmlns:adec="http://schemas.microsoft.com/office/drawing/2017/decorative" val="1"/>
              </a:ext>
            </a:extLst>
          </p:cNvPr>
          <p:cNvSpPr/>
          <p:nvPr/>
        </p:nvSpPr>
        <p:spPr>
          <a:xfrm>
            <a:off x="3368650" y="2688336"/>
            <a:ext cx="1078992" cy="274320"/>
          </a:xfrm>
          <a:prstGeom prst="rect">
            <a:avLst/>
          </a:prstGeom>
          <a:noFill/>
          <a:ln/>
        </p:spPr>
        <p:txBody>
          <a:bodyPr wrap="square" lIns="0" tIns="0" rIns="0" bIns="0" rtlCol="0" anchor="ctr"/>
          <a:lstStyle/>
          <a:p>
            <a:pPr marL="0" indent="0">
              <a:buNone/>
            </a:pPr>
            <a:r>
              <a:rPr lang="en-US" sz="1050" b="1" dirty="0">
                <a:solidFill>
                  <a:srgbClr val="111827"/>
                </a:solidFill>
                <a:latin typeface="Pretendard" pitchFamily="34" charset="0"/>
                <a:ea typeface="Pretendard" pitchFamily="34" charset="-122"/>
                <a:cs typeface="Pretendard" pitchFamily="34" charset="-120"/>
              </a:rPr>
              <a:t>관리형 내보내기</a:t>
            </a:r>
            <a:endParaRPr lang="en-US" sz="1050" dirty="0"/>
          </a:p>
        </p:txBody>
      </p:sp>
      <p:sp>
        <p:nvSpPr>
          <p:cNvPr id="24" name="Text 22">
            <a:extLst>
              <a:ext uri="{C183D7F6-B498-43B3-948B-1728B52AA6E4}">
                <adec:decorative xmlns:adec="http://schemas.microsoft.com/office/drawing/2017/decorative" val="1"/>
              </a:ext>
            </a:extLst>
          </p:cNvPr>
          <p:cNvSpPr/>
          <p:nvPr/>
        </p:nvSpPr>
        <p:spPr>
          <a:xfrm>
            <a:off x="3368650" y="2999232"/>
            <a:ext cx="1078992" cy="384048"/>
          </a:xfrm>
          <a:prstGeom prst="rect">
            <a:avLst/>
          </a:prstGeom>
          <a:noFill/>
          <a:ln/>
        </p:spPr>
        <p:txBody>
          <a:bodyPr wrap="square" lIns="0" tIns="0" rIns="0" bIns="0" rtlCol="0" anchor="t"/>
          <a:lstStyle/>
          <a:p>
            <a:pPr marL="0" indent="0">
              <a:lnSpc>
                <a:spcPct val="115000"/>
              </a:lnSpc>
              <a:buNone/>
            </a:pPr>
            <a:r>
              <a:rPr lang="en-US" sz="850" dirty="0">
                <a:solidFill>
                  <a:srgbClr val="4B5563"/>
                </a:solidFill>
                <a:latin typeface="Pretendard" pitchFamily="34" charset="0"/>
                <a:ea typeface="Pretendard" pitchFamily="34" charset="-122"/>
                <a:cs typeface="Pretendard" pitchFamily="34" charset="-120"/>
              </a:rPr>
              <a:t>배포용 패키징</a:t>
            </a:r>
            <a:endParaRPr lang="en-US" sz="850" dirty="0"/>
          </a:p>
        </p:txBody>
      </p:sp>
      <p:sp>
        <p:nvSpPr>
          <p:cNvPr id="25" name="step card">
            <a:extLst>
              <a:ext uri="{C183D7F6-B498-43B3-948B-1728B52AA6E4}">
                <adec:decorative xmlns:adec="http://schemas.microsoft.com/office/drawing/2017/decorative" val="1"/>
              </a:ext>
            </a:extLst>
          </p:cNvPr>
          <p:cNvSpPr/>
          <p:nvPr/>
        </p:nvSpPr>
        <p:spPr>
          <a:xfrm>
            <a:off x="4614062" y="2286000"/>
            <a:ext cx="1298448" cy="1143000"/>
          </a:xfrm>
          <a:prstGeom prst="rect">
            <a:avLst/>
          </a:prstGeom>
          <a:solidFill>
            <a:srgbClr val="FFFFFF"/>
          </a:solidFill>
          <a:ln w="12700">
            <a:solidFill>
              <a:srgbClr val="E5E7EB"/>
            </a:solidFill>
            <a:prstDash val="solid"/>
          </a:ln>
        </p:spPr>
        <p:txBody>
          <a:bodyPr/>
          <a:lstStyle/>
          <a:p>
            <a:endParaRPr lang="en-US"/>
          </a:p>
        </p:txBody>
      </p:sp>
      <p:sp>
        <p:nvSpPr>
          <p:cNvPr id="26" name="step rule">
            <a:extLst>
              <a:ext uri="{C183D7F6-B498-43B3-948B-1728B52AA6E4}">
                <adec:decorative xmlns:adec="http://schemas.microsoft.com/office/drawing/2017/decorative" val="1"/>
              </a:ext>
            </a:extLst>
          </p:cNvPr>
          <p:cNvSpPr/>
          <p:nvPr/>
        </p:nvSpPr>
        <p:spPr>
          <a:xfrm>
            <a:off x="4614062" y="2286000"/>
            <a:ext cx="1298448" cy="36576"/>
          </a:xfrm>
          <a:prstGeom prst="rect">
            <a:avLst/>
          </a:prstGeom>
          <a:solidFill>
            <a:srgbClr val="3B82F6"/>
          </a:solidFill>
          <a:ln w="12700">
            <a:solidFill>
              <a:srgbClr val="3B82F6"/>
            </a:solidFill>
            <a:prstDash val="solid"/>
          </a:ln>
        </p:spPr>
        <p:txBody>
          <a:bodyPr/>
          <a:lstStyle/>
          <a:p>
            <a:endParaRPr lang="en-US"/>
          </a:p>
        </p:txBody>
      </p:sp>
      <p:sp>
        <p:nvSpPr>
          <p:cNvPr id="27" name="Text 25">
            <a:extLst>
              <a:ext uri="{C183D7F6-B498-43B3-948B-1728B52AA6E4}">
                <adec:decorative xmlns:adec="http://schemas.microsoft.com/office/drawing/2017/decorative" val="1"/>
              </a:ext>
            </a:extLst>
          </p:cNvPr>
          <p:cNvSpPr/>
          <p:nvPr/>
        </p:nvSpPr>
        <p:spPr>
          <a:xfrm>
            <a:off x="4760366" y="2432304"/>
            <a:ext cx="1005840" cy="237744"/>
          </a:xfrm>
          <a:prstGeom prst="rect">
            <a:avLst/>
          </a:prstGeom>
          <a:noFill/>
          <a:ln/>
        </p:spPr>
        <p:txBody>
          <a:bodyPr wrap="square" lIns="0" tIns="0" rIns="0" bIns="0" rtlCol="0" anchor="ctr"/>
          <a:lstStyle/>
          <a:p>
            <a:pPr marL="0" indent="0">
              <a:buNone/>
            </a:pPr>
            <a:r>
              <a:rPr lang="en-US" sz="1200" b="1" dirty="0">
                <a:solidFill>
                  <a:srgbClr val="1D4ED8"/>
                </a:solidFill>
                <a:latin typeface="Pretendard" pitchFamily="34" charset="0"/>
                <a:ea typeface="Pretendard" pitchFamily="34" charset="-122"/>
                <a:cs typeface="Pretendard" pitchFamily="34" charset="-120"/>
              </a:rPr>
              <a:t>04</a:t>
            </a:r>
            <a:endParaRPr lang="en-US" sz="1200" dirty="0"/>
          </a:p>
        </p:txBody>
      </p:sp>
      <p:sp>
        <p:nvSpPr>
          <p:cNvPr id="28" name="Text 26">
            <a:extLst>
              <a:ext uri="{C183D7F6-B498-43B3-948B-1728B52AA6E4}">
                <adec:decorative xmlns:adec="http://schemas.microsoft.com/office/drawing/2017/decorative" val="1"/>
              </a:ext>
            </a:extLst>
          </p:cNvPr>
          <p:cNvSpPr/>
          <p:nvPr/>
        </p:nvSpPr>
        <p:spPr>
          <a:xfrm>
            <a:off x="4723790" y="2688336"/>
            <a:ext cx="1078992" cy="274320"/>
          </a:xfrm>
          <a:prstGeom prst="rect">
            <a:avLst/>
          </a:prstGeom>
          <a:noFill/>
          <a:ln/>
        </p:spPr>
        <p:txBody>
          <a:bodyPr wrap="square" lIns="0" tIns="0" rIns="0" bIns="0" rtlCol="0" anchor="ctr"/>
          <a:lstStyle/>
          <a:p>
            <a:pPr marL="0" indent="0">
              <a:buNone/>
            </a:pPr>
            <a:r>
              <a:rPr lang="en-US" sz="1050" b="1" dirty="0">
                <a:solidFill>
                  <a:srgbClr val="111827"/>
                </a:solidFill>
                <a:latin typeface="Pretendard" pitchFamily="34" charset="0"/>
                <a:ea typeface="Pretendard" pitchFamily="34" charset="-122"/>
                <a:cs typeface="Pretendard" pitchFamily="34" charset="-120"/>
              </a:rPr>
              <a:t>테스트 가져오기</a:t>
            </a:r>
            <a:endParaRPr lang="en-US" sz="1050" dirty="0"/>
          </a:p>
        </p:txBody>
      </p:sp>
      <p:sp>
        <p:nvSpPr>
          <p:cNvPr id="29" name="Text 27"/>
          <p:cNvSpPr/>
          <p:nvPr/>
        </p:nvSpPr>
        <p:spPr>
          <a:xfrm>
            <a:off x="4723790" y="2999232"/>
            <a:ext cx="1078992" cy="384048"/>
          </a:xfrm>
          <a:prstGeom prst="rect">
            <a:avLst/>
          </a:prstGeom>
          <a:noFill/>
          <a:ln/>
        </p:spPr>
        <p:txBody>
          <a:bodyPr wrap="square" lIns="0" tIns="0" rIns="0" bIns="0" rtlCol="0" anchor="t"/>
          <a:lstStyle/>
          <a:p>
            <a:pPr marL="0" indent="0">
              <a:lnSpc>
                <a:spcPct val="115000"/>
              </a:lnSpc>
              <a:buNone/>
            </a:pPr>
            <a:r>
              <a:rPr lang="en-US" sz="850" dirty="0">
                <a:solidFill>
                  <a:srgbClr val="4B5563"/>
                </a:solidFill>
                <a:latin typeface="Pretendard" pitchFamily="34" charset="0"/>
                <a:ea typeface="Pretendard" pitchFamily="34" charset="-122"/>
                <a:cs typeface="Pretendard" pitchFamily="34" charset="-120"/>
              </a:rPr>
              <a:t>분리된 곳에서 검증</a:t>
            </a:r>
            <a:endParaRPr lang="en-US" sz="850" dirty="0"/>
          </a:p>
        </p:txBody>
      </p:sp>
      <p:sp>
        <p:nvSpPr>
          <p:cNvPr id="30" name="step card">
            <a:extLst>
              <a:ext uri="{C183D7F6-B498-43B3-948B-1728B52AA6E4}">
                <adec:decorative xmlns:adec="http://schemas.microsoft.com/office/drawing/2017/decorative" val="1"/>
              </a:ext>
            </a:extLst>
          </p:cNvPr>
          <p:cNvSpPr/>
          <p:nvPr/>
        </p:nvSpPr>
        <p:spPr>
          <a:xfrm>
            <a:off x="5969203" y="2286000"/>
            <a:ext cx="1298448" cy="1143000"/>
          </a:xfrm>
          <a:prstGeom prst="rect">
            <a:avLst/>
          </a:prstGeom>
          <a:solidFill>
            <a:srgbClr val="FFFFFF"/>
          </a:solidFill>
          <a:ln w="12700">
            <a:solidFill>
              <a:srgbClr val="E5E7EB"/>
            </a:solidFill>
            <a:prstDash val="solid"/>
          </a:ln>
        </p:spPr>
        <p:txBody>
          <a:bodyPr/>
          <a:lstStyle/>
          <a:p>
            <a:endParaRPr lang="ko-KR" altLang="en-US"/>
          </a:p>
        </p:txBody>
      </p:sp>
      <p:sp>
        <p:nvSpPr>
          <p:cNvPr id="31" name="step rule">
            <a:extLst>
              <a:ext uri="{C183D7F6-B498-43B3-948B-1728B52AA6E4}">
                <adec:decorative xmlns:adec="http://schemas.microsoft.com/office/drawing/2017/decorative" val="1"/>
              </a:ext>
            </a:extLst>
          </p:cNvPr>
          <p:cNvSpPr/>
          <p:nvPr/>
        </p:nvSpPr>
        <p:spPr>
          <a:xfrm>
            <a:off x="5969203" y="2286000"/>
            <a:ext cx="1298448" cy="36576"/>
          </a:xfrm>
          <a:prstGeom prst="rect">
            <a:avLst/>
          </a:prstGeom>
          <a:solidFill>
            <a:srgbClr val="3B82F6"/>
          </a:solidFill>
          <a:ln w="12700">
            <a:solidFill>
              <a:srgbClr val="3B82F6"/>
            </a:solidFill>
            <a:prstDash val="solid"/>
          </a:ln>
        </p:spPr>
        <p:txBody>
          <a:bodyPr/>
          <a:lstStyle/>
          <a:p>
            <a:endParaRPr lang="en-US"/>
          </a:p>
        </p:txBody>
      </p:sp>
      <p:sp>
        <p:nvSpPr>
          <p:cNvPr id="32" name="Text 30"/>
          <p:cNvSpPr/>
          <p:nvPr/>
        </p:nvSpPr>
        <p:spPr>
          <a:xfrm>
            <a:off x="6115507" y="2432304"/>
            <a:ext cx="1005840" cy="237744"/>
          </a:xfrm>
          <a:prstGeom prst="rect">
            <a:avLst/>
          </a:prstGeom>
          <a:noFill/>
          <a:ln/>
        </p:spPr>
        <p:txBody>
          <a:bodyPr wrap="square" lIns="0" tIns="0" rIns="0" bIns="0" rtlCol="0" anchor="ctr"/>
          <a:lstStyle/>
          <a:p>
            <a:pPr marL="0" indent="0">
              <a:buNone/>
            </a:pPr>
            <a:r>
              <a:rPr lang="en-US" sz="1200" b="1" dirty="0">
                <a:solidFill>
                  <a:srgbClr val="1D4ED8"/>
                </a:solidFill>
                <a:latin typeface="Pretendard" pitchFamily="34" charset="0"/>
                <a:ea typeface="Pretendard" pitchFamily="34" charset="-122"/>
                <a:cs typeface="Pretendard" pitchFamily="34" charset="-120"/>
              </a:rPr>
              <a:t>05</a:t>
            </a:r>
            <a:endParaRPr lang="en-US" sz="1200" dirty="0"/>
          </a:p>
        </p:txBody>
      </p:sp>
      <p:sp>
        <p:nvSpPr>
          <p:cNvPr id="33" name="Text 31"/>
          <p:cNvSpPr/>
          <p:nvPr/>
        </p:nvSpPr>
        <p:spPr>
          <a:xfrm>
            <a:off x="6078931" y="2688336"/>
            <a:ext cx="1078992" cy="274320"/>
          </a:xfrm>
          <a:prstGeom prst="rect">
            <a:avLst/>
          </a:prstGeom>
          <a:noFill/>
          <a:ln/>
        </p:spPr>
        <p:txBody>
          <a:bodyPr wrap="square" lIns="0" tIns="0" rIns="0" bIns="0" rtlCol="0" anchor="ctr"/>
          <a:lstStyle/>
          <a:p>
            <a:pPr marL="0" indent="0">
              <a:buNone/>
            </a:pPr>
            <a:r>
              <a:rPr lang="en-US" sz="1050" b="1" dirty="0">
                <a:solidFill>
                  <a:srgbClr val="111827"/>
                </a:solidFill>
                <a:latin typeface="Pretendard" pitchFamily="34" charset="0"/>
                <a:ea typeface="Pretendard" pitchFamily="34" charset="-122"/>
                <a:cs typeface="Pretendard" pitchFamily="34" charset="-120"/>
              </a:rPr>
              <a:t>프로덕션 반영</a:t>
            </a:r>
            <a:endParaRPr lang="en-US" sz="1050" dirty="0"/>
          </a:p>
        </p:txBody>
      </p:sp>
      <p:sp>
        <p:nvSpPr>
          <p:cNvPr id="34" name="Text 32"/>
          <p:cNvSpPr/>
          <p:nvPr/>
        </p:nvSpPr>
        <p:spPr>
          <a:xfrm>
            <a:off x="6078931" y="2999232"/>
            <a:ext cx="1078992" cy="384048"/>
          </a:xfrm>
          <a:prstGeom prst="rect">
            <a:avLst/>
          </a:prstGeom>
          <a:noFill/>
          <a:ln/>
        </p:spPr>
        <p:txBody>
          <a:bodyPr wrap="square" lIns="0" tIns="0" rIns="0" bIns="0" rtlCol="0" anchor="t"/>
          <a:lstStyle/>
          <a:p>
            <a:pPr marL="0" indent="0">
              <a:lnSpc>
                <a:spcPct val="115000"/>
              </a:lnSpc>
              <a:buNone/>
            </a:pPr>
            <a:r>
              <a:rPr lang="en-US" sz="850" dirty="0">
                <a:solidFill>
                  <a:srgbClr val="4B5563"/>
                </a:solidFill>
                <a:latin typeface="Pretendard" pitchFamily="34" charset="0"/>
                <a:ea typeface="Pretendard" pitchFamily="34" charset="-122"/>
                <a:cs typeface="Pretendard" pitchFamily="34" charset="-120"/>
              </a:rPr>
              <a:t>검증된 솔루션 배포</a:t>
            </a:r>
            <a:endParaRPr lang="en-US" sz="850" dirty="0"/>
          </a:p>
        </p:txBody>
      </p:sp>
      <p:sp>
        <p:nvSpPr>
          <p:cNvPr id="35" name="step card">
            <a:extLst>
              <a:ext uri="{C183D7F6-B498-43B3-948B-1728B52AA6E4}">
                <adec:decorative xmlns:adec="http://schemas.microsoft.com/office/drawing/2017/decorative" val="1"/>
              </a:ext>
            </a:extLst>
          </p:cNvPr>
          <p:cNvSpPr/>
          <p:nvPr/>
        </p:nvSpPr>
        <p:spPr>
          <a:xfrm>
            <a:off x="7324344" y="2286000"/>
            <a:ext cx="1298448" cy="1143000"/>
          </a:xfrm>
          <a:prstGeom prst="rect">
            <a:avLst/>
          </a:prstGeom>
          <a:solidFill>
            <a:srgbClr val="FFFFFF"/>
          </a:solidFill>
          <a:ln w="12700">
            <a:solidFill>
              <a:srgbClr val="E5E7EB"/>
            </a:solidFill>
            <a:prstDash val="solid"/>
          </a:ln>
        </p:spPr>
        <p:txBody>
          <a:bodyPr/>
          <a:lstStyle/>
          <a:p>
            <a:endParaRPr lang="ko-KR" altLang="en-US"/>
          </a:p>
        </p:txBody>
      </p:sp>
      <p:sp>
        <p:nvSpPr>
          <p:cNvPr id="36" name="step rule">
            <a:extLst>
              <a:ext uri="{C183D7F6-B498-43B3-948B-1728B52AA6E4}">
                <adec:decorative xmlns:adec="http://schemas.microsoft.com/office/drawing/2017/decorative" val="1"/>
              </a:ext>
            </a:extLst>
          </p:cNvPr>
          <p:cNvSpPr/>
          <p:nvPr/>
        </p:nvSpPr>
        <p:spPr>
          <a:xfrm>
            <a:off x="7324344" y="2286000"/>
            <a:ext cx="1298448" cy="36576"/>
          </a:xfrm>
          <a:prstGeom prst="rect">
            <a:avLst/>
          </a:prstGeom>
          <a:solidFill>
            <a:srgbClr val="3B82F6"/>
          </a:solidFill>
          <a:ln w="12700">
            <a:solidFill>
              <a:srgbClr val="3B82F6"/>
            </a:solidFill>
            <a:prstDash val="solid"/>
          </a:ln>
        </p:spPr>
        <p:txBody>
          <a:bodyPr/>
          <a:lstStyle/>
          <a:p>
            <a:endParaRPr lang="ko-KR" altLang="en-US"/>
          </a:p>
        </p:txBody>
      </p:sp>
      <p:sp>
        <p:nvSpPr>
          <p:cNvPr id="37" name="Text 35"/>
          <p:cNvSpPr/>
          <p:nvPr/>
        </p:nvSpPr>
        <p:spPr>
          <a:xfrm>
            <a:off x="7470648" y="2432304"/>
            <a:ext cx="1005840" cy="237744"/>
          </a:xfrm>
          <a:prstGeom prst="rect">
            <a:avLst/>
          </a:prstGeom>
          <a:noFill/>
          <a:ln/>
        </p:spPr>
        <p:txBody>
          <a:bodyPr wrap="square" lIns="0" tIns="0" rIns="0" bIns="0" rtlCol="0" anchor="ctr"/>
          <a:lstStyle/>
          <a:p>
            <a:pPr marL="0" indent="0">
              <a:buNone/>
            </a:pPr>
            <a:r>
              <a:rPr lang="en-US" sz="1200" b="1" dirty="0">
                <a:solidFill>
                  <a:srgbClr val="1D4ED8"/>
                </a:solidFill>
                <a:latin typeface="Pretendard" pitchFamily="34" charset="0"/>
                <a:ea typeface="Pretendard" pitchFamily="34" charset="-122"/>
                <a:cs typeface="Pretendard" pitchFamily="34" charset="-120"/>
              </a:rPr>
              <a:t>06</a:t>
            </a:r>
            <a:endParaRPr lang="en-US" sz="1200" dirty="0"/>
          </a:p>
        </p:txBody>
      </p:sp>
      <p:sp>
        <p:nvSpPr>
          <p:cNvPr id="38" name="Text 36"/>
          <p:cNvSpPr/>
          <p:nvPr/>
        </p:nvSpPr>
        <p:spPr>
          <a:xfrm>
            <a:off x="7434072" y="2688336"/>
            <a:ext cx="1078992" cy="274320"/>
          </a:xfrm>
          <a:prstGeom prst="rect">
            <a:avLst/>
          </a:prstGeom>
          <a:noFill/>
          <a:ln/>
        </p:spPr>
        <p:txBody>
          <a:bodyPr wrap="square" lIns="0" tIns="0" rIns="0" bIns="0" rtlCol="0" anchor="ctr"/>
          <a:lstStyle/>
          <a:p>
            <a:pPr marL="0" indent="0">
              <a:buNone/>
            </a:pPr>
            <a:r>
              <a:rPr lang="en-US" sz="1050" b="1" dirty="0">
                <a:solidFill>
                  <a:srgbClr val="111827"/>
                </a:solidFill>
                <a:latin typeface="Pretendard" pitchFamily="34" charset="0"/>
                <a:ea typeface="Pretendard" pitchFamily="34" charset="-122"/>
                <a:cs typeface="Pretendard" pitchFamily="34" charset="-120"/>
              </a:rPr>
              <a:t>패치 · 업데이트</a:t>
            </a:r>
            <a:endParaRPr lang="en-US" sz="1050" dirty="0"/>
          </a:p>
        </p:txBody>
      </p:sp>
      <p:sp>
        <p:nvSpPr>
          <p:cNvPr id="39" name="Text 37"/>
          <p:cNvSpPr/>
          <p:nvPr/>
        </p:nvSpPr>
        <p:spPr>
          <a:xfrm>
            <a:off x="7434072" y="2999232"/>
            <a:ext cx="1078992" cy="384048"/>
          </a:xfrm>
          <a:prstGeom prst="rect">
            <a:avLst/>
          </a:prstGeom>
          <a:noFill/>
          <a:ln/>
        </p:spPr>
        <p:txBody>
          <a:bodyPr wrap="square" lIns="0" tIns="0" rIns="0" bIns="0" rtlCol="0" anchor="t"/>
          <a:lstStyle/>
          <a:p>
            <a:pPr marL="0" indent="0">
              <a:lnSpc>
                <a:spcPct val="115000"/>
              </a:lnSpc>
              <a:buNone/>
            </a:pPr>
            <a:r>
              <a:rPr lang="en-US" sz="850" dirty="0">
                <a:solidFill>
                  <a:srgbClr val="4B5563"/>
                </a:solidFill>
                <a:latin typeface="Pretendard" pitchFamily="34" charset="0"/>
                <a:ea typeface="Pretendard" pitchFamily="34" charset="-122"/>
                <a:cs typeface="Pretendard" pitchFamily="34" charset="-120"/>
              </a:rPr>
              <a:t>다음 버전 배포</a:t>
            </a:r>
            <a:endParaRPr lang="en-US" sz="850" dirty="0"/>
          </a:p>
        </p:txBody>
      </p:sp>
      <p:sp>
        <p:nvSpPr>
          <p:cNvPr id="40" name="example band">
            <a:extLst>
              <a:ext uri="{C183D7F6-B498-43B3-948B-1728B52AA6E4}">
                <adec:decorative xmlns:adec="http://schemas.microsoft.com/office/drawing/2017/decorative" val="1"/>
              </a:ext>
            </a:extLst>
          </p:cNvPr>
          <p:cNvSpPr/>
          <p:nvPr/>
        </p:nvSpPr>
        <p:spPr>
          <a:xfrm>
            <a:off x="548640" y="3611880"/>
            <a:ext cx="8046720" cy="914400"/>
          </a:xfrm>
          <a:prstGeom prst="rect">
            <a:avLst/>
          </a:prstGeom>
          <a:solidFill>
            <a:srgbClr val="F3F5F9"/>
          </a:solidFill>
          <a:ln w="12700">
            <a:solidFill>
              <a:srgbClr val="F3F5F9"/>
            </a:solidFill>
            <a:prstDash val="solid"/>
          </a:ln>
        </p:spPr>
        <p:txBody>
          <a:bodyPr/>
          <a:lstStyle/>
          <a:p>
            <a:endParaRPr lang="ko-KR" altLang="en-US"/>
          </a:p>
        </p:txBody>
      </p:sp>
      <p:sp>
        <p:nvSpPr>
          <p:cNvPr id="41" name="example accent">
            <a:extLst>
              <a:ext uri="{C183D7F6-B498-43B3-948B-1728B52AA6E4}">
                <adec:decorative xmlns:adec="http://schemas.microsoft.com/office/drawing/2017/decorative" val="1"/>
              </a:ext>
            </a:extLst>
          </p:cNvPr>
          <p:cNvSpPr/>
          <p:nvPr/>
        </p:nvSpPr>
        <p:spPr>
          <a:xfrm>
            <a:off x="548640" y="3611880"/>
            <a:ext cx="50292" cy="914400"/>
          </a:xfrm>
          <a:prstGeom prst="rect">
            <a:avLst/>
          </a:prstGeom>
          <a:solidFill>
            <a:srgbClr val="1D4ED8"/>
          </a:solidFill>
          <a:ln w="12700">
            <a:solidFill>
              <a:srgbClr val="1D4ED8"/>
            </a:solidFill>
            <a:prstDash val="solid"/>
          </a:ln>
        </p:spPr>
        <p:txBody>
          <a:bodyPr/>
          <a:lstStyle/>
          <a:p>
            <a:endParaRPr lang="ko-KR" altLang="en-US"/>
          </a:p>
        </p:txBody>
      </p:sp>
      <p:sp>
        <p:nvSpPr>
          <p:cNvPr id="42" name="Text 40"/>
          <p:cNvSpPr/>
          <p:nvPr/>
        </p:nvSpPr>
        <p:spPr>
          <a:xfrm>
            <a:off x="777240" y="3703320"/>
            <a:ext cx="7635240" cy="749808"/>
          </a:xfrm>
          <a:prstGeom prst="rect">
            <a:avLst/>
          </a:prstGeom>
          <a:noFill/>
          <a:ln/>
        </p:spPr>
        <p:txBody>
          <a:bodyPr wrap="square" lIns="0" tIns="0" rIns="0" bIns="0" rtlCol="0" anchor="ctr"/>
          <a:lstStyle/>
          <a:p>
            <a:pPr marL="0" indent="0">
              <a:lnSpc>
                <a:spcPct val="125000"/>
              </a:lnSpc>
              <a:buNone/>
            </a:pPr>
            <a:r>
              <a:rPr lang="en-US" sz="1150" b="1" dirty="0">
                <a:solidFill>
                  <a:srgbClr val="111827"/>
                </a:solidFill>
                <a:latin typeface="Pretendard" pitchFamily="34" charset="0"/>
                <a:ea typeface="Pretendard" pitchFamily="34" charset="-122"/>
                <a:cs typeface="Pretendard" pitchFamily="34" charset="-120"/>
              </a:rPr>
              <a:t>예시  IT 헬프데스크 에이전트</a:t>
            </a:r>
            <a:endParaRPr lang="en-US" sz="1150" dirty="0"/>
          </a:p>
          <a:p>
            <a:pPr marL="0" indent="0">
              <a:lnSpc>
                <a:spcPct val="125000"/>
              </a:lnSpc>
              <a:buNone/>
            </a:pPr>
            <a:r>
              <a:rPr lang="en-US" sz="1000" dirty="0">
                <a:solidFill>
                  <a:srgbClr val="4B5563"/>
                </a:solidFill>
                <a:latin typeface="Pretendard" pitchFamily="34" charset="0"/>
                <a:ea typeface="Pretendard" pitchFamily="34" charset="-122"/>
                <a:cs typeface="Pretendard" pitchFamily="34" charset="-120"/>
              </a:rPr>
              <a:t>개발 환경에서 비관리형으로 시작 → 준비되면 관리형으로 내보내 테스트(UAT) 환경으로 가져오기 → 테스트가 끝나면 원래 개발 버전은 그대로 둔 채 프로덕션으로 가져오기</a:t>
            </a:r>
            <a:endParaRPr lang="en-US" sz="11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a:extLst>
              <a:ext uri="{C183D7F6-B498-43B3-948B-1728B52AA6E4}">
                <adec:decorative xmlns:adec="http://schemas.microsoft.com/office/drawing/2017/decorative" val="1"/>
              </a:ext>
            </a:extLst>
          </p:cNvPr>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랩 03</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시작 전에 확인할 것</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03  ·  사전 요구 사항</a:t>
            </a:r>
            <a:endParaRPr lang="en-US" sz="950" dirty="0"/>
          </a:p>
        </p:txBody>
      </p:sp>
      <p:sp>
        <p:nvSpPr>
          <p:cNvPr id="7" name="key message band">
            <a:extLst>
              <a:ext uri="{C183D7F6-B498-43B3-948B-1728B52AA6E4}">
                <adec:decorative xmlns:adec="http://schemas.microsoft.com/office/drawing/2017/decorative" val="1"/>
              </a:ext>
            </a:extLst>
          </p:cNvPr>
          <p:cNvSpPr/>
          <p:nvPr/>
        </p:nvSpPr>
        <p:spPr>
          <a:xfrm>
            <a:off x="548640" y="1417320"/>
            <a:ext cx="8046720" cy="566928"/>
          </a:xfrm>
          <a:prstGeom prst="rect">
            <a:avLst/>
          </a:prstGeom>
          <a:solidFill>
            <a:srgbClr val="F3F5F9"/>
          </a:solidFill>
          <a:ln w="12700">
            <a:solidFill>
              <a:srgbClr val="F3F5F9"/>
            </a:solidFill>
            <a:prstDash val="solid"/>
          </a:ln>
        </p:spPr>
        <p:txBody>
          <a:bodyPr/>
          <a:lstStyle/>
          <a:p>
            <a:endParaRPr lang="ko-KR" altLang="en-US"/>
          </a:p>
        </p:txBody>
      </p:sp>
      <p:sp>
        <p:nvSpPr>
          <p:cNvPr id="8" name="accent bar">
            <a:extLst>
              <a:ext uri="{C183D7F6-B498-43B3-948B-1728B52AA6E4}">
                <adec:decorative xmlns:adec="http://schemas.microsoft.com/office/drawing/2017/decorative" val="1"/>
              </a:ext>
            </a:extLst>
          </p:cNvPr>
          <p:cNvSpPr/>
          <p:nvPr/>
        </p:nvSpPr>
        <p:spPr>
          <a:xfrm>
            <a:off x="548640" y="1417320"/>
            <a:ext cx="50292" cy="566928"/>
          </a:xfrm>
          <a:prstGeom prst="rect">
            <a:avLst/>
          </a:prstGeom>
          <a:solidFill>
            <a:srgbClr val="1D4ED8"/>
          </a:solidFill>
          <a:ln w="12700">
            <a:solidFill>
              <a:srgbClr val="1D4ED8"/>
            </a:solidFill>
            <a:prstDash val="solid"/>
          </a:ln>
        </p:spPr>
        <p:txBody>
          <a:bodyPr/>
          <a:lstStyle/>
          <a:p>
            <a:endParaRPr lang="en-US"/>
          </a:p>
        </p:txBody>
      </p:sp>
      <p:sp>
        <p:nvSpPr>
          <p:cNvPr id="9" name="Text 7">
            <a:extLst>
              <a:ext uri="{C183D7F6-B498-43B3-948B-1728B52AA6E4}">
                <adec:decorative xmlns:adec="http://schemas.microsoft.com/office/drawing/2017/decorative" val="1"/>
              </a:ext>
            </a:extLst>
          </p:cNvPr>
          <p:cNvSpPr/>
          <p:nvPr/>
        </p:nvSpPr>
        <p:spPr>
          <a:xfrm>
            <a:off x="749808" y="1417320"/>
            <a:ext cx="7680960" cy="566928"/>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Power Apps maker portal에서 솔루션을 관리할 수 없다면 Copilot Studio에서도 관리할 수 없습니다.</a:t>
            </a:r>
            <a:endParaRPr lang="en-US" sz="1350" dirty="0"/>
          </a:p>
        </p:txBody>
      </p:sp>
      <p:sp>
        <p:nvSpPr>
          <p:cNvPr id="10" name="Text 8"/>
          <p:cNvSpPr/>
          <p:nvPr/>
        </p:nvSpPr>
        <p:spPr>
          <a:xfrm>
            <a:off x="548640" y="2212848"/>
            <a:ext cx="3108960" cy="256032"/>
          </a:xfrm>
          <a:prstGeom prst="rect">
            <a:avLst/>
          </a:prstGeom>
          <a:noFill/>
          <a:ln/>
        </p:spPr>
        <p:txBody>
          <a:bodyPr wrap="square" lIns="0" tIns="0" rIns="0" bIns="0" rtlCol="0" anchor="ctr"/>
          <a:lstStyle/>
          <a:p>
            <a:pPr marL="0" indent="0">
              <a:buNone/>
            </a:pPr>
            <a:r>
              <a:rPr lang="en-US" sz="1200" b="1" dirty="0">
                <a:solidFill>
                  <a:srgbClr val="111827"/>
                </a:solidFill>
                <a:latin typeface="Pretendard" pitchFamily="34" charset="0"/>
                <a:ea typeface="Pretendard" pitchFamily="34" charset="-122"/>
                <a:cs typeface="Pretendard" pitchFamily="34" charset="-120"/>
              </a:rPr>
              <a:t>사전 요구 사항</a:t>
            </a:r>
            <a:endParaRPr lang="en-US" sz="1200" dirty="0"/>
          </a:p>
        </p:txBody>
      </p:sp>
      <p:sp>
        <p:nvSpPr>
          <p:cNvPr id="11" name="pre card">
            <a:extLst>
              <a:ext uri="{C183D7F6-B498-43B3-948B-1728B52AA6E4}">
                <adec:decorative xmlns:adec="http://schemas.microsoft.com/office/drawing/2017/decorative" val="1"/>
              </a:ext>
            </a:extLst>
          </p:cNvPr>
          <p:cNvSpPr/>
          <p:nvPr/>
        </p:nvSpPr>
        <p:spPr>
          <a:xfrm>
            <a:off x="548640" y="2560320"/>
            <a:ext cx="3108960" cy="384048"/>
          </a:xfrm>
          <a:prstGeom prst="rect">
            <a:avLst/>
          </a:prstGeom>
          <a:solidFill>
            <a:srgbClr val="FFFFFF"/>
          </a:solidFill>
          <a:ln w="12700">
            <a:solidFill>
              <a:srgbClr val="E5E7EB"/>
            </a:solidFill>
            <a:prstDash val="solid"/>
          </a:ln>
        </p:spPr>
        <p:txBody>
          <a:bodyPr/>
          <a:lstStyle/>
          <a:p>
            <a:endParaRPr lang="en-US"/>
          </a:p>
        </p:txBody>
      </p:sp>
      <p:sp>
        <p:nvSpPr>
          <p:cNvPr id="12" name="pre accent">
            <a:extLst>
              <a:ext uri="{C183D7F6-B498-43B3-948B-1728B52AA6E4}">
                <adec:decorative xmlns:adec="http://schemas.microsoft.com/office/drawing/2017/decorative" val="1"/>
              </a:ext>
            </a:extLst>
          </p:cNvPr>
          <p:cNvSpPr/>
          <p:nvPr/>
        </p:nvSpPr>
        <p:spPr>
          <a:xfrm>
            <a:off x="548640" y="2560320"/>
            <a:ext cx="45720" cy="384048"/>
          </a:xfrm>
          <a:prstGeom prst="rect">
            <a:avLst/>
          </a:prstGeom>
          <a:solidFill>
            <a:srgbClr val="3B82F6"/>
          </a:solidFill>
          <a:ln w="12700">
            <a:solidFill>
              <a:srgbClr val="3B82F6"/>
            </a:solidFill>
            <a:prstDash val="solid"/>
          </a:ln>
        </p:spPr>
        <p:txBody>
          <a:bodyPr/>
          <a:lstStyle/>
          <a:p>
            <a:endParaRPr lang="en-US"/>
          </a:p>
        </p:txBody>
      </p:sp>
      <p:sp>
        <p:nvSpPr>
          <p:cNvPr id="13" name="Text 11">
            <a:extLst>
              <a:ext uri="{C183D7F6-B498-43B3-948B-1728B52AA6E4}">
                <adec:decorative xmlns:adec="http://schemas.microsoft.com/office/drawing/2017/decorative" val="1"/>
              </a:ext>
            </a:extLst>
          </p:cNvPr>
          <p:cNvSpPr/>
          <p:nvPr/>
        </p:nvSpPr>
        <p:spPr>
          <a:xfrm>
            <a:off x="777240" y="2560320"/>
            <a:ext cx="2788920" cy="384048"/>
          </a:xfrm>
          <a:prstGeom prst="rect">
            <a:avLst/>
          </a:prstGeom>
          <a:noFill/>
          <a:ln/>
        </p:spPr>
        <p:txBody>
          <a:bodyPr wrap="square" lIns="0" tIns="0" rIns="0" bIns="0" rtlCol="0" anchor="ctr"/>
          <a:lstStyle/>
          <a:p>
            <a:pPr marL="0" indent="0">
              <a:buNone/>
            </a:pPr>
            <a:r>
              <a:rPr lang="en-US" sz="1050" dirty="0">
                <a:solidFill>
                  <a:srgbClr val="111827"/>
                </a:solidFill>
                <a:latin typeface="Pretendard" pitchFamily="34" charset="0"/>
                <a:ea typeface="Pretendard" pitchFamily="34" charset="-122"/>
                <a:cs typeface="Pretendard" pitchFamily="34" charset="-120"/>
              </a:rPr>
              <a:t>Copilot Studio 라이선스</a:t>
            </a:r>
            <a:endParaRPr lang="en-US" sz="1050" dirty="0"/>
          </a:p>
        </p:txBody>
      </p:sp>
      <p:sp>
        <p:nvSpPr>
          <p:cNvPr id="14" name="pre card">
            <a:extLst>
              <a:ext uri="{C183D7F6-B498-43B3-948B-1728B52AA6E4}">
                <adec:decorative xmlns:adec="http://schemas.microsoft.com/office/drawing/2017/decorative" val="1"/>
              </a:ext>
            </a:extLst>
          </p:cNvPr>
          <p:cNvSpPr/>
          <p:nvPr/>
        </p:nvSpPr>
        <p:spPr>
          <a:xfrm>
            <a:off x="548640" y="3017520"/>
            <a:ext cx="3108960" cy="384048"/>
          </a:xfrm>
          <a:prstGeom prst="rect">
            <a:avLst/>
          </a:prstGeom>
          <a:solidFill>
            <a:srgbClr val="FFFFFF"/>
          </a:solidFill>
          <a:ln w="12700">
            <a:solidFill>
              <a:srgbClr val="E5E7EB"/>
            </a:solidFill>
            <a:prstDash val="solid"/>
          </a:ln>
        </p:spPr>
        <p:txBody>
          <a:bodyPr/>
          <a:lstStyle/>
          <a:p>
            <a:endParaRPr lang="en-US"/>
          </a:p>
        </p:txBody>
      </p:sp>
      <p:sp>
        <p:nvSpPr>
          <p:cNvPr id="15" name="pre accent">
            <a:extLst>
              <a:ext uri="{C183D7F6-B498-43B3-948B-1728B52AA6E4}">
                <adec:decorative xmlns:adec="http://schemas.microsoft.com/office/drawing/2017/decorative" val="1"/>
              </a:ext>
            </a:extLst>
          </p:cNvPr>
          <p:cNvSpPr/>
          <p:nvPr/>
        </p:nvSpPr>
        <p:spPr>
          <a:xfrm>
            <a:off x="548640" y="3017520"/>
            <a:ext cx="45720" cy="384048"/>
          </a:xfrm>
          <a:prstGeom prst="rect">
            <a:avLst/>
          </a:prstGeom>
          <a:solidFill>
            <a:srgbClr val="3B82F6"/>
          </a:solidFill>
          <a:ln w="12700">
            <a:solidFill>
              <a:srgbClr val="3B82F6"/>
            </a:solidFill>
            <a:prstDash val="solid"/>
          </a:ln>
        </p:spPr>
        <p:txBody>
          <a:bodyPr/>
          <a:lstStyle/>
          <a:p>
            <a:endParaRPr lang="en-US"/>
          </a:p>
        </p:txBody>
      </p:sp>
      <p:sp>
        <p:nvSpPr>
          <p:cNvPr id="16" name="Text 14"/>
          <p:cNvSpPr/>
          <p:nvPr/>
        </p:nvSpPr>
        <p:spPr>
          <a:xfrm>
            <a:off x="777240" y="3017520"/>
            <a:ext cx="2788920" cy="384048"/>
          </a:xfrm>
          <a:prstGeom prst="rect">
            <a:avLst/>
          </a:prstGeom>
          <a:noFill/>
          <a:ln/>
        </p:spPr>
        <p:txBody>
          <a:bodyPr wrap="square" lIns="0" tIns="0" rIns="0" bIns="0" rtlCol="0" anchor="ctr"/>
          <a:lstStyle/>
          <a:p>
            <a:pPr marL="0" indent="0">
              <a:buNone/>
            </a:pPr>
            <a:r>
              <a:rPr lang="en-US" sz="1050" dirty="0">
                <a:solidFill>
                  <a:srgbClr val="111827"/>
                </a:solidFill>
                <a:latin typeface="Pretendard" pitchFamily="34" charset="0"/>
                <a:ea typeface="Pretendard" pitchFamily="34" charset="-122"/>
                <a:cs typeface="Pretendard" pitchFamily="34" charset="-120"/>
              </a:rPr>
              <a:t>New experience 토글 활성화</a:t>
            </a:r>
            <a:endParaRPr lang="en-US" sz="1050" dirty="0"/>
          </a:p>
        </p:txBody>
      </p:sp>
      <p:sp>
        <p:nvSpPr>
          <p:cNvPr id="17" name="pre card">
            <a:extLst>
              <a:ext uri="{C183D7F6-B498-43B3-948B-1728B52AA6E4}">
                <adec:decorative xmlns:adec="http://schemas.microsoft.com/office/drawing/2017/decorative" val="1"/>
              </a:ext>
            </a:extLst>
          </p:cNvPr>
          <p:cNvSpPr/>
          <p:nvPr/>
        </p:nvSpPr>
        <p:spPr>
          <a:xfrm>
            <a:off x="548640" y="3474720"/>
            <a:ext cx="3108960" cy="384048"/>
          </a:xfrm>
          <a:prstGeom prst="rect">
            <a:avLst/>
          </a:prstGeom>
          <a:solidFill>
            <a:srgbClr val="FFFFFF"/>
          </a:solidFill>
          <a:ln w="12700">
            <a:solidFill>
              <a:srgbClr val="E5E7EB"/>
            </a:solidFill>
            <a:prstDash val="solid"/>
          </a:ln>
        </p:spPr>
        <p:txBody>
          <a:bodyPr/>
          <a:lstStyle/>
          <a:p>
            <a:endParaRPr lang="ko-KR" altLang="en-US"/>
          </a:p>
        </p:txBody>
      </p:sp>
      <p:sp>
        <p:nvSpPr>
          <p:cNvPr id="18" name="pre accent">
            <a:extLst>
              <a:ext uri="{C183D7F6-B498-43B3-948B-1728B52AA6E4}">
                <adec:decorative xmlns:adec="http://schemas.microsoft.com/office/drawing/2017/decorative" val="1"/>
              </a:ext>
            </a:extLst>
          </p:cNvPr>
          <p:cNvSpPr/>
          <p:nvPr/>
        </p:nvSpPr>
        <p:spPr>
          <a:xfrm>
            <a:off x="548640" y="3474720"/>
            <a:ext cx="45720" cy="384048"/>
          </a:xfrm>
          <a:prstGeom prst="rect">
            <a:avLst/>
          </a:prstGeom>
          <a:solidFill>
            <a:srgbClr val="3B82F6"/>
          </a:solidFill>
          <a:ln w="12700">
            <a:solidFill>
              <a:srgbClr val="3B82F6"/>
            </a:solidFill>
            <a:prstDash val="solid"/>
          </a:ln>
        </p:spPr>
        <p:txBody>
          <a:bodyPr/>
          <a:lstStyle/>
          <a:p>
            <a:endParaRPr lang="en-US"/>
          </a:p>
        </p:txBody>
      </p:sp>
      <p:sp>
        <p:nvSpPr>
          <p:cNvPr id="19" name="Text 17"/>
          <p:cNvSpPr/>
          <p:nvPr/>
        </p:nvSpPr>
        <p:spPr>
          <a:xfrm>
            <a:off x="777240" y="3474720"/>
            <a:ext cx="2788920" cy="384048"/>
          </a:xfrm>
          <a:prstGeom prst="rect">
            <a:avLst/>
          </a:prstGeom>
          <a:noFill/>
          <a:ln/>
        </p:spPr>
        <p:txBody>
          <a:bodyPr wrap="square" lIns="0" tIns="0" rIns="0" bIns="0" rtlCol="0" anchor="ctr"/>
          <a:lstStyle/>
          <a:p>
            <a:pPr marL="0" indent="0">
              <a:buNone/>
            </a:pPr>
            <a:r>
              <a:rPr lang="en-US" sz="1050" dirty="0">
                <a:solidFill>
                  <a:srgbClr val="111827"/>
                </a:solidFill>
                <a:latin typeface="Pretendard" pitchFamily="34" charset="0"/>
                <a:ea typeface="Pretendard" pitchFamily="34" charset="-122"/>
                <a:cs typeface="Pretendard" pitchFamily="34" charset="-120"/>
              </a:rPr>
              <a:t>솔루션·에이전트 생성 권한</a:t>
            </a:r>
            <a:endParaRPr lang="en-US" sz="1050" dirty="0"/>
          </a:p>
        </p:txBody>
      </p:sp>
      <p:sp>
        <p:nvSpPr>
          <p:cNvPr id="20" name="pre card">
            <a:extLst>
              <a:ext uri="{C183D7F6-B498-43B3-948B-1728B52AA6E4}">
                <adec:decorative xmlns:adec="http://schemas.microsoft.com/office/drawing/2017/decorative" val="1"/>
              </a:ext>
            </a:extLst>
          </p:cNvPr>
          <p:cNvSpPr/>
          <p:nvPr/>
        </p:nvSpPr>
        <p:spPr>
          <a:xfrm>
            <a:off x="548640" y="3931920"/>
            <a:ext cx="3108960" cy="384048"/>
          </a:xfrm>
          <a:prstGeom prst="rect">
            <a:avLst/>
          </a:prstGeom>
          <a:solidFill>
            <a:srgbClr val="FFFFFF"/>
          </a:solidFill>
          <a:ln w="12700">
            <a:solidFill>
              <a:srgbClr val="E5E7EB"/>
            </a:solidFill>
            <a:prstDash val="solid"/>
          </a:ln>
        </p:spPr>
        <p:txBody>
          <a:bodyPr/>
          <a:lstStyle/>
          <a:p>
            <a:endParaRPr lang="ko-KR" altLang="en-US"/>
          </a:p>
        </p:txBody>
      </p:sp>
      <p:sp>
        <p:nvSpPr>
          <p:cNvPr id="21" name="pre accent">
            <a:extLst>
              <a:ext uri="{C183D7F6-B498-43B3-948B-1728B52AA6E4}">
                <adec:decorative xmlns:adec="http://schemas.microsoft.com/office/drawing/2017/decorative" val="1"/>
              </a:ext>
            </a:extLst>
          </p:cNvPr>
          <p:cNvSpPr/>
          <p:nvPr/>
        </p:nvSpPr>
        <p:spPr>
          <a:xfrm>
            <a:off x="548640" y="3931920"/>
            <a:ext cx="45720" cy="384048"/>
          </a:xfrm>
          <a:prstGeom prst="rect">
            <a:avLst/>
          </a:prstGeom>
          <a:solidFill>
            <a:srgbClr val="3B82F6"/>
          </a:solidFill>
          <a:ln w="12700">
            <a:solidFill>
              <a:srgbClr val="3B82F6"/>
            </a:solidFill>
            <a:prstDash val="solid"/>
          </a:ln>
        </p:spPr>
        <p:txBody>
          <a:bodyPr/>
          <a:lstStyle/>
          <a:p>
            <a:endParaRPr lang="en-US"/>
          </a:p>
        </p:txBody>
      </p:sp>
      <p:sp>
        <p:nvSpPr>
          <p:cNvPr id="22" name="Text 20"/>
          <p:cNvSpPr/>
          <p:nvPr/>
        </p:nvSpPr>
        <p:spPr>
          <a:xfrm>
            <a:off x="777240" y="3931920"/>
            <a:ext cx="2788920" cy="384048"/>
          </a:xfrm>
          <a:prstGeom prst="rect">
            <a:avLst/>
          </a:prstGeom>
          <a:noFill/>
          <a:ln/>
        </p:spPr>
        <p:txBody>
          <a:bodyPr wrap="square" lIns="0" tIns="0" rIns="0" bIns="0" rtlCol="0" anchor="ctr"/>
          <a:lstStyle/>
          <a:p>
            <a:pPr marL="0" indent="0">
              <a:buNone/>
            </a:pPr>
            <a:r>
              <a:rPr lang="en-US" sz="1050" dirty="0">
                <a:solidFill>
                  <a:srgbClr val="111827"/>
                </a:solidFill>
                <a:latin typeface="Pretendard" pitchFamily="34" charset="0"/>
                <a:ea typeface="Pretendard" pitchFamily="34" charset="-122"/>
                <a:cs typeface="Pretendard" pitchFamily="34" charset="-120"/>
              </a:rPr>
              <a:t>전용 개발자 환경으로 전환</a:t>
            </a:r>
            <a:endParaRPr lang="en-US" sz="1050" dirty="0"/>
          </a:p>
        </p:txBody>
      </p:sp>
      <p:sp>
        <p:nvSpPr>
          <p:cNvPr id="23" name="Text 21">
            <a:extLst>
              <a:ext uri="{C183D7F6-B498-43B3-948B-1728B52AA6E4}">
                <adec:decorative xmlns:adec="http://schemas.microsoft.com/office/drawing/2017/decorative" val="1"/>
              </a:ext>
            </a:extLst>
          </p:cNvPr>
          <p:cNvSpPr/>
          <p:nvPr/>
        </p:nvSpPr>
        <p:spPr>
          <a:xfrm>
            <a:off x="4023360" y="2212848"/>
            <a:ext cx="4572000" cy="256032"/>
          </a:xfrm>
          <a:prstGeom prst="rect">
            <a:avLst/>
          </a:prstGeom>
          <a:noFill/>
          <a:ln/>
        </p:spPr>
        <p:txBody>
          <a:bodyPr wrap="square" lIns="0" tIns="0" rIns="0" bIns="0" rtlCol="0" anchor="ctr"/>
          <a:lstStyle/>
          <a:p>
            <a:pPr marL="0" indent="0">
              <a:buNone/>
            </a:pPr>
            <a:r>
              <a:rPr lang="en-US" sz="1200" b="1" dirty="0">
                <a:solidFill>
                  <a:srgbClr val="111827"/>
                </a:solidFill>
                <a:latin typeface="Pretendard" pitchFamily="34" charset="0"/>
                <a:ea typeface="Pretendard" pitchFamily="34" charset="-122"/>
                <a:cs typeface="Pretendard" pitchFamily="34" charset="-120"/>
              </a:rPr>
              <a:t>필요한 보안 역할 (하나 이상)</a:t>
            </a:r>
            <a:endParaRPr lang="en-US" sz="1200" dirty="0"/>
          </a:p>
        </p:txBody>
      </p:sp>
      <p:sp>
        <p:nvSpPr>
          <p:cNvPr id="24" name="role card">
            <a:extLst>
              <a:ext uri="{C183D7F6-B498-43B3-948B-1728B52AA6E4}">
                <adec:decorative xmlns:adec="http://schemas.microsoft.com/office/drawing/2017/decorative" val="1"/>
              </a:ext>
            </a:extLst>
          </p:cNvPr>
          <p:cNvSpPr/>
          <p:nvPr/>
        </p:nvSpPr>
        <p:spPr>
          <a:xfrm>
            <a:off x="4023360" y="2560320"/>
            <a:ext cx="4572000" cy="548640"/>
          </a:xfrm>
          <a:prstGeom prst="rect">
            <a:avLst/>
          </a:prstGeom>
          <a:solidFill>
            <a:srgbClr val="FFFFFF"/>
          </a:solidFill>
          <a:ln w="12700">
            <a:solidFill>
              <a:srgbClr val="E5E7EB"/>
            </a:solidFill>
            <a:prstDash val="solid"/>
          </a:ln>
        </p:spPr>
        <p:txBody>
          <a:bodyPr/>
          <a:lstStyle/>
          <a:p>
            <a:endParaRPr lang="en-US"/>
          </a:p>
        </p:txBody>
      </p:sp>
      <p:sp>
        <p:nvSpPr>
          <p:cNvPr id="25" name="role rule">
            <a:extLst>
              <a:ext uri="{C183D7F6-B498-43B3-948B-1728B52AA6E4}">
                <adec:decorative xmlns:adec="http://schemas.microsoft.com/office/drawing/2017/decorative" val="1"/>
              </a:ext>
            </a:extLst>
          </p:cNvPr>
          <p:cNvSpPr/>
          <p:nvPr/>
        </p:nvSpPr>
        <p:spPr>
          <a:xfrm>
            <a:off x="4023360" y="2560320"/>
            <a:ext cx="4572000" cy="36576"/>
          </a:xfrm>
          <a:prstGeom prst="rect">
            <a:avLst/>
          </a:prstGeom>
          <a:solidFill>
            <a:srgbClr val="3B82F6"/>
          </a:solidFill>
          <a:ln w="12700">
            <a:solidFill>
              <a:srgbClr val="3B82F6"/>
            </a:solidFill>
            <a:prstDash val="solid"/>
          </a:ln>
        </p:spPr>
        <p:txBody>
          <a:bodyPr/>
          <a:lstStyle/>
          <a:p>
            <a:endParaRPr lang="en-US"/>
          </a:p>
        </p:txBody>
      </p:sp>
      <p:sp>
        <p:nvSpPr>
          <p:cNvPr id="26" name="Text 24"/>
          <p:cNvSpPr/>
          <p:nvPr/>
        </p:nvSpPr>
        <p:spPr>
          <a:xfrm>
            <a:off x="4224528" y="2615184"/>
            <a:ext cx="4169664" cy="457200"/>
          </a:xfrm>
          <a:prstGeom prst="rect">
            <a:avLst/>
          </a:prstGeom>
          <a:noFill/>
          <a:ln/>
        </p:spPr>
        <p:txBody>
          <a:bodyPr wrap="square" lIns="0" tIns="0" rIns="0" bIns="0" rtlCol="0" anchor="ctr"/>
          <a:lstStyle/>
          <a:p>
            <a:pPr marL="0" indent="0">
              <a:lnSpc>
                <a:spcPct val="120000"/>
              </a:lnSpc>
              <a:buNone/>
            </a:pPr>
            <a:r>
              <a:rPr lang="en-US" sz="1100" b="1" dirty="0">
                <a:solidFill>
                  <a:srgbClr val="111827"/>
                </a:solidFill>
                <a:latin typeface="Pretendard" pitchFamily="34" charset="0"/>
                <a:ea typeface="Pretendard" pitchFamily="34" charset="-122"/>
                <a:cs typeface="Pretendard" pitchFamily="34" charset="-120"/>
              </a:rPr>
              <a:t>Environment Maker</a:t>
            </a:r>
            <a:endParaRPr lang="en-US" sz="1100" dirty="0"/>
          </a:p>
          <a:p>
            <a:pPr marL="0" indent="0">
              <a:lnSpc>
                <a:spcPct val="120000"/>
              </a:lnSpc>
              <a:buNone/>
            </a:pPr>
            <a:r>
              <a:rPr lang="en-US" sz="950" dirty="0">
                <a:solidFill>
                  <a:srgbClr val="4B5563"/>
                </a:solidFill>
                <a:latin typeface="Pretendard" pitchFamily="34" charset="0"/>
                <a:ea typeface="Pretendard" pitchFamily="34" charset="-122"/>
                <a:cs typeface="Pretendard" pitchFamily="34" charset="-120"/>
              </a:rPr>
              <a:t>환경 내 리소스를 만들고 사용자 지정·관리</a:t>
            </a:r>
            <a:endParaRPr lang="en-US" sz="1100" dirty="0"/>
          </a:p>
        </p:txBody>
      </p:sp>
      <p:sp>
        <p:nvSpPr>
          <p:cNvPr id="27" name="role card">
            <a:extLst>
              <a:ext uri="{C183D7F6-B498-43B3-948B-1728B52AA6E4}">
                <adec:decorative xmlns:adec="http://schemas.microsoft.com/office/drawing/2017/decorative" val="1"/>
              </a:ext>
            </a:extLst>
          </p:cNvPr>
          <p:cNvSpPr/>
          <p:nvPr/>
        </p:nvSpPr>
        <p:spPr>
          <a:xfrm>
            <a:off x="4023360" y="3182112"/>
            <a:ext cx="4572000" cy="548640"/>
          </a:xfrm>
          <a:prstGeom prst="rect">
            <a:avLst/>
          </a:prstGeom>
          <a:solidFill>
            <a:srgbClr val="FFFFFF"/>
          </a:solidFill>
          <a:ln w="12700">
            <a:solidFill>
              <a:srgbClr val="E5E7EB"/>
            </a:solidFill>
            <a:prstDash val="solid"/>
          </a:ln>
        </p:spPr>
        <p:txBody>
          <a:bodyPr/>
          <a:lstStyle/>
          <a:p>
            <a:endParaRPr lang="ko-KR" altLang="en-US"/>
          </a:p>
        </p:txBody>
      </p:sp>
      <p:sp>
        <p:nvSpPr>
          <p:cNvPr id="28" name="role rule">
            <a:extLst>
              <a:ext uri="{C183D7F6-B498-43B3-948B-1728B52AA6E4}">
                <adec:decorative xmlns:adec="http://schemas.microsoft.com/office/drawing/2017/decorative" val="1"/>
              </a:ext>
            </a:extLst>
          </p:cNvPr>
          <p:cNvSpPr/>
          <p:nvPr/>
        </p:nvSpPr>
        <p:spPr>
          <a:xfrm>
            <a:off x="4023360" y="3182112"/>
            <a:ext cx="4572000" cy="36576"/>
          </a:xfrm>
          <a:prstGeom prst="rect">
            <a:avLst/>
          </a:prstGeom>
          <a:solidFill>
            <a:srgbClr val="3B82F6"/>
          </a:solidFill>
          <a:ln w="12700">
            <a:solidFill>
              <a:srgbClr val="3B82F6"/>
            </a:solidFill>
            <a:prstDash val="solid"/>
          </a:ln>
        </p:spPr>
        <p:txBody>
          <a:bodyPr/>
          <a:lstStyle/>
          <a:p>
            <a:endParaRPr lang="en-US"/>
          </a:p>
        </p:txBody>
      </p:sp>
      <p:sp>
        <p:nvSpPr>
          <p:cNvPr id="29" name="Text 27"/>
          <p:cNvSpPr/>
          <p:nvPr/>
        </p:nvSpPr>
        <p:spPr>
          <a:xfrm>
            <a:off x="4224528" y="3236976"/>
            <a:ext cx="4169664" cy="457200"/>
          </a:xfrm>
          <a:prstGeom prst="rect">
            <a:avLst/>
          </a:prstGeom>
          <a:noFill/>
          <a:ln/>
        </p:spPr>
        <p:txBody>
          <a:bodyPr wrap="square" lIns="0" tIns="0" rIns="0" bIns="0" rtlCol="0" anchor="ctr"/>
          <a:lstStyle/>
          <a:p>
            <a:pPr marL="0" indent="0">
              <a:lnSpc>
                <a:spcPct val="120000"/>
              </a:lnSpc>
              <a:buNone/>
            </a:pPr>
            <a:r>
              <a:rPr lang="en-US" sz="1100" b="1" dirty="0">
                <a:solidFill>
                  <a:srgbClr val="111827"/>
                </a:solidFill>
                <a:latin typeface="Pretendard" pitchFamily="34" charset="0"/>
                <a:ea typeface="Pretendard" pitchFamily="34" charset="-122"/>
                <a:cs typeface="Pretendard" pitchFamily="34" charset="-120"/>
              </a:rPr>
              <a:t>System Customizer</a:t>
            </a:r>
            <a:endParaRPr lang="en-US" sz="1100" dirty="0"/>
          </a:p>
          <a:p>
            <a:pPr marL="0" indent="0">
              <a:lnSpc>
                <a:spcPct val="120000"/>
              </a:lnSpc>
              <a:buNone/>
            </a:pPr>
            <a:r>
              <a:rPr lang="en-US" sz="950" dirty="0">
                <a:solidFill>
                  <a:srgbClr val="4B5563"/>
                </a:solidFill>
                <a:latin typeface="Pretendard" pitchFamily="34" charset="0"/>
                <a:ea typeface="Pretendard" pitchFamily="34" charset="-122"/>
                <a:cs typeface="Pretendard" pitchFamily="34" charset="-120"/>
              </a:rPr>
              <a:t>환경 사용자 지정과 보안 역할 관리까지 포함</a:t>
            </a:r>
            <a:endParaRPr lang="en-US" sz="1100" dirty="0"/>
          </a:p>
        </p:txBody>
      </p:sp>
      <p:sp>
        <p:nvSpPr>
          <p:cNvPr id="30" name="role card">
            <a:extLst>
              <a:ext uri="{C183D7F6-B498-43B3-948B-1728B52AA6E4}">
                <adec:decorative xmlns:adec="http://schemas.microsoft.com/office/drawing/2017/decorative" val="1"/>
              </a:ext>
            </a:extLst>
          </p:cNvPr>
          <p:cNvSpPr/>
          <p:nvPr/>
        </p:nvSpPr>
        <p:spPr>
          <a:xfrm>
            <a:off x="4023360" y="3803904"/>
            <a:ext cx="4572000" cy="548640"/>
          </a:xfrm>
          <a:prstGeom prst="rect">
            <a:avLst/>
          </a:prstGeom>
          <a:solidFill>
            <a:srgbClr val="FFFFFF"/>
          </a:solidFill>
          <a:ln w="12700">
            <a:solidFill>
              <a:srgbClr val="E5E7EB"/>
            </a:solidFill>
            <a:prstDash val="solid"/>
          </a:ln>
        </p:spPr>
        <p:txBody>
          <a:bodyPr/>
          <a:lstStyle/>
          <a:p>
            <a:endParaRPr lang="ko-KR" altLang="en-US"/>
          </a:p>
        </p:txBody>
      </p:sp>
      <p:sp>
        <p:nvSpPr>
          <p:cNvPr id="31" name="role rule">
            <a:extLst>
              <a:ext uri="{C183D7F6-B498-43B3-948B-1728B52AA6E4}">
                <adec:decorative xmlns:adec="http://schemas.microsoft.com/office/drawing/2017/decorative" val="1"/>
              </a:ext>
            </a:extLst>
          </p:cNvPr>
          <p:cNvSpPr/>
          <p:nvPr/>
        </p:nvSpPr>
        <p:spPr>
          <a:xfrm>
            <a:off x="4023360" y="3803904"/>
            <a:ext cx="4572000" cy="36576"/>
          </a:xfrm>
          <a:prstGeom prst="rect">
            <a:avLst/>
          </a:prstGeom>
          <a:solidFill>
            <a:srgbClr val="3B82F6"/>
          </a:solidFill>
          <a:ln w="12700">
            <a:solidFill>
              <a:srgbClr val="3B82F6"/>
            </a:solidFill>
            <a:prstDash val="solid"/>
          </a:ln>
        </p:spPr>
        <p:txBody>
          <a:bodyPr/>
          <a:lstStyle/>
          <a:p>
            <a:endParaRPr lang="en-US"/>
          </a:p>
        </p:txBody>
      </p:sp>
      <p:sp>
        <p:nvSpPr>
          <p:cNvPr id="32" name="Text 30"/>
          <p:cNvSpPr/>
          <p:nvPr/>
        </p:nvSpPr>
        <p:spPr>
          <a:xfrm>
            <a:off x="4224528" y="3858768"/>
            <a:ext cx="4169664" cy="457200"/>
          </a:xfrm>
          <a:prstGeom prst="rect">
            <a:avLst/>
          </a:prstGeom>
          <a:noFill/>
          <a:ln/>
        </p:spPr>
        <p:txBody>
          <a:bodyPr wrap="square" lIns="0" tIns="0" rIns="0" bIns="0" rtlCol="0" anchor="ctr"/>
          <a:lstStyle/>
          <a:p>
            <a:pPr marL="0" indent="0">
              <a:lnSpc>
                <a:spcPct val="120000"/>
              </a:lnSpc>
              <a:buNone/>
            </a:pPr>
            <a:r>
              <a:rPr lang="en-US" sz="1100" b="1" dirty="0">
                <a:solidFill>
                  <a:srgbClr val="111827"/>
                </a:solidFill>
                <a:latin typeface="Pretendard" pitchFamily="34" charset="0"/>
                <a:ea typeface="Pretendard" pitchFamily="34" charset="-122"/>
                <a:cs typeface="Pretendard" pitchFamily="34" charset="-120"/>
              </a:rPr>
              <a:t>System Administrator</a:t>
            </a:r>
            <a:endParaRPr lang="en-US" sz="1100" dirty="0"/>
          </a:p>
          <a:p>
            <a:pPr marL="0" indent="0">
              <a:lnSpc>
                <a:spcPct val="120000"/>
              </a:lnSpc>
              <a:buNone/>
            </a:pPr>
            <a:r>
              <a:rPr lang="en-US" sz="950" dirty="0">
                <a:solidFill>
                  <a:srgbClr val="4B5563"/>
                </a:solidFill>
                <a:latin typeface="Pretendard" pitchFamily="34" charset="0"/>
                <a:ea typeface="Pretendard" pitchFamily="34" charset="-122"/>
                <a:cs typeface="Pretendard" pitchFamily="34" charset="-120"/>
              </a:rPr>
              <a:t>환경의 모든 측면을 관리하는 최고 권한</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a:extLst>
              <a:ext uri="{C183D7F6-B498-43B3-948B-1728B52AA6E4}">
                <adec:decorative xmlns:adec="http://schemas.microsoft.com/office/drawing/2017/decorative" val="1"/>
              </a:ext>
            </a:extLst>
          </p:cNvPr>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랩 03</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게시자와 솔루션 만들기</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03  ·  실습</a:t>
            </a:r>
            <a:endParaRPr lang="en-US" sz="950" dirty="0"/>
          </a:p>
        </p:txBody>
      </p:sp>
      <p:sp>
        <p:nvSpPr>
          <p:cNvPr id="7" name="key message band">
            <a:extLst>
              <a:ext uri="{C183D7F6-B498-43B3-948B-1728B52AA6E4}">
                <adec:decorative xmlns:adec="http://schemas.microsoft.com/office/drawing/2017/decorative" val="1"/>
              </a:ext>
            </a:extLst>
          </p:cNvPr>
          <p:cNvSpPr/>
          <p:nvPr/>
        </p:nvSpPr>
        <p:spPr>
          <a:xfrm>
            <a:off x="548640" y="1417320"/>
            <a:ext cx="8046720" cy="566928"/>
          </a:xfrm>
          <a:prstGeom prst="rect">
            <a:avLst/>
          </a:prstGeom>
          <a:solidFill>
            <a:srgbClr val="F3F5F9"/>
          </a:solidFill>
          <a:ln w="12700">
            <a:solidFill>
              <a:srgbClr val="F3F5F9"/>
            </a:solidFill>
            <a:prstDash val="solid"/>
          </a:ln>
        </p:spPr>
        <p:txBody>
          <a:bodyPr/>
          <a:lstStyle/>
          <a:p>
            <a:endParaRPr lang="ko-KR" altLang="en-US"/>
          </a:p>
        </p:txBody>
      </p:sp>
      <p:sp>
        <p:nvSpPr>
          <p:cNvPr id="8" name="accent bar">
            <a:extLst>
              <a:ext uri="{C183D7F6-B498-43B3-948B-1728B52AA6E4}">
                <adec:decorative xmlns:adec="http://schemas.microsoft.com/office/drawing/2017/decorative" val="1"/>
              </a:ext>
            </a:extLst>
          </p:cNvPr>
          <p:cNvSpPr/>
          <p:nvPr/>
        </p:nvSpPr>
        <p:spPr>
          <a:xfrm>
            <a:off x="548640" y="1417320"/>
            <a:ext cx="50292" cy="566928"/>
          </a:xfrm>
          <a:prstGeom prst="rect">
            <a:avLst/>
          </a:prstGeom>
          <a:solidFill>
            <a:srgbClr val="1D4ED8"/>
          </a:solidFill>
          <a:ln w="12700">
            <a:solidFill>
              <a:srgbClr val="1D4ED8"/>
            </a:solidFill>
            <a:prstDash val="solid"/>
          </a:ln>
        </p:spPr>
        <p:txBody>
          <a:bodyPr/>
          <a:lstStyle/>
          <a:p>
            <a:endParaRPr lang="en-US"/>
          </a:p>
        </p:txBody>
      </p:sp>
      <p:sp>
        <p:nvSpPr>
          <p:cNvPr id="9" name="Text 7">
            <a:extLst>
              <a:ext uri="{C183D7F6-B498-43B3-948B-1728B52AA6E4}">
                <adec:decorative xmlns:adec="http://schemas.microsoft.com/office/drawing/2017/decorative" val="1"/>
              </a:ext>
            </a:extLst>
          </p:cNvPr>
          <p:cNvSpPr/>
          <p:nvPr/>
        </p:nvSpPr>
        <p:spPr>
          <a:xfrm>
            <a:off x="749808" y="1417320"/>
            <a:ext cx="7680960" cy="566928"/>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솔루션 → 새 솔루션 → 새 게시자 순서로 만들고, 선호하는 솔루션으로 설정합니다.</a:t>
            </a:r>
            <a:endParaRPr lang="en-US" sz="1350" dirty="0"/>
          </a:p>
        </p:txBody>
      </p:sp>
      <p:sp>
        <p:nvSpPr>
          <p:cNvPr id="10" name="Text 8">
            <a:extLst>
              <a:ext uri="{C183D7F6-B498-43B3-948B-1728B52AA6E4}">
                <adec:decorative xmlns:adec="http://schemas.microsoft.com/office/drawing/2017/decorative" val="1"/>
              </a:ext>
            </a:extLst>
          </p:cNvPr>
          <p:cNvSpPr/>
          <p:nvPr/>
        </p:nvSpPr>
        <p:spPr>
          <a:xfrm>
            <a:off x="548640" y="2240280"/>
            <a:ext cx="3931920" cy="256032"/>
          </a:xfrm>
          <a:prstGeom prst="rect">
            <a:avLst/>
          </a:prstGeom>
          <a:noFill/>
          <a:ln/>
        </p:spPr>
        <p:txBody>
          <a:bodyPr wrap="square" lIns="0" tIns="0" rIns="0" bIns="0" rtlCol="0" anchor="ctr"/>
          <a:lstStyle/>
          <a:p>
            <a:pPr marL="0" indent="0">
              <a:buNone/>
            </a:pPr>
            <a:r>
              <a:rPr lang="en-US" sz="1200" b="1" dirty="0">
                <a:solidFill>
                  <a:srgbClr val="1D4ED8"/>
                </a:solidFill>
                <a:latin typeface="Pretendard" pitchFamily="34" charset="0"/>
                <a:ea typeface="Pretendard" pitchFamily="34" charset="-122"/>
                <a:cs typeface="Pretendard" pitchFamily="34" charset="-120"/>
              </a:rPr>
              <a:t>3.1  솔루션 게시자</a:t>
            </a:r>
            <a:endParaRPr lang="en-US" sz="1200" dirty="0"/>
          </a:p>
        </p:txBody>
      </p:sp>
      <p:sp>
        <p:nvSpPr>
          <p:cNvPr id="11" name="field row">
            <a:extLst>
              <a:ext uri="{C183D7F6-B498-43B3-948B-1728B52AA6E4}">
                <adec:decorative xmlns:adec="http://schemas.microsoft.com/office/drawing/2017/decorative" val="1"/>
              </a:ext>
            </a:extLst>
          </p:cNvPr>
          <p:cNvSpPr/>
          <p:nvPr/>
        </p:nvSpPr>
        <p:spPr>
          <a:xfrm>
            <a:off x="548640" y="2487168"/>
            <a:ext cx="3931920" cy="347472"/>
          </a:xfrm>
          <a:prstGeom prst="rect">
            <a:avLst/>
          </a:prstGeom>
          <a:solidFill>
            <a:srgbClr val="F3F5F9"/>
          </a:solidFill>
          <a:ln w="12700">
            <a:solidFill>
              <a:srgbClr val="E5E7EB"/>
            </a:solidFill>
            <a:prstDash val="solid"/>
          </a:ln>
        </p:spPr>
        <p:txBody>
          <a:bodyPr/>
          <a:lstStyle/>
          <a:p>
            <a:endParaRPr lang="en-US"/>
          </a:p>
        </p:txBody>
      </p:sp>
      <p:sp>
        <p:nvSpPr>
          <p:cNvPr id="12" name="Text 10"/>
          <p:cNvSpPr/>
          <p:nvPr/>
        </p:nvSpPr>
        <p:spPr>
          <a:xfrm>
            <a:off x="713232" y="2487168"/>
            <a:ext cx="1371600" cy="347472"/>
          </a:xfrm>
          <a:prstGeom prst="rect">
            <a:avLst/>
          </a:prstGeom>
          <a:noFill/>
          <a:ln/>
        </p:spPr>
        <p:txBody>
          <a:bodyPr wrap="square" lIns="0" tIns="0" rIns="0" bIns="0" rtlCol="0" anchor="ctr"/>
          <a:lstStyle/>
          <a:p>
            <a:pPr marL="0" indent="0">
              <a:buNone/>
            </a:pPr>
            <a:r>
              <a:rPr lang="en-US" sz="950" dirty="0">
                <a:solidFill>
                  <a:srgbClr val="6B7280"/>
                </a:solidFill>
                <a:latin typeface="Pretendard" pitchFamily="34" charset="0"/>
                <a:ea typeface="Pretendard" pitchFamily="34" charset="-122"/>
                <a:cs typeface="Pretendard" pitchFamily="34" charset="-120"/>
              </a:rPr>
              <a:t>표시 이름</a:t>
            </a:r>
            <a:endParaRPr lang="en-US" sz="950" dirty="0"/>
          </a:p>
        </p:txBody>
      </p:sp>
      <p:sp>
        <p:nvSpPr>
          <p:cNvPr id="13" name="Text 11">
            <a:extLst>
              <a:ext uri="{C183D7F6-B498-43B3-948B-1728B52AA6E4}">
                <adec:decorative xmlns:adec="http://schemas.microsoft.com/office/drawing/2017/decorative" val="1"/>
              </a:ext>
            </a:extLst>
          </p:cNvPr>
          <p:cNvSpPr/>
          <p:nvPr/>
        </p:nvSpPr>
        <p:spPr>
          <a:xfrm>
            <a:off x="2103120" y="2487168"/>
            <a:ext cx="2212848" cy="347472"/>
          </a:xfrm>
          <a:prstGeom prst="rect">
            <a:avLst/>
          </a:prstGeom>
          <a:noFill/>
          <a:ln/>
        </p:spPr>
        <p:txBody>
          <a:bodyPr wrap="square" lIns="0" tIns="0" rIns="0" bIns="0" rtlCol="0" anchor="ctr"/>
          <a:lstStyle/>
          <a:p>
            <a:pPr marL="0" indent="0">
              <a:buNone/>
            </a:pPr>
            <a:r>
              <a:rPr lang="en-US" sz="1050" b="1" dirty="0">
                <a:solidFill>
                  <a:srgbClr val="111827"/>
                </a:solidFill>
                <a:latin typeface="Pretendard" pitchFamily="34" charset="0"/>
                <a:ea typeface="Pretendard" pitchFamily="34" charset="-122"/>
                <a:cs typeface="Pretendard" pitchFamily="34" charset="-120"/>
              </a:rPr>
              <a:t>Contoso Solutions</a:t>
            </a:r>
            <a:endParaRPr lang="en-US" sz="1050" dirty="0"/>
          </a:p>
        </p:txBody>
      </p:sp>
      <p:sp>
        <p:nvSpPr>
          <p:cNvPr id="14" name="field row">
            <a:extLst>
              <a:ext uri="{C183D7F6-B498-43B3-948B-1728B52AA6E4}">
                <adec:decorative xmlns:adec="http://schemas.microsoft.com/office/drawing/2017/decorative" val="1"/>
              </a:ext>
            </a:extLst>
          </p:cNvPr>
          <p:cNvSpPr/>
          <p:nvPr/>
        </p:nvSpPr>
        <p:spPr>
          <a:xfrm>
            <a:off x="548640" y="2871216"/>
            <a:ext cx="3931920" cy="347472"/>
          </a:xfrm>
          <a:prstGeom prst="rect">
            <a:avLst/>
          </a:prstGeom>
          <a:solidFill>
            <a:srgbClr val="FFFFFF"/>
          </a:solidFill>
          <a:ln w="12700">
            <a:solidFill>
              <a:srgbClr val="E5E7EB"/>
            </a:solidFill>
            <a:prstDash val="solid"/>
          </a:ln>
        </p:spPr>
        <p:txBody>
          <a:bodyPr/>
          <a:lstStyle/>
          <a:p>
            <a:endParaRPr lang="en-US"/>
          </a:p>
        </p:txBody>
      </p:sp>
      <p:sp>
        <p:nvSpPr>
          <p:cNvPr id="15" name="Text 13"/>
          <p:cNvSpPr/>
          <p:nvPr/>
        </p:nvSpPr>
        <p:spPr>
          <a:xfrm>
            <a:off x="713232" y="2871216"/>
            <a:ext cx="1371600" cy="347472"/>
          </a:xfrm>
          <a:prstGeom prst="rect">
            <a:avLst/>
          </a:prstGeom>
          <a:noFill/>
          <a:ln/>
        </p:spPr>
        <p:txBody>
          <a:bodyPr wrap="square" lIns="0" tIns="0" rIns="0" bIns="0" rtlCol="0" anchor="ctr"/>
          <a:lstStyle/>
          <a:p>
            <a:pPr marL="0" indent="0">
              <a:buNone/>
            </a:pPr>
            <a:r>
              <a:rPr lang="en-US" sz="950" dirty="0">
                <a:solidFill>
                  <a:srgbClr val="6B7280"/>
                </a:solidFill>
                <a:latin typeface="Pretendard" pitchFamily="34" charset="0"/>
                <a:ea typeface="Pretendard" pitchFamily="34" charset="-122"/>
                <a:cs typeface="Pretendard" pitchFamily="34" charset="-120"/>
              </a:rPr>
              <a:t>이름</a:t>
            </a:r>
            <a:endParaRPr lang="en-US" sz="950" dirty="0"/>
          </a:p>
        </p:txBody>
      </p:sp>
      <p:sp>
        <p:nvSpPr>
          <p:cNvPr id="16" name="Text 14"/>
          <p:cNvSpPr/>
          <p:nvPr/>
        </p:nvSpPr>
        <p:spPr>
          <a:xfrm>
            <a:off x="2103120" y="2871216"/>
            <a:ext cx="2212848" cy="347472"/>
          </a:xfrm>
          <a:prstGeom prst="rect">
            <a:avLst/>
          </a:prstGeom>
          <a:noFill/>
          <a:ln/>
        </p:spPr>
        <p:txBody>
          <a:bodyPr wrap="square" lIns="0" tIns="0" rIns="0" bIns="0" rtlCol="0" anchor="ctr"/>
          <a:lstStyle/>
          <a:p>
            <a:pPr marL="0" indent="0">
              <a:buNone/>
            </a:pPr>
            <a:r>
              <a:rPr lang="en-US" sz="1050" b="1" dirty="0">
                <a:solidFill>
                  <a:srgbClr val="111827"/>
                </a:solidFill>
                <a:latin typeface="Pretendard" pitchFamily="34" charset="0"/>
                <a:ea typeface="Pretendard" pitchFamily="34" charset="-122"/>
                <a:cs typeface="Pretendard" pitchFamily="34" charset="-120"/>
              </a:rPr>
              <a:t>ContosoSolutions</a:t>
            </a:r>
            <a:endParaRPr lang="en-US" sz="1050" dirty="0"/>
          </a:p>
        </p:txBody>
      </p:sp>
      <p:sp>
        <p:nvSpPr>
          <p:cNvPr id="17" name="field row">
            <a:extLst>
              <a:ext uri="{C183D7F6-B498-43B3-948B-1728B52AA6E4}">
                <adec:decorative xmlns:adec="http://schemas.microsoft.com/office/drawing/2017/decorative" val="1"/>
              </a:ext>
            </a:extLst>
          </p:cNvPr>
          <p:cNvSpPr/>
          <p:nvPr/>
        </p:nvSpPr>
        <p:spPr>
          <a:xfrm>
            <a:off x="548640" y="3255264"/>
            <a:ext cx="3931920" cy="347472"/>
          </a:xfrm>
          <a:prstGeom prst="rect">
            <a:avLst/>
          </a:prstGeom>
          <a:solidFill>
            <a:srgbClr val="F3F5F9"/>
          </a:solidFill>
          <a:ln w="12700">
            <a:solidFill>
              <a:srgbClr val="E5E7EB"/>
            </a:solidFill>
            <a:prstDash val="solid"/>
          </a:ln>
        </p:spPr>
        <p:txBody>
          <a:bodyPr/>
          <a:lstStyle/>
          <a:p>
            <a:endParaRPr lang="ko-KR" altLang="en-US"/>
          </a:p>
        </p:txBody>
      </p:sp>
      <p:sp>
        <p:nvSpPr>
          <p:cNvPr id="18" name="Text 16"/>
          <p:cNvSpPr/>
          <p:nvPr/>
        </p:nvSpPr>
        <p:spPr>
          <a:xfrm>
            <a:off x="713232" y="3255264"/>
            <a:ext cx="1371600" cy="347472"/>
          </a:xfrm>
          <a:prstGeom prst="rect">
            <a:avLst/>
          </a:prstGeom>
          <a:noFill/>
          <a:ln/>
        </p:spPr>
        <p:txBody>
          <a:bodyPr wrap="square" lIns="0" tIns="0" rIns="0" bIns="0" rtlCol="0" anchor="ctr"/>
          <a:lstStyle/>
          <a:p>
            <a:pPr marL="0" indent="0">
              <a:buNone/>
            </a:pPr>
            <a:r>
              <a:rPr lang="en-US" sz="950" dirty="0">
                <a:solidFill>
                  <a:srgbClr val="6B7280"/>
                </a:solidFill>
                <a:latin typeface="Pretendard" pitchFamily="34" charset="0"/>
                <a:ea typeface="Pretendard" pitchFamily="34" charset="-122"/>
                <a:cs typeface="Pretendard" pitchFamily="34" charset="-120"/>
              </a:rPr>
              <a:t>설명</a:t>
            </a:r>
            <a:endParaRPr lang="en-US" sz="950" dirty="0"/>
          </a:p>
        </p:txBody>
      </p:sp>
      <p:sp>
        <p:nvSpPr>
          <p:cNvPr id="19" name="Text 17"/>
          <p:cNvSpPr/>
          <p:nvPr/>
        </p:nvSpPr>
        <p:spPr>
          <a:xfrm>
            <a:off x="2103120" y="3255264"/>
            <a:ext cx="2212848" cy="347472"/>
          </a:xfrm>
          <a:prstGeom prst="rect">
            <a:avLst/>
          </a:prstGeom>
          <a:noFill/>
          <a:ln/>
        </p:spPr>
        <p:txBody>
          <a:bodyPr wrap="square" lIns="0" tIns="0" rIns="0" bIns="0" rtlCol="0" anchor="ctr"/>
          <a:lstStyle/>
          <a:p>
            <a:pPr marL="0" indent="0">
              <a:buNone/>
            </a:pPr>
            <a:r>
              <a:rPr lang="en-US" sz="1050" b="1" dirty="0">
                <a:solidFill>
                  <a:srgbClr val="111827"/>
                </a:solidFill>
                <a:latin typeface="Pretendard" pitchFamily="34" charset="0"/>
                <a:ea typeface="Pretendard" pitchFamily="34" charset="-122"/>
                <a:cs typeface="Pretendard" pitchFamily="34" charset="-120"/>
              </a:rPr>
              <a:t>Copilot Studio Agent Academy</a:t>
            </a:r>
            <a:endParaRPr lang="en-US" sz="1050" dirty="0"/>
          </a:p>
        </p:txBody>
      </p:sp>
      <p:sp>
        <p:nvSpPr>
          <p:cNvPr id="20" name="field row">
            <a:extLst>
              <a:ext uri="{C183D7F6-B498-43B3-948B-1728B52AA6E4}">
                <adec:decorative xmlns:adec="http://schemas.microsoft.com/office/drawing/2017/decorative" val="1"/>
              </a:ext>
            </a:extLst>
          </p:cNvPr>
          <p:cNvSpPr/>
          <p:nvPr/>
        </p:nvSpPr>
        <p:spPr>
          <a:xfrm>
            <a:off x="548640" y="3639312"/>
            <a:ext cx="3931920" cy="347472"/>
          </a:xfrm>
          <a:prstGeom prst="rect">
            <a:avLst/>
          </a:prstGeom>
          <a:solidFill>
            <a:srgbClr val="FFFFFF"/>
          </a:solidFill>
          <a:ln w="12700">
            <a:solidFill>
              <a:srgbClr val="E5E7EB"/>
            </a:solidFill>
            <a:prstDash val="solid"/>
          </a:ln>
        </p:spPr>
        <p:txBody>
          <a:bodyPr/>
          <a:lstStyle/>
          <a:p>
            <a:endParaRPr lang="ko-KR" altLang="en-US"/>
          </a:p>
        </p:txBody>
      </p:sp>
      <p:sp>
        <p:nvSpPr>
          <p:cNvPr id="21" name="Text 19"/>
          <p:cNvSpPr/>
          <p:nvPr/>
        </p:nvSpPr>
        <p:spPr>
          <a:xfrm>
            <a:off x="713232" y="3639312"/>
            <a:ext cx="1371600" cy="347472"/>
          </a:xfrm>
          <a:prstGeom prst="rect">
            <a:avLst/>
          </a:prstGeom>
          <a:noFill/>
          <a:ln/>
        </p:spPr>
        <p:txBody>
          <a:bodyPr wrap="square" lIns="0" tIns="0" rIns="0" bIns="0" rtlCol="0" anchor="ctr"/>
          <a:lstStyle/>
          <a:p>
            <a:pPr marL="0" indent="0">
              <a:buNone/>
            </a:pPr>
            <a:r>
              <a:rPr lang="en-US" sz="950" dirty="0">
                <a:solidFill>
                  <a:srgbClr val="6B7280"/>
                </a:solidFill>
                <a:latin typeface="Pretendard" pitchFamily="34" charset="0"/>
                <a:ea typeface="Pretendard" pitchFamily="34" charset="-122"/>
                <a:cs typeface="Pretendard" pitchFamily="34" charset="-120"/>
              </a:rPr>
              <a:t>접두사</a:t>
            </a:r>
            <a:endParaRPr lang="en-US" sz="950" dirty="0"/>
          </a:p>
        </p:txBody>
      </p:sp>
      <p:sp>
        <p:nvSpPr>
          <p:cNvPr id="22" name="Text 20"/>
          <p:cNvSpPr/>
          <p:nvPr/>
        </p:nvSpPr>
        <p:spPr>
          <a:xfrm>
            <a:off x="2103120" y="3639312"/>
            <a:ext cx="2212848" cy="347472"/>
          </a:xfrm>
          <a:prstGeom prst="rect">
            <a:avLst/>
          </a:prstGeom>
          <a:noFill/>
          <a:ln/>
        </p:spPr>
        <p:txBody>
          <a:bodyPr wrap="square" lIns="0" tIns="0" rIns="0" bIns="0" rtlCol="0" anchor="ctr"/>
          <a:lstStyle/>
          <a:p>
            <a:pPr marL="0" indent="0">
              <a:buNone/>
            </a:pPr>
            <a:r>
              <a:rPr lang="en-US" sz="1050" b="1" dirty="0">
                <a:solidFill>
                  <a:srgbClr val="111827"/>
                </a:solidFill>
                <a:latin typeface="Pretendard" pitchFamily="34" charset="0"/>
                <a:ea typeface="Pretendard" pitchFamily="34" charset="-122"/>
                <a:cs typeface="Pretendard" pitchFamily="34" charset="-120"/>
              </a:rPr>
              <a:t>cts</a:t>
            </a:r>
            <a:endParaRPr lang="en-US" sz="1050" dirty="0"/>
          </a:p>
        </p:txBody>
      </p:sp>
      <p:sp>
        <p:nvSpPr>
          <p:cNvPr id="23" name="field row">
            <a:extLst>
              <a:ext uri="{C183D7F6-B498-43B3-948B-1728B52AA6E4}">
                <adec:decorative xmlns:adec="http://schemas.microsoft.com/office/drawing/2017/decorative" val="1"/>
              </a:ext>
            </a:extLst>
          </p:cNvPr>
          <p:cNvSpPr/>
          <p:nvPr/>
        </p:nvSpPr>
        <p:spPr>
          <a:xfrm>
            <a:off x="548640" y="4023360"/>
            <a:ext cx="3931920" cy="347472"/>
          </a:xfrm>
          <a:prstGeom prst="rect">
            <a:avLst/>
          </a:prstGeom>
          <a:solidFill>
            <a:srgbClr val="F3F5F9"/>
          </a:solidFill>
          <a:ln w="12700">
            <a:solidFill>
              <a:srgbClr val="E5E7EB"/>
            </a:solidFill>
            <a:prstDash val="solid"/>
          </a:ln>
        </p:spPr>
        <p:txBody>
          <a:bodyPr/>
          <a:lstStyle/>
          <a:p>
            <a:endParaRPr lang="ko-KR" altLang="en-US"/>
          </a:p>
        </p:txBody>
      </p:sp>
      <p:sp>
        <p:nvSpPr>
          <p:cNvPr id="24" name="Text 22"/>
          <p:cNvSpPr/>
          <p:nvPr/>
        </p:nvSpPr>
        <p:spPr>
          <a:xfrm>
            <a:off x="713232" y="4023360"/>
            <a:ext cx="1371600" cy="347472"/>
          </a:xfrm>
          <a:prstGeom prst="rect">
            <a:avLst/>
          </a:prstGeom>
          <a:noFill/>
          <a:ln/>
        </p:spPr>
        <p:txBody>
          <a:bodyPr wrap="square" lIns="0" tIns="0" rIns="0" bIns="0" rtlCol="0" anchor="ctr"/>
          <a:lstStyle/>
          <a:p>
            <a:pPr marL="0" indent="0">
              <a:buNone/>
            </a:pPr>
            <a:r>
              <a:rPr lang="en-US" sz="950" dirty="0">
                <a:solidFill>
                  <a:srgbClr val="6B7280"/>
                </a:solidFill>
                <a:latin typeface="Pretendard" pitchFamily="34" charset="0"/>
                <a:ea typeface="Pretendard" pitchFamily="34" charset="-122"/>
                <a:cs typeface="Pretendard" pitchFamily="34" charset="-120"/>
              </a:rPr>
              <a:t>선택 값 접두사</a:t>
            </a:r>
            <a:endParaRPr lang="en-US" sz="950" dirty="0"/>
          </a:p>
        </p:txBody>
      </p:sp>
      <p:sp>
        <p:nvSpPr>
          <p:cNvPr id="25" name="Text 23"/>
          <p:cNvSpPr/>
          <p:nvPr/>
        </p:nvSpPr>
        <p:spPr>
          <a:xfrm>
            <a:off x="2103120" y="4023360"/>
            <a:ext cx="2212848" cy="347472"/>
          </a:xfrm>
          <a:prstGeom prst="rect">
            <a:avLst/>
          </a:prstGeom>
          <a:noFill/>
          <a:ln/>
        </p:spPr>
        <p:txBody>
          <a:bodyPr wrap="square" lIns="0" tIns="0" rIns="0" bIns="0" rtlCol="0" anchor="ctr"/>
          <a:lstStyle/>
          <a:p>
            <a:pPr marL="0" indent="0">
              <a:buNone/>
            </a:pPr>
            <a:r>
              <a:rPr lang="en-US" sz="1050" b="1" dirty="0">
                <a:solidFill>
                  <a:srgbClr val="111827"/>
                </a:solidFill>
                <a:latin typeface="Pretendard" pitchFamily="34" charset="0"/>
                <a:ea typeface="Pretendard" pitchFamily="34" charset="-122"/>
                <a:cs typeface="Pretendard" pitchFamily="34" charset="-120"/>
              </a:rPr>
              <a:t>자동 생성 값 그대로 사용</a:t>
            </a:r>
            <a:endParaRPr lang="en-US" sz="1050" dirty="0"/>
          </a:p>
        </p:txBody>
      </p:sp>
      <p:sp>
        <p:nvSpPr>
          <p:cNvPr id="26" name="Text 24"/>
          <p:cNvSpPr/>
          <p:nvPr/>
        </p:nvSpPr>
        <p:spPr>
          <a:xfrm>
            <a:off x="4663440" y="2240280"/>
            <a:ext cx="3931920" cy="256032"/>
          </a:xfrm>
          <a:prstGeom prst="rect">
            <a:avLst/>
          </a:prstGeom>
          <a:noFill/>
          <a:ln/>
        </p:spPr>
        <p:txBody>
          <a:bodyPr wrap="square" lIns="0" tIns="0" rIns="0" bIns="0" rtlCol="0" anchor="ctr"/>
          <a:lstStyle/>
          <a:p>
            <a:pPr marL="0" indent="0">
              <a:buNone/>
            </a:pPr>
            <a:r>
              <a:rPr lang="en-US" sz="1200" b="1" dirty="0">
                <a:solidFill>
                  <a:srgbClr val="1D4ED8"/>
                </a:solidFill>
                <a:latin typeface="Pretendard" pitchFamily="34" charset="0"/>
                <a:ea typeface="Pretendard" pitchFamily="34" charset="-122"/>
                <a:cs typeface="Pretendard" pitchFamily="34" charset="-120"/>
              </a:rPr>
              <a:t>3.2  새 솔루션</a:t>
            </a:r>
            <a:endParaRPr lang="en-US" sz="1200" dirty="0"/>
          </a:p>
        </p:txBody>
      </p:sp>
      <p:sp>
        <p:nvSpPr>
          <p:cNvPr id="27" name="field row">
            <a:extLst>
              <a:ext uri="{C183D7F6-B498-43B3-948B-1728B52AA6E4}">
                <adec:decorative xmlns:adec="http://schemas.microsoft.com/office/drawing/2017/decorative" val="1"/>
              </a:ext>
            </a:extLst>
          </p:cNvPr>
          <p:cNvSpPr/>
          <p:nvPr/>
        </p:nvSpPr>
        <p:spPr>
          <a:xfrm>
            <a:off x="4663440" y="2487168"/>
            <a:ext cx="3931920" cy="347472"/>
          </a:xfrm>
          <a:prstGeom prst="rect">
            <a:avLst/>
          </a:prstGeom>
          <a:solidFill>
            <a:srgbClr val="F3F5F9"/>
          </a:solidFill>
          <a:ln w="12700">
            <a:solidFill>
              <a:srgbClr val="E5E7EB"/>
            </a:solidFill>
            <a:prstDash val="solid"/>
          </a:ln>
        </p:spPr>
        <p:txBody>
          <a:bodyPr/>
          <a:lstStyle/>
          <a:p>
            <a:endParaRPr lang="ko-KR" altLang="en-US"/>
          </a:p>
        </p:txBody>
      </p:sp>
      <p:sp>
        <p:nvSpPr>
          <p:cNvPr id="28" name="Text 26"/>
          <p:cNvSpPr/>
          <p:nvPr/>
        </p:nvSpPr>
        <p:spPr>
          <a:xfrm>
            <a:off x="4828032" y="2487168"/>
            <a:ext cx="1371600" cy="347472"/>
          </a:xfrm>
          <a:prstGeom prst="rect">
            <a:avLst/>
          </a:prstGeom>
          <a:noFill/>
          <a:ln/>
        </p:spPr>
        <p:txBody>
          <a:bodyPr wrap="square" lIns="0" tIns="0" rIns="0" bIns="0" rtlCol="0" anchor="ctr"/>
          <a:lstStyle/>
          <a:p>
            <a:pPr marL="0" indent="0">
              <a:buNone/>
            </a:pPr>
            <a:r>
              <a:rPr lang="en-US" sz="950" dirty="0">
                <a:solidFill>
                  <a:srgbClr val="6B7280"/>
                </a:solidFill>
                <a:latin typeface="Pretendard" pitchFamily="34" charset="0"/>
                <a:ea typeface="Pretendard" pitchFamily="34" charset="-122"/>
                <a:cs typeface="Pretendard" pitchFamily="34" charset="-120"/>
              </a:rPr>
              <a:t>표시 이름</a:t>
            </a:r>
            <a:endParaRPr lang="en-US" sz="950" dirty="0"/>
          </a:p>
        </p:txBody>
      </p:sp>
      <p:sp>
        <p:nvSpPr>
          <p:cNvPr id="29" name="Text 27"/>
          <p:cNvSpPr/>
          <p:nvPr/>
        </p:nvSpPr>
        <p:spPr>
          <a:xfrm>
            <a:off x="6217920" y="2487168"/>
            <a:ext cx="2212848" cy="347472"/>
          </a:xfrm>
          <a:prstGeom prst="rect">
            <a:avLst/>
          </a:prstGeom>
          <a:noFill/>
          <a:ln/>
        </p:spPr>
        <p:txBody>
          <a:bodyPr wrap="square" lIns="0" tIns="0" rIns="0" bIns="0" rtlCol="0" anchor="ctr"/>
          <a:lstStyle/>
          <a:p>
            <a:pPr marL="0" indent="0">
              <a:buNone/>
            </a:pPr>
            <a:r>
              <a:rPr lang="en-US" sz="1050" b="1" dirty="0">
                <a:solidFill>
                  <a:srgbClr val="111827"/>
                </a:solidFill>
                <a:latin typeface="Pretendard" pitchFamily="34" charset="0"/>
                <a:ea typeface="Pretendard" pitchFamily="34" charset="-122"/>
                <a:cs typeface="Pretendard" pitchFamily="34" charset="-120"/>
              </a:rPr>
              <a:t>Contoso IT Concierge Agent</a:t>
            </a:r>
            <a:endParaRPr lang="en-US" sz="1050" dirty="0"/>
          </a:p>
        </p:txBody>
      </p:sp>
      <p:sp>
        <p:nvSpPr>
          <p:cNvPr id="30" name="field row">
            <a:extLst>
              <a:ext uri="{C183D7F6-B498-43B3-948B-1728B52AA6E4}">
                <adec:decorative xmlns:adec="http://schemas.microsoft.com/office/drawing/2017/decorative" val="1"/>
              </a:ext>
            </a:extLst>
          </p:cNvPr>
          <p:cNvSpPr/>
          <p:nvPr/>
        </p:nvSpPr>
        <p:spPr>
          <a:xfrm>
            <a:off x="4663440" y="2871216"/>
            <a:ext cx="3931920" cy="347472"/>
          </a:xfrm>
          <a:prstGeom prst="rect">
            <a:avLst/>
          </a:prstGeom>
          <a:solidFill>
            <a:srgbClr val="FFFFFF"/>
          </a:solidFill>
          <a:ln w="12700">
            <a:solidFill>
              <a:srgbClr val="E5E7EB"/>
            </a:solidFill>
            <a:prstDash val="solid"/>
          </a:ln>
        </p:spPr>
        <p:txBody>
          <a:bodyPr/>
          <a:lstStyle/>
          <a:p>
            <a:endParaRPr lang="ko-KR" altLang="en-US"/>
          </a:p>
        </p:txBody>
      </p:sp>
      <p:sp>
        <p:nvSpPr>
          <p:cNvPr id="31" name="Text 29"/>
          <p:cNvSpPr/>
          <p:nvPr/>
        </p:nvSpPr>
        <p:spPr>
          <a:xfrm>
            <a:off x="4828032" y="2871216"/>
            <a:ext cx="1371600" cy="347472"/>
          </a:xfrm>
          <a:prstGeom prst="rect">
            <a:avLst/>
          </a:prstGeom>
          <a:noFill/>
          <a:ln/>
        </p:spPr>
        <p:txBody>
          <a:bodyPr wrap="square" lIns="0" tIns="0" rIns="0" bIns="0" rtlCol="0" anchor="ctr"/>
          <a:lstStyle/>
          <a:p>
            <a:pPr marL="0" indent="0">
              <a:buNone/>
            </a:pPr>
            <a:r>
              <a:rPr lang="en-US" sz="950" dirty="0">
                <a:solidFill>
                  <a:srgbClr val="6B7280"/>
                </a:solidFill>
                <a:latin typeface="Pretendard" pitchFamily="34" charset="0"/>
                <a:ea typeface="Pretendard" pitchFamily="34" charset="-122"/>
                <a:cs typeface="Pretendard" pitchFamily="34" charset="-120"/>
              </a:rPr>
              <a:t>이름</a:t>
            </a:r>
            <a:endParaRPr lang="en-US" sz="950" dirty="0"/>
          </a:p>
        </p:txBody>
      </p:sp>
      <p:sp>
        <p:nvSpPr>
          <p:cNvPr id="32" name="Text 30"/>
          <p:cNvSpPr/>
          <p:nvPr/>
        </p:nvSpPr>
        <p:spPr>
          <a:xfrm>
            <a:off x="6217920" y="2871216"/>
            <a:ext cx="2212848" cy="347472"/>
          </a:xfrm>
          <a:prstGeom prst="rect">
            <a:avLst/>
          </a:prstGeom>
          <a:noFill/>
          <a:ln/>
        </p:spPr>
        <p:txBody>
          <a:bodyPr wrap="square" lIns="0" tIns="0" rIns="0" bIns="0" rtlCol="0" anchor="ctr"/>
          <a:lstStyle/>
          <a:p>
            <a:pPr marL="0" indent="0">
              <a:buNone/>
            </a:pPr>
            <a:r>
              <a:rPr lang="en-US" sz="1050" b="1" dirty="0">
                <a:solidFill>
                  <a:srgbClr val="111827"/>
                </a:solidFill>
                <a:latin typeface="Pretendard" pitchFamily="34" charset="0"/>
                <a:ea typeface="Pretendard" pitchFamily="34" charset="-122"/>
                <a:cs typeface="Pretendard" pitchFamily="34" charset="-120"/>
              </a:rPr>
              <a:t>ContosoITConciergeAgent</a:t>
            </a:r>
            <a:endParaRPr lang="en-US" sz="1050" dirty="0"/>
          </a:p>
        </p:txBody>
      </p:sp>
      <p:sp>
        <p:nvSpPr>
          <p:cNvPr id="33" name="field row">
            <a:extLst>
              <a:ext uri="{C183D7F6-B498-43B3-948B-1728B52AA6E4}">
                <adec:decorative xmlns:adec="http://schemas.microsoft.com/office/drawing/2017/decorative" val="1"/>
              </a:ext>
            </a:extLst>
          </p:cNvPr>
          <p:cNvSpPr/>
          <p:nvPr/>
        </p:nvSpPr>
        <p:spPr>
          <a:xfrm>
            <a:off x="4663440" y="3255264"/>
            <a:ext cx="3931920" cy="347472"/>
          </a:xfrm>
          <a:prstGeom prst="rect">
            <a:avLst/>
          </a:prstGeom>
          <a:solidFill>
            <a:srgbClr val="F3F5F9"/>
          </a:solidFill>
          <a:ln w="12700">
            <a:solidFill>
              <a:srgbClr val="E5E7EB"/>
            </a:solidFill>
            <a:prstDash val="solid"/>
          </a:ln>
        </p:spPr>
        <p:txBody>
          <a:bodyPr/>
          <a:lstStyle/>
          <a:p>
            <a:endParaRPr lang="ko-KR" altLang="en-US"/>
          </a:p>
        </p:txBody>
      </p:sp>
      <p:sp>
        <p:nvSpPr>
          <p:cNvPr id="34" name="Text 32"/>
          <p:cNvSpPr/>
          <p:nvPr/>
        </p:nvSpPr>
        <p:spPr>
          <a:xfrm>
            <a:off x="4828032" y="3255264"/>
            <a:ext cx="1371600" cy="347472"/>
          </a:xfrm>
          <a:prstGeom prst="rect">
            <a:avLst/>
          </a:prstGeom>
          <a:noFill/>
          <a:ln/>
        </p:spPr>
        <p:txBody>
          <a:bodyPr wrap="square" lIns="0" tIns="0" rIns="0" bIns="0" rtlCol="0" anchor="ctr"/>
          <a:lstStyle/>
          <a:p>
            <a:pPr marL="0" indent="0">
              <a:buNone/>
            </a:pPr>
            <a:r>
              <a:rPr lang="en-US" sz="950" dirty="0">
                <a:solidFill>
                  <a:srgbClr val="6B7280"/>
                </a:solidFill>
                <a:latin typeface="Pretendard" pitchFamily="34" charset="0"/>
                <a:ea typeface="Pretendard" pitchFamily="34" charset="-122"/>
                <a:cs typeface="Pretendard" pitchFamily="34" charset="-120"/>
              </a:rPr>
              <a:t>게시자</a:t>
            </a:r>
            <a:endParaRPr lang="en-US" sz="950" dirty="0"/>
          </a:p>
        </p:txBody>
      </p:sp>
      <p:sp>
        <p:nvSpPr>
          <p:cNvPr id="35" name="Text 33"/>
          <p:cNvSpPr/>
          <p:nvPr/>
        </p:nvSpPr>
        <p:spPr>
          <a:xfrm>
            <a:off x="6217920" y="3255264"/>
            <a:ext cx="2212848" cy="347472"/>
          </a:xfrm>
          <a:prstGeom prst="rect">
            <a:avLst/>
          </a:prstGeom>
          <a:noFill/>
          <a:ln/>
        </p:spPr>
        <p:txBody>
          <a:bodyPr wrap="square" lIns="0" tIns="0" rIns="0" bIns="0" rtlCol="0" anchor="ctr"/>
          <a:lstStyle/>
          <a:p>
            <a:pPr marL="0" indent="0">
              <a:buNone/>
            </a:pPr>
            <a:r>
              <a:rPr lang="en-US" sz="1050" b="1" dirty="0">
                <a:solidFill>
                  <a:srgbClr val="111827"/>
                </a:solidFill>
                <a:latin typeface="Pretendard" pitchFamily="34" charset="0"/>
                <a:ea typeface="Pretendard" pitchFamily="34" charset="-122"/>
                <a:cs typeface="Pretendard" pitchFamily="34" charset="-120"/>
              </a:rPr>
              <a:t>Contoso Solutions</a:t>
            </a:r>
            <a:endParaRPr lang="en-US" sz="1050" dirty="0"/>
          </a:p>
        </p:txBody>
      </p:sp>
      <p:sp>
        <p:nvSpPr>
          <p:cNvPr id="36" name="field row">
            <a:extLst>
              <a:ext uri="{C183D7F6-B498-43B3-948B-1728B52AA6E4}">
                <adec:decorative xmlns:adec="http://schemas.microsoft.com/office/drawing/2017/decorative" val="1"/>
              </a:ext>
            </a:extLst>
          </p:cNvPr>
          <p:cNvSpPr/>
          <p:nvPr/>
        </p:nvSpPr>
        <p:spPr>
          <a:xfrm>
            <a:off x="4663440" y="3639312"/>
            <a:ext cx="3931920" cy="347472"/>
          </a:xfrm>
          <a:prstGeom prst="rect">
            <a:avLst/>
          </a:prstGeom>
          <a:solidFill>
            <a:srgbClr val="FFFFFF"/>
          </a:solidFill>
          <a:ln w="12700">
            <a:solidFill>
              <a:srgbClr val="E5E7EB"/>
            </a:solidFill>
            <a:prstDash val="solid"/>
          </a:ln>
        </p:spPr>
        <p:txBody>
          <a:bodyPr/>
          <a:lstStyle/>
          <a:p>
            <a:endParaRPr lang="ko-KR" altLang="en-US"/>
          </a:p>
        </p:txBody>
      </p:sp>
      <p:sp>
        <p:nvSpPr>
          <p:cNvPr id="37" name="Text 35"/>
          <p:cNvSpPr/>
          <p:nvPr/>
        </p:nvSpPr>
        <p:spPr>
          <a:xfrm>
            <a:off x="4828032" y="3639312"/>
            <a:ext cx="1371600" cy="347472"/>
          </a:xfrm>
          <a:prstGeom prst="rect">
            <a:avLst/>
          </a:prstGeom>
          <a:noFill/>
          <a:ln/>
        </p:spPr>
        <p:txBody>
          <a:bodyPr wrap="square" lIns="0" tIns="0" rIns="0" bIns="0" rtlCol="0" anchor="ctr"/>
          <a:lstStyle/>
          <a:p>
            <a:pPr marL="0" indent="0">
              <a:buNone/>
            </a:pPr>
            <a:r>
              <a:rPr lang="en-US" sz="950" dirty="0">
                <a:solidFill>
                  <a:srgbClr val="6B7280"/>
                </a:solidFill>
                <a:latin typeface="Pretendard" pitchFamily="34" charset="0"/>
                <a:ea typeface="Pretendard" pitchFamily="34" charset="-122"/>
                <a:cs typeface="Pretendard" pitchFamily="34" charset="-120"/>
              </a:rPr>
              <a:t>버전</a:t>
            </a:r>
            <a:endParaRPr lang="en-US" sz="950" dirty="0"/>
          </a:p>
        </p:txBody>
      </p:sp>
      <p:sp>
        <p:nvSpPr>
          <p:cNvPr id="38" name="Text 36"/>
          <p:cNvSpPr/>
          <p:nvPr/>
        </p:nvSpPr>
        <p:spPr>
          <a:xfrm>
            <a:off x="6217920" y="3639312"/>
            <a:ext cx="2212848" cy="347472"/>
          </a:xfrm>
          <a:prstGeom prst="rect">
            <a:avLst/>
          </a:prstGeom>
          <a:noFill/>
          <a:ln/>
        </p:spPr>
        <p:txBody>
          <a:bodyPr wrap="square" lIns="0" tIns="0" rIns="0" bIns="0" rtlCol="0" anchor="ctr"/>
          <a:lstStyle/>
          <a:p>
            <a:pPr marL="0" indent="0">
              <a:buNone/>
            </a:pPr>
            <a:r>
              <a:rPr lang="en-US" sz="1050" b="1" dirty="0">
                <a:solidFill>
                  <a:srgbClr val="111827"/>
                </a:solidFill>
                <a:latin typeface="Pretendard" pitchFamily="34" charset="0"/>
                <a:ea typeface="Pretendard" pitchFamily="34" charset="-122"/>
                <a:cs typeface="Pretendard" pitchFamily="34" charset="-120"/>
              </a:rPr>
              <a:t>1.0.0.0</a:t>
            </a:r>
            <a:endParaRPr lang="en-US" sz="1050" dirty="0"/>
          </a:p>
        </p:txBody>
      </p:sp>
      <p:sp>
        <p:nvSpPr>
          <p:cNvPr id="39" name="field row">
            <a:extLst>
              <a:ext uri="{C183D7F6-B498-43B3-948B-1728B52AA6E4}">
                <adec:decorative xmlns:adec="http://schemas.microsoft.com/office/drawing/2017/decorative" val="1"/>
              </a:ext>
            </a:extLst>
          </p:cNvPr>
          <p:cNvSpPr/>
          <p:nvPr/>
        </p:nvSpPr>
        <p:spPr>
          <a:xfrm>
            <a:off x="4663440" y="4023360"/>
            <a:ext cx="3931920" cy="347472"/>
          </a:xfrm>
          <a:prstGeom prst="rect">
            <a:avLst/>
          </a:prstGeom>
          <a:solidFill>
            <a:srgbClr val="F3F5F9"/>
          </a:solidFill>
          <a:ln w="12700">
            <a:solidFill>
              <a:srgbClr val="E5E7EB"/>
            </a:solidFill>
            <a:prstDash val="solid"/>
          </a:ln>
        </p:spPr>
        <p:txBody>
          <a:bodyPr/>
          <a:lstStyle/>
          <a:p>
            <a:endParaRPr lang="ko-KR" altLang="en-US"/>
          </a:p>
        </p:txBody>
      </p:sp>
      <p:sp>
        <p:nvSpPr>
          <p:cNvPr id="40" name="Text 38"/>
          <p:cNvSpPr/>
          <p:nvPr/>
        </p:nvSpPr>
        <p:spPr>
          <a:xfrm>
            <a:off x="4828032" y="4023360"/>
            <a:ext cx="1371600" cy="347472"/>
          </a:xfrm>
          <a:prstGeom prst="rect">
            <a:avLst/>
          </a:prstGeom>
          <a:noFill/>
          <a:ln/>
        </p:spPr>
        <p:txBody>
          <a:bodyPr wrap="square" lIns="0" tIns="0" rIns="0" bIns="0" rtlCol="0" anchor="ctr"/>
          <a:lstStyle/>
          <a:p>
            <a:pPr marL="0" indent="0">
              <a:buNone/>
            </a:pPr>
            <a:r>
              <a:rPr lang="en-US" sz="950" dirty="0">
                <a:solidFill>
                  <a:srgbClr val="6B7280"/>
                </a:solidFill>
                <a:latin typeface="Pretendard" pitchFamily="34" charset="0"/>
                <a:ea typeface="Pretendard" pitchFamily="34" charset="-122"/>
                <a:cs typeface="Pretendard" pitchFamily="34" charset="-120"/>
              </a:rPr>
              <a:t>패키지 유형</a:t>
            </a:r>
            <a:endParaRPr lang="en-US" sz="950" dirty="0"/>
          </a:p>
        </p:txBody>
      </p:sp>
      <p:sp>
        <p:nvSpPr>
          <p:cNvPr id="41" name="Text 39"/>
          <p:cNvSpPr/>
          <p:nvPr/>
        </p:nvSpPr>
        <p:spPr>
          <a:xfrm>
            <a:off x="6217920" y="4023360"/>
            <a:ext cx="2212848" cy="347472"/>
          </a:xfrm>
          <a:prstGeom prst="rect">
            <a:avLst/>
          </a:prstGeom>
          <a:noFill/>
          <a:ln/>
        </p:spPr>
        <p:txBody>
          <a:bodyPr wrap="square" lIns="0" tIns="0" rIns="0" bIns="0" rtlCol="0" anchor="ctr"/>
          <a:lstStyle/>
          <a:p>
            <a:pPr marL="0" indent="0">
              <a:buNone/>
            </a:pPr>
            <a:r>
              <a:rPr lang="en-US" sz="1050" b="1" dirty="0">
                <a:solidFill>
                  <a:srgbClr val="111827"/>
                </a:solidFill>
                <a:latin typeface="Pretendard" pitchFamily="34" charset="0"/>
                <a:ea typeface="Pretendard" pitchFamily="34" charset="-122"/>
                <a:cs typeface="Pretendard" pitchFamily="34" charset="-120"/>
              </a:rPr>
              <a:t>Unmanaged</a:t>
            </a:r>
            <a:endParaRPr lang="en-US" sz="1050" dirty="0"/>
          </a:p>
        </p:txBody>
      </p:sp>
      <p:sp>
        <p:nvSpPr>
          <p:cNvPr id="42" name="Text 40"/>
          <p:cNvSpPr/>
          <p:nvPr/>
        </p:nvSpPr>
        <p:spPr>
          <a:xfrm>
            <a:off x="548640" y="4443984"/>
            <a:ext cx="6035040" cy="274320"/>
          </a:xfrm>
          <a:prstGeom prst="rect">
            <a:avLst/>
          </a:prstGeom>
          <a:noFill/>
          <a:ln/>
        </p:spPr>
        <p:txBody>
          <a:bodyPr wrap="square" lIns="0" tIns="0" rIns="0" bIns="0" rtlCol="0" anchor="ctr"/>
          <a:lstStyle/>
          <a:p>
            <a:pPr marL="0" indent="0">
              <a:buNone/>
            </a:pPr>
            <a:r>
              <a:rPr lang="en-US" sz="1050" b="1" dirty="0">
                <a:solidFill>
                  <a:srgbClr val="1D4ED8"/>
                </a:solidFill>
                <a:latin typeface="Pretendard" pitchFamily="34" charset="0"/>
                <a:ea typeface="Pretendard" pitchFamily="34" charset="-122"/>
                <a:cs typeface="Pretendard" pitchFamily="34" charset="-120"/>
              </a:rPr>
              <a:t>선호하는 솔루션으로 설정 체크박스를 반드시 선택하세요.</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a:extLst>
              <a:ext uri="{C183D7F6-B498-43B3-948B-1728B52AA6E4}">
                <adec:decorative xmlns:adec="http://schemas.microsoft.com/office/drawing/2017/decorative" val="1"/>
              </a:ext>
            </a:extLst>
          </p:cNvPr>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작업 완료</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에이전트의 홈이 준비되었습니다</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03  ·  정리</a:t>
            </a:r>
            <a:endParaRPr lang="en-US" sz="950" dirty="0"/>
          </a:p>
        </p:txBody>
      </p:sp>
      <p:sp>
        <p:nvSpPr>
          <p:cNvPr id="7" name="check accent">
            <a:extLst>
              <a:ext uri="{C183D7F6-B498-43B3-948B-1728B52AA6E4}">
                <adec:decorative xmlns:adec="http://schemas.microsoft.com/office/drawing/2017/decorative" val="1"/>
              </a:ext>
            </a:extLst>
          </p:cNvPr>
          <p:cNvSpPr/>
          <p:nvPr/>
        </p:nvSpPr>
        <p:spPr>
          <a:xfrm>
            <a:off x="548640" y="1600200"/>
            <a:ext cx="45720" cy="548640"/>
          </a:xfrm>
          <a:prstGeom prst="rect">
            <a:avLst/>
          </a:prstGeom>
          <a:solidFill>
            <a:srgbClr val="3B82F6"/>
          </a:solidFill>
          <a:ln w="12700">
            <a:solidFill>
              <a:srgbClr val="3B82F6"/>
            </a:solidFill>
            <a:prstDash val="solid"/>
          </a:ln>
        </p:spPr>
        <p:txBody>
          <a:bodyPr/>
          <a:lstStyle/>
          <a:p>
            <a:endParaRPr lang="ko-KR" altLang="en-US"/>
          </a:p>
        </p:txBody>
      </p:sp>
      <p:sp>
        <p:nvSpPr>
          <p:cNvPr id="8" name="Text 6">
            <a:extLst>
              <a:ext uri="{C183D7F6-B498-43B3-948B-1728B52AA6E4}">
                <adec:decorative xmlns:adec="http://schemas.microsoft.com/office/drawing/2017/decorative" val="1"/>
              </a:ext>
            </a:extLst>
          </p:cNvPr>
          <p:cNvSpPr/>
          <p:nvPr/>
        </p:nvSpPr>
        <p:spPr>
          <a:xfrm>
            <a:off x="749808" y="1600200"/>
            <a:ext cx="5303520" cy="548640"/>
          </a:xfrm>
          <a:prstGeom prst="rect">
            <a:avLst/>
          </a:prstGeom>
          <a:noFill/>
          <a:ln/>
        </p:spPr>
        <p:txBody>
          <a:bodyPr wrap="square" lIns="0" tIns="0" rIns="0" bIns="0" rtlCol="0" anchor="ctr"/>
          <a:lstStyle/>
          <a:p>
            <a:pPr marL="0" indent="0">
              <a:lnSpc>
                <a:spcPct val="115000"/>
              </a:lnSpc>
              <a:buNone/>
            </a:pPr>
            <a:r>
              <a:rPr lang="en-US" sz="1200" b="1" dirty="0">
                <a:solidFill>
                  <a:srgbClr val="111827"/>
                </a:solidFill>
                <a:latin typeface="Pretendard" pitchFamily="34" charset="0"/>
                <a:ea typeface="Pretendard" pitchFamily="34" charset="-122"/>
                <a:cs typeface="Pretendard" pitchFamily="34" charset="-120"/>
              </a:rPr>
              <a:t>솔루션 게시자 만들기   </a:t>
            </a:r>
            <a:r>
              <a:rPr lang="en-US" sz="1000" dirty="0">
                <a:solidFill>
                  <a:srgbClr val="4B5563"/>
                </a:solidFill>
                <a:latin typeface="Pretendard" pitchFamily="34" charset="0"/>
                <a:ea typeface="Pretendard" pitchFamily="34" charset="-122"/>
                <a:cs typeface="Pretendard" pitchFamily="34" charset="-120"/>
              </a:rPr>
              <a:t>솔루션 구성 요소에 사용되는 소유권 정보를 정의합니다.</a:t>
            </a:r>
            <a:endParaRPr lang="en-US" sz="1200" dirty="0"/>
          </a:p>
        </p:txBody>
      </p:sp>
      <p:sp>
        <p:nvSpPr>
          <p:cNvPr id="9" name="check accent">
            <a:extLst>
              <a:ext uri="{C183D7F6-B498-43B3-948B-1728B52AA6E4}">
                <adec:decorative xmlns:adec="http://schemas.microsoft.com/office/drawing/2017/decorative" val="1"/>
              </a:ext>
            </a:extLst>
          </p:cNvPr>
          <p:cNvSpPr/>
          <p:nvPr/>
        </p:nvSpPr>
        <p:spPr>
          <a:xfrm>
            <a:off x="548640" y="2240280"/>
            <a:ext cx="45720" cy="548640"/>
          </a:xfrm>
          <a:prstGeom prst="rect">
            <a:avLst/>
          </a:prstGeom>
          <a:solidFill>
            <a:srgbClr val="3B82F6"/>
          </a:solidFill>
          <a:ln w="12700">
            <a:solidFill>
              <a:srgbClr val="3B82F6"/>
            </a:solidFill>
            <a:prstDash val="solid"/>
          </a:ln>
        </p:spPr>
        <p:txBody>
          <a:bodyPr/>
          <a:lstStyle/>
          <a:p>
            <a:endParaRPr lang="en-US"/>
          </a:p>
        </p:txBody>
      </p:sp>
      <p:sp>
        <p:nvSpPr>
          <p:cNvPr id="10" name="Text 8">
            <a:extLst>
              <a:ext uri="{C183D7F6-B498-43B3-948B-1728B52AA6E4}">
                <adec:decorative xmlns:adec="http://schemas.microsoft.com/office/drawing/2017/decorative" val="1"/>
              </a:ext>
            </a:extLst>
          </p:cNvPr>
          <p:cNvSpPr/>
          <p:nvPr/>
        </p:nvSpPr>
        <p:spPr>
          <a:xfrm>
            <a:off x="749808" y="2240280"/>
            <a:ext cx="5303520" cy="548640"/>
          </a:xfrm>
          <a:prstGeom prst="rect">
            <a:avLst/>
          </a:prstGeom>
          <a:noFill/>
          <a:ln/>
        </p:spPr>
        <p:txBody>
          <a:bodyPr wrap="square" lIns="0" tIns="0" rIns="0" bIns="0" rtlCol="0" anchor="ctr"/>
          <a:lstStyle/>
          <a:p>
            <a:pPr marL="0" indent="0">
              <a:lnSpc>
                <a:spcPct val="115000"/>
              </a:lnSpc>
              <a:buNone/>
            </a:pPr>
            <a:r>
              <a:rPr lang="en-US" sz="1200" b="1" dirty="0">
                <a:solidFill>
                  <a:srgbClr val="111827"/>
                </a:solidFill>
                <a:latin typeface="Pretendard" pitchFamily="34" charset="0"/>
                <a:ea typeface="Pretendard" pitchFamily="34" charset="-122"/>
                <a:cs typeface="Pretendard" pitchFamily="34" charset="-120"/>
              </a:rPr>
              <a:t>Power Platform 솔루션 만들기   </a:t>
            </a:r>
            <a:r>
              <a:rPr lang="en-US" sz="1000" dirty="0">
                <a:solidFill>
                  <a:srgbClr val="4B5563"/>
                </a:solidFill>
                <a:latin typeface="Pretendard" pitchFamily="34" charset="0"/>
                <a:ea typeface="Pretendard" pitchFamily="34" charset="-122"/>
                <a:cs typeface="Pretendard" pitchFamily="34" charset="-120"/>
              </a:rPr>
              <a:t>에이전트 구성 요소를 하나로 패키징합니다.</a:t>
            </a:r>
            <a:endParaRPr lang="en-US" sz="1200" dirty="0"/>
          </a:p>
        </p:txBody>
      </p:sp>
      <p:sp>
        <p:nvSpPr>
          <p:cNvPr id="11" name="check accent">
            <a:extLst>
              <a:ext uri="{C183D7F6-B498-43B3-948B-1728B52AA6E4}">
                <adec:decorative xmlns:adec="http://schemas.microsoft.com/office/drawing/2017/decorative" val="1"/>
              </a:ext>
            </a:extLst>
          </p:cNvPr>
          <p:cNvSpPr/>
          <p:nvPr/>
        </p:nvSpPr>
        <p:spPr>
          <a:xfrm>
            <a:off x="548640" y="2880360"/>
            <a:ext cx="45720" cy="548640"/>
          </a:xfrm>
          <a:prstGeom prst="rect">
            <a:avLst/>
          </a:prstGeom>
          <a:solidFill>
            <a:srgbClr val="3B82F6"/>
          </a:solidFill>
          <a:ln w="12700">
            <a:solidFill>
              <a:srgbClr val="3B82F6"/>
            </a:solidFill>
            <a:prstDash val="solid"/>
          </a:ln>
        </p:spPr>
        <p:txBody>
          <a:bodyPr/>
          <a:lstStyle/>
          <a:p>
            <a:endParaRPr lang="en-US"/>
          </a:p>
        </p:txBody>
      </p:sp>
      <p:sp>
        <p:nvSpPr>
          <p:cNvPr id="12" name="Text 10"/>
          <p:cNvSpPr/>
          <p:nvPr/>
        </p:nvSpPr>
        <p:spPr>
          <a:xfrm>
            <a:off x="749808" y="2880360"/>
            <a:ext cx="5303520" cy="548640"/>
          </a:xfrm>
          <a:prstGeom prst="rect">
            <a:avLst/>
          </a:prstGeom>
          <a:noFill/>
          <a:ln/>
        </p:spPr>
        <p:txBody>
          <a:bodyPr wrap="square" lIns="0" tIns="0" rIns="0" bIns="0" rtlCol="0" anchor="ctr"/>
          <a:lstStyle/>
          <a:p>
            <a:pPr marL="0" indent="0">
              <a:lnSpc>
                <a:spcPct val="115000"/>
              </a:lnSpc>
              <a:buNone/>
            </a:pPr>
            <a:r>
              <a:rPr lang="en-US" sz="1200" b="1" dirty="0">
                <a:solidFill>
                  <a:srgbClr val="111827"/>
                </a:solidFill>
                <a:latin typeface="Pretendard" pitchFamily="34" charset="0"/>
                <a:ea typeface="Pretendard" pitchFamily="34" charset="-122"/>
                <a:cs typeface="Pretendard" pitchFamily="34" charset="-120"/>
              </a:rPr>
              <a:t>기본 솔루션 설정   </a:t>
            </a:r>
            <a:r>
              <a:rPr lang="en-US" sz="1000" dirty="0">
                <a:solidFill>
                  <a:srgbClr val="4B5563"/>
                </a:solidFill>
                <a:latin typeface="Pretendard" pitchFamily="34" charset="0"/>
                <a:ea typeface="Pretendard" pitchFamily="34" charset="-122"/>
                <a:cs typeface="Pretendard" pitchFamily="34" charset="-120"/>
              </a:rPr>
              <a:t>새 구성 요소가 기본적으로 올바른 솔루션에 만들어지도록 합니다.</a:t>
            </a:r>
            <a:endParaRPr lang="en-US" sz="1200" dirty="0"/>
          </a:p>
        </p:txBody>
      </p:sp>
      <p:sp>
        <p:nvSpPr>
          <p:cNvPr id="13" name="next panel">
            <a:extLst>
              <a:ext uri="{C183D7F6-B498-43B3-948B-1728B52AA6E4}">
                <adec:decorative xmlns:adec="http://schemas.microsoft.com/office/drawing/2017/decorative" val="1"/>
              </a:ext>
            </a:extLst>
          </p:cNvPr>
          <p:cNvSpPr/>
          <p:nvPr/>
        </p:nvSpPr>
        <p:spPr>
          <a:xfrm>
            <a:off x="6126480" y="1600200"/>
            <a:ext cx="2468880" cy="1874520"/>
          </a:xfrm>
          <a:prstGeom prst="rect">
            <a:avLst/>
          </a:prstGeom>
          <a:solidFill>
            <a:srgbClr val="F3F5F9"/>
          </a:solidFill>
          <a:ln w="12700">
            <a:solidFill>
              <a:srgbClr val="F3F5F9"/>
            </a:solidFill>
            <a:prstDash val="solid"/>
          </a:ln>
        </p:spPr>
        <p:txBody>
          <a:bodyPr/>
          <a:lstStyle/>
          <a:p>
            <a:endParaRPr lang="ko-KR" altLang="en-US"/>
          </a:p>
        </p:txBody>
      </p:sp>
      <p:sp>
        <p:nvSpPr>
          <p:cNvPr id="14" name="Text 12"/>
          <p:cNvSpPr/>
          <p:nvPr/>
        </p:nvSpPr>
        <p:spPr>
          <a:xfrm>
            <a:off x="6355080" y="1810512"/>
            <a:ext cx="2011680" cy="237744"/>
          </a:xfrm>
          <a:prstGeom prst="rect">
            <a:avLst/>
          </a:prstGeom>
          <a:noFill/>
          <a:ln/>
        </p:spPr>
        <p:txBody>
          <a:bodyPr wrap="square" lIns="0" tIns="0" rIns="0" bIns="0" rtlCol="0" anchor="ctr"/>
          <a:lstStyle/>
          <a:p>
            <a:pPr marL="0" indent="0">
              <a:buNone/>
            </a:pPr>
            <a:r>
              <a:rPr lang="en-US" sz="1050" b="1" kern="0" spc="100" dirty="0">
                <a:solidFill>
                  <a:srgbClr val="1D4ED8"/>
                </a:solidFill>
                <a:latin typeface="Pretendard" pitchFamily="34" charset="0"/>
                <a:ea typeface="Pretendard" pitchFamily="34" charset="-122"/>
                <a:cs typeface="Pretendard" pitchFamily="34" charset="-120"/>
              </a:rPr>
              <a:t>다음 작업</a:t>
            </a:r>
            <a:endParaRPr lang="en-US" sz="1050" dirty="0"/>
          </a:p>
        </p:txBody>
      </p:sp>
      <p:sp>
        <p:nvSpPr>
          <p:cNvPr id="15" name="Text 13"/>
          <p:cNvSpPr/>
          <p:nvPr/>
        </p:nvSpPr>
        <p:spPr>
          <a:xfrm>
            <a:off x="6355080" y="2103120"/>
            <a:ext cx="2213848" cy="914400"/>
          </a:xfrm>
          <a:prstGeom prst="rect">
            <a:avLst/>
          </a:prstGeom>
          <a:noFill/>
          <a:ln/>
        </p:spPr>
        <p:txBody>
          <a:bodyPr wrap="square" lIns="0" tIns="0" rIns="0" bIns="0" rtlCol="0" anchor="ctr"/>
          <a:lstStyle/>
          <a:p>
            <a:pPr marL="0" indent="0">
              <a:lnSpc>
                <a:spcPct val="120000"/>
              </a:lnSpc>
              <a:buNone/>
            </a:pPr>
            <a:r>
              <a:rPr lang="en-US" sz="1350" b="1" dirty="0">
                <a:solidFill>
                  <a:srgbClr val="111827"/>
                </a:solidFill>
                <a:latin typeface="Pretendard" pitchFamily="34" charset="0"/>
                <a:ea typeface="Pretendard" pitchFamily="34" charset="-122"/>
                <a:cs typeface="Pretendard" pitchFamily="34" charset="-120"/>
              </a:rPr>
              <a:t>작업 04</a:t>
            </a:r>
            <a:endParaRPr lang="en-US" sz="1350" dirty="0"/>
          </a:p>
          <a:p>
            <a:pPr marL="0" indent="0">
              <a:lnSpc>
                <a:spcPct val="120000"/>
              </a:lnSpc>
              <a:buNone/>
            </a:pPr>
            <a:r>
              <a:rPr lang="en-US" sz="1350" b="1" dirty="0">
                <a:solidFill>
                  <a:srgbClr val="111827"/>
                </a:solidFill>
                <a:latin typeface="Pretendard" pitchFamily="34" charset="0"/>
                <a:ea typeface="Pretendard" pitchFamily="34" charset="-122"/>
                <a:cs typeface="Pretendard" pitchFamily="34" charset="-120"/>
              </a:rPr>
              <a:t>GitHub Copilot Harness로</a:t>
            </a:r>
            <a:endParaRPr lang="en-US" sz="1350" dirty="0"/>
          </a:p>
          <a:p>
            <a:pPr marL="0" indent="0">
              <a:lnSpc>
                <a:spcPct val="120000"/>
              </a:lnSpc>
              <a:buNone/>
            </a:pPr>
            <a:r>
              <a:rPr lang="en-US" sz="1350" b="1" dirty="0">
                <a:solidFill>
                  <a:srgbClr val="111827"/>
                </a:solidFill>
                <a:latin typeface="Pretendard" pitchFamily="34" charset="0"/>
                <a:ea typeface="Pretendard" pitchFamily="34" charset="-122"/>
                <a:cs typeface="Pretendard" pitchFamily="34" charset="-120"/>
              </a:rPr>
              <a:t>에이전트 구축하기</a:t>
            </a:r>
            <a:endParaRPr lang="en-US" sz="1350" dirty="0"/>
          </a:p>
        </p:txBody>
      </p:sp>
      <p:sp>
        <p:nvSpPr>
          <p:cNvPr id="16" name="Text 14"/>
          <p:cNvSpPr/>
          <p:nvPr/>
        </p:nvSpPr>
        <p:spPr>
          <a:xfrm>
            <a:off x="6355080" y="2999232"/>
            <a:ext cx="2011680" cy="402336"/>
          </a:xfrm>
          <a:prstGeom prst="rect">
            <a:avLst/>
          </a:prstGeom>
          <a:noFill/>
          <a:ln/>
        </p:spPr>
        <p:txBody>
          <a:bodyPr wrap="square" lIns="0" tIns="0" rIns="0" bIns="0" rtlCol="0" anchor="ctr"/>
          <a:lstStyle/>
          <a:p>
            <a:pPr marL="0" indent="0">
              <a:lnSpc>
                <a:spcPct val="125000"/>
              </a:lnSpc>
              <a:buNone/>
            </a:pPr>
            <a:r>
              <a:rPr lang="en-US" sz="1000" dirty="0">
                <a:solidFill>
                  <a:srgbClr val="4B5563"/>
                </a:solidFill>
                <a:latin typeface="Pretendard" pitchFamily="34" charset="0"/>
                <a:ea typeface="Pretendard" pitchFamily="34" charset="-122"/>
                <a:cs typeface="Pretendard" pitchFamily="34" charset="-120"/>
              </a:rPr>
              <a:t>이제 이 솔루션 안에 에이전트를 만듭니다.</a:t>
            </a:r>
            <a:endParaRPr lang="en-US" sz="1000" dirty="0"/>
          </a:p>
        </p:txBody>
      </p:sp>
      <p:sp>
        <p:nvSpPr>
          <p:cNvPr id="17" name="reference frame">
            <a:extLst>
              <a:ext uri="{C183D7F6-B498-43B3-948B-1728B52AA6E4}">
                <adec:decorative xmlns:adec="http://schemas.microsoft.com/office/drawing/2017/decorative" val="1"/>
              </a:ext>
            </a:extLst>
          </p:cNvPr>
          <p:cNvSpPr/>
          <p:nvPr/>
        </p:nvSpPr>
        <p:spPr>
          <a:xfrm>
            <a:off x="548640" y="3968496"/>
            <a:ext cx="8046720" cy="658368"/>
          </a:xfrm>
          <a:prstGeom prst="rect">
            <a:avLst/>
          </a:prstGeom>
          <a:solidFill>
            <a:srgbClr val="FFFFFF"/>
          </a:solidFill>
          <a:ln w="12700">
            <a:solidFill>
              <a:srgbClr val="E5E7EB"/>
            </a:solidFill>
            <a:prstDash val="solid"/>
          </a:ln>
        </p:spPr>
        <p:txBody>
          <a:bodyPr/>
          <a:lstStyle/>
          <a:p>
            <a:endParaRPr lang="ko-KR" altLang="en-US"/>
          </a:p>
        </p:txBody>
      </p:sp>
      <p:sp>
        <p:nvSpPr>
          <p:cNvPr id="18" name="Text 16"/>
          <p:cNvSpPr/>
          <p:nvPr/>
        </p:nvSpPr>
        <p:spPr>
          <a:xfrm>
            <a:off x="777240" y="3968496"/>
            <a:ext cx="7589520" cy="658368"/>
          </a:xfrm>
          <a:prstGeom prst="rect">
            <a:avLst/>
          </a:prstGeom>
          <a:noFill/>
          <a:ln/>
        </p:spPr>
        <p:txBody>
          <a:bodyPr wrap="square" lIns="0" tIns="0" rIns="0" bIns="0" rtlCol="0" anchor="ctr"/>
          <a:lstStyle/>
          <a:p>
            <a:pPr marL="0" indent="0">
              <a:buNone/>
            </a:pPr>
            <a:r>
              <a:rPr lang="en-US" sz="1050" b="1" dirty="0">
                <a:solidFill>
                  <a:srgbClr val="1D4ED8"/>
                </a:solidFill>
                <a:latin typeface="Pretendard" pitchFamily="34" charset="0"/>
                <a:ea typeface="Pretendard" pitchFamily="34" charset="-122"/>
                <a:cs typeface="Pretendard" pitchFamily="34" charset="-120"/>
              </a:rPr>
              <a:t>참고 자료   </a:t>
            </a:r>
            <a:r>
              <a:rPr lang="en-US" sz="1000" dirty="0">
                <a:solidFill>
                  <a:srgbClr val="4B5563"/>
                </a:solidFill>
                <a:latin typeface="Pretendard" pitchFamily="34" charset="0"/>
                <a:ea typeface="Pretendard" pitchFamily="34" charset="-122"/>
                <a:cs typeface="Pretendard" pitchFamily="34" charset="-120"/>
              </a:rPr>
              <a:t>솔루션 만들기  ·  Copilot Studio에서 솔루션 관리  ·  보안 역할별 리소스 요약  ·  솔루션 업그레이드 또는 업데이트  ·  Power Platform 파이프라인  ·  Git 통합</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pic>
        <p:nvPicPr>
          <p:cNvPr id="2" name="Image 0" descr="지식 카드와 연결된 AI 에이전트 일러스트"/>
          <p:cNvPicPr>
            <a:picLocks noChangeAspect="1"/>
          </p:cNvPicPr>
          <p:nvPr/>
        </p:nvPicPr>
        <p:blipFill>
          <a:blip r:embed="rId3"/>
          <a:srcRect l="23476" r="23476"/>
          <a:stretch/>
        </p:blipFill>
        <p:spPr>
          <a:xfrm>
            <a:off x="4892040" y="0"/>
            <a:ext cx="4251960" cy="5143500"/>
          </a:xfrm>
          <a:prstGeom prst="rect">
            <a:avLst/>
          </a:prstGeom>
        </p:spPr>
      </p:pic>
      <p:sp>
        <p:nvSpPr>
          <p:cNvPr id="3" name="left accent">
            <a:extLst>
              <a:ext uri="{C183D7F6-B498-43B3-948B-1728B52AA6E4}">
                <adec:decorative xmlns:adec="http://schemas.microsoft.com/office/drawing/2017/decorative" val="1"/>
              </a:ext>
            </a:extLst>
          </p:cNvPr>
          <p:cNvSpPr/>
          <p:nvPr/>
        </p:nvSpPr>
        <p:spPr>
          <a:xfrm>
            <a:off x="0" y="0"/>
            <a:ext cx="82296" cy="5143500"/>
          </a:xfrm>
          <a:prstGeom prst="rect">
            <a:avLst/>
          </a:prstGeom>
          <a:solidFill>
            <a:srgbClr val="1D4ED8"/>
          </a:solidFill>
          <a:ln w="12700">
            <a:solidFill>
              <a:srgbClr val="1D4ED8"/>
            </a:solidFill>
            <a:prstDash val="solid"/>
          </a:ln>
        </p:spPr>
        <p:txBody>
          <a:bodyPr/>
          <a:lstStyle/>
          <a:p>
            <a:endParaRPr lang="en-US"/>
          </a:p>
        </p:txBody>
      </p:sp>
      <p:sp>
        <p:nvSpPr>
          <p:cNvPr id="4" name="Text 1"/>
          <p:cNvSpPr/>
          <p:nvPr/>
        </p:nvSpPr>
        <p:spPr>
          <a:xfrm>
            <a:off x="640080" y="914400"/>
            <a:ext cx="4023360" cy="256032"/>
          </a:xfrm>
          <a:prstGeom prst="rect">
            <a:avLst/>
          </a:prstGeom>
          <a:noFill/>
          <a:ln/>
        </p:spPr>
        <p:txBody>
          <a:bodyPr wrap="square" lIns="0" tIns="0" rIns="0" bIns="0" rtlCol="0" anchor="ctr"/>
          <a:lstStyle/>
          <a:p>
            <a:pPr marL="0" indent="0">
              <a:buNone/>
            </a:pPr>
            <a:endParaRPr lang="en-US" sz="1050" dirty="0"/>
          </a:p>
        </p:txBody>
      </p:sp>
      <p:sp>
        <p:nvSpPr>
          <p:cNvPr id="5" name="Text 2">
            <a:extLst>
              <a:ext uri="{C183D7F6-B498-43B3-948B-1728B52AA6E4}">
                <adec:decorative xmlns:adec="http://schemas.microsoft.com/office/drawing/2017/decorative" val="1"/>
              </a:ext>
            </a:extLst>
          </p:cNvPr>
          <p:cNvSpPr/>
          <p:nvPr/>
        </p:nvSpPr>
        <p:spPr>
          <a:xfrm>
            <a:off x="640080" y="1261872"/>
            <a:ext cx="4023360" cy="457200"/>
          </a:xfrm>
          <a:prstGeom prst="rect">
            <a:avLst/>
          </a:prstGeom>
          <a:noFill/>
          <a:ln/>
        </p:spPr>
        <p:txBody>
          <a:bodyPr wrap="square" lIns="0" tIns="0" rIns="0" bIns="0" rtlCol="0" anchor="ctr"/>
          <a:lstStyle/>
          <a:p>
            <a:pPr marL="0" indent="0">
              <a:buNone/>
            </a:pPr>
            <a:r>
              <a:rPr lang="en-US" sz="1500" b="1" dirty="0">
                <a:solidFill>
                  <a:srgbClr val="6B7280"/>
                </a:solidFill>
                <a:latin typeface="Pretendard" pitchFamily="34" charset="0"/>
                <a:ea typeface="Pretendard" pitchFamily="34" charset="-122"/>
                <a:cs typeface="Pretendard" pitchFamily="34" charset="-120"/>
              </a:rPr>
              <a:t>작업 04</a:t>
            </a:r>
            <a:endParaRPr lang="en-US" sz="1500" dirty="0"/>
          </a:p>
        </p:txBody>
      </p:sp>
      <p:sp>
        <p:nvSpPr>
          <p:cNvPr id="6" name="Text 3"/>
          <p:cNvSpPr/>
          <p:nvPr/>
        </p:nvSpPr>
        <p:spPr>
          <a:xfrm>
            <a:off x="640080" y="1627632"/>
            <a:ext cx="4696097" cy="1005840"/>
          </a:xfrm>
          <a:prstGeom prst="rect">
            <a:avLst/>
          </a:prstGeom>
          <a:noFill/>
          <a:ln/>
        </p:spPr>
        <p:txBody>
          <a:bodyPr wrap="square" lIns="0" tIns="0" rIns="0" bIns="0" rtlCol="0" anchor="t"/>
          <a:lstStyle/>
          <a:p>
            <a:pPr>
              <a:lnSpc>
                <a:spcPct val="115000"/>
              </a:lnSpc>
            </a:pPr>
            <a:r>
              <a:rPr lang="en-US" sz="3000" b="1" dirty="0">
                <a:solidFill>
                  <a:srgbClr val="111827"/>
                </a:solidFill>
                <a:latin typeface="Pretendard"/>
                <a:ea typeface="Pretendard"/>
                <a:cs typeface="Pretendard" pitchFamily="34" charset="-120"/>
              </a:rPr>
              <a:t>GitHub </a:t>
            </a:r>
            <a:r>
              <a:rPr lang="en-US" sz="3000" b="1" dirty="0">
                <a:solidFill>
                  <a:srgbClr val="111827"/>
                </a:solidFill>
                <a:latin typeface="Pretendard" pitchFamily="34" charset="0"/>
                <a:ea typeface="Pretendard"/>
                <a:cs typeface="Pretendard" pitchFamily="34" charset="-120"/>
              </a:rPr>
              <a:t>Copilot</a:t>
            </a:r>
            <a:r>
              <a:rPr lang="en-US" sz="3000" b="1" dirty="0">
                <a:solidFill>
                  <a:srgbClr val="111827"/>
                </a:solidFill>
                <a:latin typeface="Pretendard"/>
                <a:ea typeface="Pretendard"/>
                <a:cs typeface="Pretendard" pitchFamily="34" charset="-120"/>
              </a:rPr>
              <a:t> </a:t>
            </a:r>
            <a:r>
              <a:rPr lang="en-US" sz="3000" b="1" dirty="0" err="1">
                <a:solidFill>
                  <a:srgbClr val="111827"/>
                </a:solidFill>
                <a:latin typeface="Pretendard"/>
                <a:ea typeface="Pretendard"/>
                <a:cs typeface="Pretendard" pitchFamily="34" charset="-120"/>
              </a:rPr>
              <a:t>Harness로</a:t>
            </a:r>
            <a:endParaRPr lang="en-US" sz="3000" dirty="0" err="1">
              <a:latin typeface="Pretendard"/>
              <a:ea typeface="Pretendard"/>
            </a:endParaRPr>
          </a:p>
          <a:p>
            <a:pPr marL="0" indent="0">
              <a:lnSpc>
                <a:spcPct val="115000"/>
              </a:lnSpc>
              <a:buNone/>
            </a:pPr>
            <a:r>
              <a:rPr lang="en-US" sz="3000" b="1" dirty="0" err="1">
                <a:solidFill>
                  <a:srgbClr val="111827"/>
                </a:solidFill>
                <a:latin typeface="Pretendard"/>
                <a:ea typeface="Pretendard" pitchFamily="34" charset="-122"/>
                <a:cs typeface="Pretendard" pitchFamily="34" charset="-120"/>
              </a:rPr>
              <a:t>에이전트</a:t>
            </a:r>
            <a:r>
              <a:rPr lang="en-US" sz="3000" b="1" dirty="0">
                <a:solidFill>
                  <a:srgbClr val="111827"/>
                </a:solidFill>
                <a:latin typeface="Pretendard"/>
                <a:ea typeface="Pretendard" pitchFamily="34" charset="-122"/>
                <a:cs typeface="Pretendard" pitchFamily="34" charset="-120"/>
              </a:rPr>
              <a:t> </a:t>
            </a:r>
            <a:r>
              <a:rPr lang="en-US" sz="3000" b="1" dirty="0" err="1">
                <a:solidFill>
                  <a:srgbClr val="111827"/>
                </a:solidFill>
                <a:latin typeface="Pretendard"/>
                <a:ea typeface="Pretendard" pitchFamily="34" charset="-122"/>
                <a:cs typeface="Pretendard" pitchFamily="34" charset="-120"/>
              </a:rPr>
              <a:t>구축하기</a:t>
            </a:r>
            <a:endParaRPr lang="en-US" sz="3000" dirty="0" err="1">
              <a:latin typeface="Pretendard"/>
            </a:endParaRPr>
          </a:p>
        </p:txBody>
      </p:sp>
      <p:sp>
        <p:nvSpPr>
          <p:cNvPr id="7" name="rule">
            <a:extLst>
              <a:ext uri="{C183D7F6-B498-43B3-948B-1728B52AA6E4}">
                <adec:decorative xmlns:adec="http://schemas.microsoft.com/office/drawing/2017/decorative" val="1"/>
              </a:ext>
            </a:extLst>
          </p:cNvPr>
          <p:cNvSpPr/>
          <p:nvPr/>
        </p:nvSpPr>
        <p:spPr>
          <a:xfrm>
            <a:off x="640080" y="2743200"/>
            <a:ext cx="822960" cy="32004"/>
          </a:xfrm>
          <a:prstGeom prst="rect">
            <a:avLst/>
          </a:prstGeom>
          <a:solidFill>
            <a:srgbClr val="1D4ED8"/>
          </a:solidFill>
          <a:ln w="12700">
            <a:solidFill>
              <a:srgbClr val="1D4ED8"/>
            </a:solidFill>
            <a:prstDash val="solid"/>
          </a:ln>
        </p:spPr>
        <p:txBody>
          <a:bodyPr/>
          <a:lstStyle/>
          <a:p>
            <a:endParaRPr lang="ko-KR" altLang="en-US"/>
          </a:p>
        </p:txBody>
      </p:sp>
      <p:sp>
        <p:nvSpPr>
          <p:cNvPr id="8" name="Text 5">
            <a:extLst>
              <a:ext uri="{C183D7F6-B498-43B3-948B-1728B52AA6E4}">
                <adec:decorative xmlns:adec="http://schemas.microsoft.com/office/drawing/2017/decorative" val="1"/>
              </a:ext>
            </a:extLst>
          </p:cNvPr>
          <p:cNvSpPr/>
          <p:nvPr/>
        </p:nvSpPr>
        <p:spPr>
          <a:xfrm>
            <a:off x="640080" y="2944368"/>
            <a:ext cx="4023360" cy="640080"/>
          </a:xfrm>
          <a:prstGeom prst="rect">
            <a:avLst/>
          </a:prstGeom>
          <a:noFill/>
          <a:ln/>
        </p:spPr>
        <p:txBody>
          <a:bodyPr wrap="square" lIns="0" tIns="0" rIns="0" bIns="0" rtlCol="0" anchor="ctr"/>
          <a:lstStyle/>
          <a:p>
            <a:pPr marL="0" indent="0">
              <a:lnSpc>
                <a:spcPct val="130000"/>
              </a:lnSpc>
              <a:buNone/>
            </a:pPr>
            <a:r>
              <a:rPr lang="en-US" sz="1300" dirty="0">
                <a:solidFill>
                  <a:srgbClr val="4B5563"/>
                </a:solidFill>
                <a:latin typeface="Pretendard" pitchFamily="34" charset="0"/>
                <a:ea typeface="Pretendard" pitchFamily="34" charset="-122"/>
                <a:cs typeface="Pretendard" pitchFamily="34" charset="-120"/>
              </a:rPr>
              <a:t>자연어로 설명하고, 지식으로 그라운딩하고,</a:t>
            </a:r>
            <a:endParaRPr lang="en-US" sz="1300" dirty="0"/>
          </a:p>
          <a:p>
            <a:pPr marL="0" indent="0">
              <a:lnSpc>
                <a:spcPct val="130000"/>
              </a:lnSpc>
              <a:buNone/>
            </a:pPr>
            <a:r>
              <a:rPr lang="en-US" sz="1300" dirty="0">
                <a:solidFill>
                  <a:srgbClr val="4B5563"/>
                </a:solidFill>
                <a:latin typeface="Pretendard" pitchFamily="34" charset="0"/>
                <a:ea typeface="Pretendard" pitchFamily="34" charset="-122"/>
                <a:cs typeface="Pretendard" pitchFamily="34" charset="-120"/>
              </a:rPr>
              <a:t>기준선을 테스트합니다.</a:t>
            </a:r>
            <a:endParaRPr lang="en-US" sz="1300" dirty="0"/>
          </a:p>
        </p:txBody>
      </p:sp>
      <p:sp>
        <p:nvSpPr>
          <p:cNvPr id="9" name="Text 6"/>
          <p:cNvSpPr/>
          <p:nvPr/>
        </p:nvSpPr>
        <p:spPr>
          <a:xfrm>
            <a:off x="640080" y="3931920"/>
            <a:ext cx="1920240" cy="219456"/>
          </a:xfrm>
          <a:prstGeom prst="rect">
            <a:avLst/>
          </a:prstGeom>
          <a:noFill/>
          <a:ln/>
        </p:spPr>
        <p:txBody>
          <a:bodyPr wrap="square" lIns="0" tIns="0" rIns="0" bIns="0" rtlCol="0" anchor="ctr"/>
          <a:lstStyle/>
          <a:p>
            <a:pPr marL="0" indent="0">
              <a:buNone/>
            </a:pPr>
            <a:r>
              <a:rPr lang="en-US" sz="950" b="1" dirty="0">
                <a:solidFill>
                  <a:srgbClr val="1D4ED8"/>
                </a:solidFill>
                <a:latin typeface="Pretendard" pitchFamily="34" charset="0"/>
                <a:ea typeface="Pretendard" pitchFamily="34" charset="-122"/>
                <a:cs typeface="Pretendard" pitchFamily="34" charset="-120"/>
              </a:rPr>
              <a:t>선행 작업</a:t>
            </a:r>
            <a:endParaRPr lang="en-US" sz="950" dirty="0"/>
          </a:p>
        </p:txBody>
      </p:sp>
      <p:sp>
        <p:nvSpPr>
          <p:cNvPr id="10" name="Text 7">
            <a:extLst>
              <a:ext uri="{C183D7F6-B498-43B3-948B-1728B52AA6E4}">
                <adec:decorative xmlns:adec="http://schemas.microsoft.com/office/drawing/2017/decorative" val="1"/>
              </a:ext>
            </a:extLst>
          </p:cNvPr>
          <p:cNvSpPr/>
          <p:nvPr/>
        </p:nvSpPr>
        <p:spPr>
          <a:xfrm>
            <a:off x="640080" y="4169664"/>
            <a:ext cx="1920240" cy="457200"/>
          </a:xfrm>
          <a:prstGeom prst="rect">
            <a:avLst/>
          </a:prstGeom>
          <a:noFill/>
          <a:ln/>
        </p:spPr>
        <p:txBody>
          <a:bodyPr wrap="square" lIns="0" tIns="0" rIns="0" bIns="0" rtlCol="0" anchor="ctr"/>
          <a:lstStyle/>
          <a:p>
            <a:pPr marL="0" indent="0">
              <a:lnSpc>
                <a:spcPct val="120000"/>
              </a:lnSpc>
              <a:buNone/>
            </a:pPr>
            <a:r>
              <a:rPr lang="en-US" sz="1050" dirty="0">
                <a:solidFill>
                  <a:srgbClr val="4B5563"/>
                </a:solidFill>
                <a:latin typeface="Pretendard" pitchFamily="34" charset="0"/>
                <a:ea typeface="Pretendard" pitchFamily="34" charset="-122"/>
                <a:cs typeface="Pretendard" pitchFamily="34" charset="-120"/>
              </a:rPr>
              <a:t>작업 03 · 솔루션 준비 완료</a:t>
            </a:r>
            <a:endParaRPr lang="en-US" sz="1050" dirty="0"/>
          </a:p>
        </p:txBody>
      </p:sp>
      <p:sp>
        <p:nvSpPr>
          <p:cNvPr id="11" name="Text 8">
            <a:extLst>
              <a:ext uri="{C183D7F6-B498-43B3-948B-1728B52AA6E4}">
                <adec:decorative xmlns:adec="http://schemas.microsoft.com/office/drawing/2017/decorative" val="1"/>
              </a:ext>
            </a:extLst>
          </p:cNvPr>
          <p:cNvSpPr/>
          <p:nvPr/>
        </p:nvSpPr>
        <p:spPr>
          <a:xfrm>
            <a:off x="2743200" y="3931920"/>
            <a:ext cx="1920240" cy="219456"/>
          </a:xfrm>
          <a:prstGeom prst="rect">
            <a:avLst/>
          </a:prstGeom>
          <a:noFill/>
          <a:ln/>
        </p:spPr>
        <p:txBody>
          <a:bodyPr wrap="square" lIns="0" tIns="0" rIns="0" bIns="0" rtlCol="0" anchor="ctr"/>
          <a:lstStyle/>
          <a:p>
            <a:pPr marL="0" indent="0">
              <a:buNone/>
            </a:pPr>
            <a:r>
              <a:rPr lang="en-US" sz="950" b="1" dirty="0">
                <a:solidFill>
                  <a:srgbClr val="1D4ED8"/>
                </a:solidFill>
                <a:latin typeface="Pretendard" pitchFamily="34" charset="0"/>
                <a:ea typeface="Pretendard" pitchFamily="34" charset="-122"/>
                <a:cs typeface="Pretendard" pitchFamily="34" charset="-120"/>
              </a:rPr>
              <a:t>이 작업의 성격</a:t>
            </a:r>
            <a:endParaRPr lang="en-US" sz="950" dirty="0"/>
          </a:p>
        </p:txBody>
      </p:sp>
      <p:sp>
        <p:nvSpPr>
          <p:cNvPr id="12" name="Text 9">
            <a:extLst>
              <a:ext uri="{C183D7F6-B498-43B3-948B-1728B52AA6E4}">
                <adec:decorative xmlns:adec="http://schemas.microsoft.com/office/drawing/2017/decorative" val="1"/>
              </a:ext>
            </a:extLst>
          </p:cNvPr>
          <p:cNvSpPr/>
          <p:nvPr/>
        </p:nvSpPr>
        <p:spPr>
          <a:xfrm>
            <a:off x="2743200" y="4169664"/>
            <a:ext cx="1920240" cy="457200"/>
          </a:xfrm>
          <a:prstGeom prst="rect">
            <a:avLst/>
          </a:prstGeom>
          <a:noFill/>
          <a:ln/>
        </p:spPr>
        <p:txBody>
          <a:bodyPr wrap="square" lIns="0" tIns="0" rIns="0" bIns="0" rtlCol="0" anchor="ctr"/>
          <a:lstStyle/>
          <a:p>
            <a:pPr marL="0" indent="0">
              <a:lnSpc>
                <a:spcPct val="120000"/>
              </a:lnSpc>
              <a:buNone/>
            </a:pPr>
            <a:r>
              <a:rPr lang="en-US" sz="1050" dirty="0">
                <a:solidFill>
                  <a:srgbClr val="4B5563"/>
                </a:solidFill>
                <a:latin typeface="Pretendard" pitchFamily="34" charset="0"/>
                <a:ea typeface="Pretendard" pitchFamily="34" charset="-122"/>
                <a:cs typeface="Pretendard" pitchFamily="34" charset="-120"/>
              </a:rPr>
              <a:t>첫 에이전트를 직접 만듭니다</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작업 브리핑</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이 작업을 마치면 할 수 있는 것</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ko-KR" alt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04  ·  학습 목표</a:t>
            </a:r>
            <a:endParaRPr lang="en-US" sz="950" dirty="0"/>
          </a:p>
        </p:txBody>
      </p:sp>
      <p:sp>
        <p:nvSpPr>
          <p:cNvPr id="7" name="key message band">
            <a:extLst>
              <a:ext uri="{C183D7F6-B498-43B3-948B-1728B52AA6E4}">
                <adec:decorative xmlns:adec="http://schemas.microsoft.com/office/drawing/2017/decorative" val="1"/>
              </a:ext>
            </a:extLst>
          </p:cNvPr>
          <p:cNvSpPr/>
          <p:nvPr/>
        </p:nvSpPr>
        <p:spPr>
          <a:xfrm>
            <a:off x="548640" y="1417320"/>
            <a:ext cx="8046720" cy="566928"/>
          </a:xfrm>
          <a:prstGeom prst="rect">
            <a:avLst/>
          </a:prstGeom>
          <a:solidFill>
            <a:srgbClr val="F3F5F9"/>
          </a:solidFill>
          <a:ln w="12700">
            <a:solidFill>
              <a:srgbClr val="F3F5F9"/>
            </a:solidFill>
            <a:prstDash val="solid"/>
          </a:ln>
        </p:spPr>
        <p:txBody>
          <a:bodyPr/>
          <a:lstStyle/>
          <a:p>
            <a:endParaRPr lang="ko-KR" altLang="en-US"/>
          </a:p>
        </p:txBody>
      </p:sp>
      <p:sp>
        <p:nvSpPr>
          <p:cNvPr id="8" name="accent bar">
            <a:extLst>
              <a:ext uri="{C183D7F6-B498-43B3-948B-1728B52AA6E4}">
                <adec:decorative xmlns:adec="http://schemas.microsoft.com/office/drawing/2017/decorative" val="1"/>
              </a:ext>
            </a:extLst>
          </p:cNvPr>
          <p:cNvSpPr/>
          <p:nvPr/>
        </p:nvSpPr>
        <p:spPr>
          <a:xfrm>
            <a:off x="548640" y="1417320"/>
            <a:ext cx="50292" cy="566928"/>
          </a:xfrm>
          <a:prstGeom prst="rect">
            <a:avLst/>
          </a:prstGeom>
          <a:solidFill>
            <a:srgbClr val="1D4ED8"/>
          </a:solidFill>
          <a:ln w="12700">
            <a:solidFill>
              <a:srgbClr val="1D4ED8"/>
            </a:solidFill>
            <a:prstDash val="solid"/>
          </a:ln>
        </p:spPr>
        <p:txBody>
          <a:bodyPr/>
          <a:lstStyle/>
          <a:p>
            <a:endParaRPr lang="ko-KR" altLang="en-US"/>
          </a:p>
        </p:txBody>
      </p:sp>
      <p:sp>
        <p:nvSpPr>
          <p:cNvPr id="9" name="Text 7"/>
          <p:cNvSpPr/>
          <p:nvPr/>
        </p:nvSpPr>
        <p:spPr>
          <a:xfrm>
            <a:off x="749808" y="1417320"/>
            <a:ext cx="7680960" cy="566928"/>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역량을 붙이기 전에, 목적과 그라운딩과 기본 동작을 먼저 세웁니다.</a:t>
            </a:r>
            <a:endParaRPr lang="en-US" sz="1350" dirty="0"/>
          </a:p>
        </p:txBody>
      </p:sp>
      <p:sp>
        <p:nvSpPr>
          <p:cNvPr id="10" name="objective card">
            <a:extLst>
              <a:ext uri="{C183D7F6-B498-43B3-948B-1728B52AA6E4}">
                <adec:decorative xmlns:adec="http://schemas.microsoft.com/office/drawing/2017/decorative" val="1"/>
              </a:ext>
            </a:extLst>
          </p:cNvPr>
          <p:cNvSpPr/>
          <p:nvPr/>
        </p:nvSpPr>
        <p:spPr>
          <a:xfrm>
            <a:off x="548640" y="2331720"/>
            <a:ext cx="1572768" cy="2011680"/>
          </a:xfrm>
          <a:prstGeom prst="rect">
            <a:avLst/>
          </a:prstGeom>
          <a:solidFill>
            <a:srgbClr val="FFFFFF"/>
          </a:solidFill>
          <a:ln w="12700">
            <a:solidFill>
              <a:srgbClr val="E5E7EB"/>
            </a:solidFill>
            <a:prstDash val="solid"/>
          </a:ln>
        </p:spPr>
        <p:txBody>
          <a:bodyPr/>
          <a:lstStyle/>
          <a:p>
            <a:endParaRPr lang="ko-KR" altLang="en-US"/>
          </a:p>
        </p:txBody>
      </p:sp>
      <p:sp>
        <p:nvSpPr>
          <p:cNvPr id="11" name="card rule">
            <a:extLst>
              <a:ext uri="{C183D7F6-B498-43B3-948B-1728B52AA6E4}">
                <adec:decorative xmlns:adec="http://schemas.microsoft.com/office/drawing/2017/decorative" val="1"/>
              </a:ext>
            </a:extLst>
          </p:cNvPr>
          <p:cNvSpPr/>
          <p:nvPr/>
        </p:nvSpPr>
        <p:spPr>
          <a:xfrm>
            <a:off x="548640" y="2331720"/>
            <a:ext cx="1572768" cy="36576"/>
          </a:xfrm>
          <a:prstGeom prst="rect">
            <a:avLst/>
          </a:prstGeom>
          <a:solidFill>
            <a:srgbClr val="3B82F6"/>
          </a:solidFill>
          <a:ln w="12700">
            <a:solidFill>
              <a:srgbClr val="3B82F6"/>
            </a:solidFill>
            <a:prstDash val="solid"/>
          </a:ln>
        </p:spPr>
        <p:txBody>
          <a:bodyPr/>
          <a:lstStyle/>
          <a:p>
            <a:endParaRPr lang="en-US"/>
          </a:p>
        </p:txBody>
      </p:sp>
      <p:sp>
        <p:nvSpPr>
          <p:cNvPr id="12" name="Text 10">
            <a:extLst>
              <a:ext uri="{C183D7F6-B498-43B3-948B-1728B52AA6E4}">
                <adec:decorative xmlns:adec="http://schemas.microsoft.com/office/drawing/2017/decorative" val="1"/>
              </a:ext>
            </a:extLst>
          </p:cNvPr>
          <p:cNvSpPr/>
          <p:nvPr/>
        </p:nvSpPr>
        <p:spPr>
          <a:xfrm>
            <a:off x="731520" y="2514600"/>
            <a:ext cx="1207008"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01</a:t>
            </a:r>
            <a:endParaRPr lang="en-US" sz="1300" dirty="0"/>
          </a:p>
        </p:txBody>
      </p:sp>
      <p:sp>
        <p:nvSpPr>
          <p:cNvPr id="13" name="Text 11">
            <a:extLst>
              <a:ext uri="{C183D7F6-B498-43B3-948B-1728B52AA6E4}">
                <adec:decorative xmlns:adec="http://schemas.microsoft.com/office/drawing/2017/decorative" val="1"/>
              </a:ext>
            </a:extLst>
          </p:cNvPr>
          <p:cNvSpPr/>
          <p:nvPr/>
        </p:nvSpPr>
        <p:spPr>
          <a:xfrm>
            <a:off x="731520" y="2798064"/>
            <a:ext cx="1207008" cy="310896"/>
          </a:xfrm>
          <a:prstGeom prst="rect">
            <a:avLst/>
          </a:prstGeom>
          <a:noFill/>
          <a:ln/>
        </p:spPr>
        <p:txBody>
          <a:bodyPr wrap="square" lIns="0" tIns="0" rIns="0" bIns="0" rtlCol="0" anchor="t"/>
          <a:lstStyle/>
          <a:p>
            <a:pPr marL="0" indent="0">
              <a:lnSpc>
                <a:spcPct val="115000"/>
              </a:lnSpc>
              <a:buNone/>
            </a:pPr>
            <a:r>
              <a:rPr lang="en-US" sz="1250" b="1" dirty="0">
                <a:solidFill>
                  <a:srgbClr val="111827"/>
                </a:solidFill>
                <a:latin typeface="Pretendard" pitchFamily="34" charset="0"/>
                <a:ea typeface="Pretendard" pitchFamily="34" charset="-122"/>
                <a:cs typeface="Pretendard" pitchFamily="34" charset="-120"/>
              </a:rPr>
              <a:t>에이전트 만들기</a:t>
            </a:r>
            <a:endParaRPr lang="en-US" sz="1250" dirty="0"/>
          </a:p>
        </p:txBody>
      </p:sp>
      <p:sp>
        <p:nvSpPr>
          <p:cNvPr id="14" name="Text 12">
            <a:extLst>
              <a:ext uri="{C183D7F6-B498-43B3-948B-1728B52AA6E4}">
                <adec:decorative xmlns:adec="http://schemas.microsoft.com/office/drawing/2017/decorative" val="1"/>
              </a:ext>
            </a:extLst>
          </p:cNvPr>
          <p:cNvSpPr/>
          <p:nvPr/>
        </p:nvSpPr>
        <p:spPr>
          <a:xfrm>
            <a:off x="731520" y="3163824"/>
            <a:ext cx="1207008" cy="1005840"/>
          </a:xfrm>
          <a:prstGeom prst="rect">
            <a:avLst/>
          </a:prstGeom>
          <a:noFill/>
          <a:ln/>
        </p:spPr>
        <p:txBody>
          <a:bodyPr wrap="square" lIns="0" tIns="0" rIns="0" bIns="0" rtlCol="0" anchor="t"/>
          <a:lstStyle/>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GitHub Copilot harness 에이전트 생성</a:t>
            </a:r>
            <a:endParaRPr lang="en-US" sz="950" dirty="0"/>
          </a:p>
        </p:txBody>
      </p:sp>
      <p:sp>
        <p:nvSpPr>
          <p:cNvPr id="15" name="objective card">
            <a:extLst>
              <a:ext uri="{C183D7F6-B498-43B3-948B-1728B52AA6E4}">
                <adec:decorative xmlns:adec="http://schemas.microsoft.com/office/drawing/2017/decorative" val="1"/>
              </a:ext>
            </a:extLst>
          </p:cNvPr>
          <p:cNvSpPr/>
          <p:nvPr/>
        </p:nvSpPr>
        <p:spPr>
          <a:xfrm>
            <a:off x="2167128" y="2331720"/>
            <a:ext cx="1572768" cy="2011680"/>
          </a:xfrm>
          <a:prstGeom prst="rect">
            <a:avLst/>
          </a:prstGeom>
          <a:solidFill>
            <a:srgbClr val="FFFFFF"/>
          </a:solidFill>
          <a:ln w="12700">
            <a:solidFill>
              <a:srgbClr val="E5E7EB"/>
            </a:solidFill>
            <a:prstDash val="solid"/>
          </a:ln>
        </p:spPr>
        <p:txBody>
          <a:bodyPr/>
          <a:lstStyle/>
          <a:p>
            <a:endParaRPr lang="en-US"/>
          </a:p>
        </p:txBody>
      </p:sp>
      <p:sp>
        <p:nvSpPr>
          <p:cNvPr id="16" name="card rule">
            <a:extLst>
              <a:ext uri="{C183D7F6-B498-43B3-948B-1728B52AA6E4}">
                <adec:decorative xmlns:adec="http://schemas.microsoft.com/office/drawing/2017/decorative" val="1"/>
              </a:ext>
            </a:extLst>
          </p:cNvPr>
          <p:cNvSpPr/>
          <p:nvPr/>
        </p:nvSpPr>
        <p:spPr>
          <a:xfrm>
            <a:off x="2167128" y="2331720"/>
            <a:ext cx="1572768" cy="36576"/>
          </a:xfrm>
          <a:prstGeom prst="rect">
            <a:avLst/>
          </a:prstGeom>
          <a:solidFill>
            <a:srgbClr val="3B82F6"/>
          </a:solidFill>
          <a:ln w="12700">
            <a:solidFill>
              <a:srgbClr val="3B82F6"/>
            </a:solidFill>
            <a:prstDash val="solid"/>
          </a:ln>
        </p:spPr>
        <p:txBody>
          <a:bodyPr/>
          <a:lstStyle/>
          <a:p>
            <a:endParaRPr lang="ko-KR" altLang="en-US"/>
          </a:p>
        </p:txBody>
      </p:sp>
      <p:sp>
        <p:nvSpPr>
          <p:cNvPr id="17" name="Text 15">
            <a:extLst>
              <a:ext uri="{C183D7F6-B498-43B3-948B-1728B52AA6E4}">
                <adec:decorative xmlns:adec="http://schemas.microsoft.com/office/drawing/2017/decorative" val="1"/>
              </a:ext>
            </a:extLst>
          </p:cNvPr>
          <p:cNvSpPr/>
          <p:nvPr/>
        </p:nvSpPr>
        <p:spPr>
          <a:xfrm>
            <a:off x="2350008" y="2514600"/>
            <a:ext cx="1207008"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02</a:t>
            </a:r>
            <a:endParaRPr lang="en-US" sz="1300" dirty="0"/>
          </a:p>
        </p:txBody>
      </p:sp>
      <p:sp>
        <p:nvSpPr>
          <p:cNvPr id="18" name="Text 16">
            <a:extLst>
              <a:ext uri="{C183D7F6-B498-43B3-948B-1728B52AA6E4}">
                <adec:decorative xmlns:adec="http://schemas.microsoft.com/office/drawing/2017/decorative" val="1"/>
              </a:ext>
            </a:extLst>
          </p:cNvPr>
          <p:cNvSpPr/>
          <p:nvPr/>
        </p:nvSpPr>
        <p:spPr>
          <a:xfrm>
            <a:off x="2350008" y="2798064"/>
            <a:ext cx="1207008" cy="310896"/>
          </a:xfrm>
          <a:prstGeom prst="rect">
            <a:avLst/>
          </a:prstGeom>
          <a:noFill/>
          <a:ln/>
        </p:spPr>
        <p:txBody>
          <a:bodyPr wrap="square" lIns="0" tIns="0" rIns="0" bIns="0" rtlCol="0" anchor="t"/>
          <a:lstStyle/>
          <a:p>
            <a:pPr marL="0" indent="0">
              <a:lnSpc>
                <a:spcPct val="115000"/>
              </a:lnSpc>
              <a:buNone/>
            </a:pPr>
            <a:r>
              <a:rPr lang="en-US" sz="1250" b="1" dirty="0">
                <a:solidFill>
                  <a:srgbClr val="111827"/>
                </a:solidFill>
                <a:latin typeface="Pretendard" pitchFamily="34" charset="0"/>
                <a:ea typeface="Pretendard" pitchFamily="34" charset="-122"/>
                <a:cs typeface="Pretendard" pitchFamily="34" charset="-120"/>
              </a:rPr>
              <a:t>세부 정보 다듬기</a:t>
            </a:r>
            <a:endParaRPr lang="en-US" sz="1250" dirty="0"/>
          </a:p>
        </p:txBody>
      </p:sp>
      <p:sp>
        <p:nvSpPr>
          <p:cNvPr id="19" name="Text 17">
            <a:extLst>
              <a:ext uri="{C183D7F6-B498-43B3-948B-1728B52AA6E4}">
                <adec:decorative xmlns:adec="http://schemas.microsoft.com/office/drawing/2017/decorative" val="1"/>
              </a:ext>
            </a:extLst>
          </p:cNvPr>
          <p:cNvSpPr/>
          <p:nvPr/>
        </p:nvSpPr>
        <p:spPr>
          <a:xfrm>
            <a:off x="2350008" y="3163824"/>
            <a:ext cx="1207008" cy="1005840"/>
          </a:xfrm>
          <a:prstGeom prst="rect">
            <a:avLst/>
          </a:prstGeom>
          <a:noFill/>
          <a:ln/>
        </p:spPr>
        <p:txBody>
          <a:bodyPr wrap="square" lIns="0" tIns="0" rIns="0" bIns="0" rtlCol="0" anchor="t"/>
          <a:lstStyle/>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생성된 이름과 지침을 검토·수정</a:t>
            </a:r>
            <a:endParaRPr lang="en-US" sz="950" dirty="0"/>
          </a:p>
        </p:txBody>
      </p:sp>
      <p:sp>
        <p:nvSpPr>
          <p:cNvPr id="20" name="objective card">
            <a:extLst>
              <a:ext uri="{C183D7F6-B498-43B3-948B-1728B52AA6E4}">
                <adec:decorative xmlns:adec="http://schemas.microsoft.com/office/drawing/2017/decorative" val="1"/>
              </a:ext>
            </a:extLst>
          </p:cNvPr>
          <p:cNvSpPr/>
          <p:nvPr/>
        </p:nvSpPr>
        <p:spPr>
          <a:xfrm>
            <a:off x="3785616" y="2331720"/>
            <a:ext cx="1572768" cy="2011680"/>
          </a:xfrm>
          <a:prstGeom prst="rect">
            <a:avLst/>
          </a:prstGeom>
          <a:solidFill>
            <a:srgbClr val="FFFFFF"/>
          </a:solidFill>
          <a:ln w="12700">
            <a:solidFill>
              <a:srgbClr val="E5E7EB"/>
            </a:solidFill>
            <a:prstDash val="solid"/>
          </a:ln>
        </p:spPr>
        <p:txBody>
          <a:bodyPr/>
          <a:lstStyle/>
          <a:p>
            <a:endParaRPr lang="ko-KR" altLang="en-US"/>
          </a:p>
        </p:txBody>
      </p:sp>
      <p:sp>
        <p:nvSpPr>
          <p:cNvPr id="21" name="card rule">
            <a:extLst>
              <a:ext uri="{C183D7F6-B498-43B3-948B-1728B52AA6E4}">
                <adec:decorative xmlns:adec="http://schemas.microsoft.com/office/drawing/2017/decorative" val="1"/>
              </a:ext>
            </a:extLst>
          </p:cNvPr>
          <p:cNvSpPr/>
          <p:nvPr/>
        </p:nvSpPr>
        <p:spPr>
          <a:xfrm>
            <a:off x="3785616" y="2331720"/>
            <a:ext cx="1572768" cy="36576"/>
          </a:xfrm>
          <a:prstGeom prst="rect">
            <a:avLst/>
          </a:prstGeom>
          <a:solidFill>
            <a:srgbClr val="3B82F6"/>
          </a:solidFill>
          <a:ln w="12700">
            <a:solidFill>
              <a:srgbClr val="3B82F6"/>
            </a:solidFill>
            <a:prstDash val="solid"/>
          </a:ln>
        </p:spPr>
        <p:txBody>
          <a:bodyPr/>
          <a:lstStyle/>
          <a:p>
            <a:endParaRPr lang="en-US"/>
          </a:p>
        </p:txBody>
      </p:sp>
      <p:sp>
        <p:nvSpPr>
          <p:cNvPr id="22" name="Text 20">
            <a:extLst>
              <a:ext uri="{C183D7F6-B498-43B3-948B-1728B52AA6E4}">
                <adec:decorative xmlns:adec="http://schemas.microsoft.com/office/drawing/2017/decorative" val="1"/>
              </a:ext>
            </a:extLst>
          </p:cNvPr>
          <p:cNvSpPr/>
          <p:nvPr/>
        </p:nvSpPr>
        <p:spPr>
          <a:xfrm>
            <a:off x="3968496" y="2514600"/>
            <a:ext cx="1207008"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03</a:t>
            </a:r>
            <a:endParaRPr lang="en-US" sz="1300" dirty="0"/>
          </a:p>
        </p:txBody>
      </p:sp>
      <p:sp>
        <p:nvSpPr>
          <p:cNvPr id="23" name="Text 21">
            <a:extLst>
              <a:ext uri="{C183D7F6-B498-43B3-948B-1728B52AA6E4}">
                <adec:decorative xmlns:adec="http://schemas.microsoft.com/office/drawing/2017/decorative" val="1"/>
              </a:ext>
            </a:extLst>
          </p:cNvPr>
          <p:cNvSpPr/>
          <p:nvPr/>
        </p:nvSpPr>
        <p:spPr>
          <a:xfrm>
            <a:off x="3968496" y="2798064"/>
            <a:ext cx="1207008" cy="310896"/>
          </a:xfrm>
          <a:prstGeom prst="rect">
            <a:avLst/>
          </a:prstGeom>
          <a:noFill/>
          <a:ln/>
        </p:spPr>
        <p:txBody>
          <a:bodyPr wrap="square" lIns="0" tIns="0" rIns="0" bIns="0" rtlCol="0" anchor="t"/>
          <a:lstStyle/>
          <a:p>
            <a:pPr marL="0" indent="0">
              <a:lnSpc>
                <a:spcPct val="115000"/>
              </a:lnSpc>
              <a:buNone/>
            </a:pPr>
            <a:r>
              <a:rPr lang="en-US" sz="1250" b="1" dirty="0">
                <a:solidFill>
                  <a:srgbClr val="111827"/>
                </a:solidFill>
                <a:latin typeface="Pretendard" pitchFamily="34" charset="0"/>
                <a:ea typeface="Pretendard" pitchFamily="34" charset="-122"/>
                <a:cs typeface="Pretendard" pitchFamily="34" charset="-120"/>
              </a:rPr>
              <a:t>지식 추가</a:t>
            </a:r>
            <a:endParaRPr lang="en-US" sz="1250" dirty="0"/>
          </a:p>
        </p:txBody>
      </p:sp>
      <p:sp>
        <p:nvSpPr>
          <p:cNvPr id="24" name="Text 22"/>
          <p:cNvSpPr/>
          <p:nvPr/>
        </p:nvSpPr>
        <p:spPr>
          <a:xfrm>
            <a:off x="3968496" y="3163824"/>
            <a:ext cx="1207008" cy="1005840"/>
          </a:xfrm>
          <a:prstGeom prst="rect">
            <a:avLst/>
          </a:prstGeom>
          <a:noFill/>
          <a:ln/>
        </p:spPr>
        <p:txBody>
          <a:bodyPr wrap="square" lIns="0" tIns="0" rIns="0" bIns="0" rtlCol="0" anchor="t"/>
          <a:lstStyle/>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공개 웹사이트 · SharePoint · 문서</a:t>
            </a:r>
            <a:endParaRPr lang="en-US" sz="950" dirty="0"/>
          </a:p>
        </p:txBody>
      </p:sp>
      <p:sp>
        <p:nvSpPr>
          <p:cNvPr id="25" name="objective card">
            <a:extLst>
              <a:ext uri="{C183D7F6-B498-43B3-948B-1728B52AA6E4}">
                <adec:decorative xmlns:adec="http://schemas.microsoft.com/office/drawing/2017/decorative" val="1"/>
              </a:ext>
            </a:extLst>
          </p:cNvPr>
          <p:cNvSpPr/>
          <p:nvPr/>
        </p:nvSpPr>
        <p:spPr>
          <a:xfrm>
            <a:off x="5404104" y="2331720"/>
            <a:ext cx="1572768" cy="2011680"/>
          </a:xfrm>
          <a:prstGeom prst="rect">
            <a:avLst/>
          </a:prstGeom>
          <a:solidFill>
            <a:srgbClr val="FFFFFF"/>
          </a:solidFill>
          <a:ln w="12700">
            <a:solidFill>
              <a:srgbClr val="E5E7EB"/>
            </a:solidFill>
            <a:prstDash val="solid"/>
          </a:ln>
        </p:spPr>
        <p:txBody>
          <a:bodyPr/>
          <a:lstStyle/>
          <a:p>
            <a:endParaRPr lang="ko-KR" altLang="en-US"/>
          </a:p>
        </p:txBody>
      </p:sp>
      <p:sp>
        <p:nvSpPr>
          <p:cNvPr id="26" name="card rule">
            <a:extLst>
              <a:ext uri="{C183D7F6-B498-43B3-948B-1728B52AA6E4}">
                <adec:decorative xmlns:adec="http://schemas.microsoft.com/office/drawing/2017/decorative" val="1"/>
              </a:ext>
            </a:extLst>
          </p:cNvPr>
          <p:cNvSpPr/>
          <p:nvPr/>
        </p:nvSpPr>
        <p:spPr>
          <a:xfrm>
            <a:off x="5404104" y="2331720"/>
            <a:ext cx="1572768" cy="36576"/>
          </a:xfrm>
          <a:prstGeom prst="rect">
            <a:avLst/>
          </a:prstGeom>
          <a:solidFill>
            <a:srgbClr val="3B82F6"/>
          </a:solidFill>
          <a:ln w="12700">
            <a:solidFill>
              <a:srgbClr val="3B82F6"/>
            </a:solidFill>
            <a:prstDash val="solid"/>
          </a:ln>
        </p:spPr>
        <p:txBody>
          <a:bodyPr/>
          <a:lstStyle/>
          <a:p>
            <a:endParaRPr lang="en-US"/>
          </a:p>
        </p:txBody>
      </p:sp>
      <p:sp>
        <p:nvSpPr>
          <p:cNvPr id="27" name="Text 25"/>
          <p:cNvSpPr/>
          <p:nvPr/>
        </p:nvSpPr>
        <p:spPr>
          <a:xfrm>
            <a:off x="5586984" y="2514600"/>
            <a:ext cx="1207008"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04</a:t>
            </a:r>
            <a:endParaRPr lang="en-US" sz="1300" dirty="0"/>
          </a:p>
        </p:txBody>
      </p:sp>
      <p:sp>
        <p:nvSpPr>
          <p:cNvPr id="28" name="Text 26"/>
          <p:cNvSpPr/>
          <p:nvPr/>
        </p:nvSpPr>
        <p:spPr>
          <a:xfrm>
            <a:off x="5586984" y="2798064"/>
            <a:ext cx="1207008" cy="310896"/>
          </a:xfrm>
          <a:prstGeom prst="rect">
            <a:avLst/>
          </a:prstGeom>
          <a:noFill/>
          <a:ln/>
        </p:spPr>
        <p:txBody>
          <a:bodyPr wrap="square" lIns="0" tIns="0" rIns="0" bIns="0" rtlCol="0" anchor="t"/>
          <a:lstStyle/>
          <a:p>
            <a:pPr marL="0" indent="0">
              <a:lnSpc>
                <a:spcPct val="115000"/>
              </a:lnSpc>
              <a:buNone/>
            </a:pPr>
            <a:r>
              <a:rPr lang="en-US" sz="1250" b="1" dirty="0">
                <a:solidFill>
                  <a:srgbClr val="111827"/>
                </a:solidFill>
                <a:latin typeface="Pretendard" pitchFamily="34" charset="0"/>
                <a:ea typeface="Pretendard" pitchFamily="34" charset="-122"/>
                <a:cs typeface="Pretendard" pitchFamily="34" charset="-120"/>
              </a:rPr>
              <a:t>기준선 테스트</a:t>
            </a:r>
            <a:endParaRPr lang="en-US" sz="1250" dirty="0"/>
          </a:p>
        </p:txBody>
      </p:sp>
      <p:sp>
        <p:nvSpPr>
          <p:cNvPr id="29" name="Text 27"/>
          <p:cNvSpPr/>
          <p:nvPr/>
        </p:nvSpPr>
        <p:spPr>
          <a:xfrm>
            <a:off x="5586984" y="3163824"/>
            <a:ext cx="1207008" cy="1005840"/>
          </a:xfrm>
          <a:prstGeom prst="rect">
            <a:avLst/>
          </a:prstGeom>
          <a:noFill/>
          <a:ln/>
        </p:spPr>
        <p:txBody>
          <a:bodyPr wrap="square" lIns="0" tIns="0" rIns="0" bIns="0" rtlCol="0" anchor="t"/>
          <a:lstStyle/>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Preview에서 응답과 인용 확인</a:t>
            </a:r>
            <a:endParaRPr lang="en-US" sz="950" dirty="0"/>
          </a:p>
        </p:txBody>
      </p:sp>
      <p:sp>
        <p:nvSpPr>
          <p:cNvPr id="30" name="objective card">
            <a:extLst>
              <a:ext uri="{C183D7F6-B498-43B3-948B-1728B52AA6E4}">
                <adec:decorative xmlns:adec="http://schemas.microsoft.com/office/drawing/2017/decorative" val="1"/>
              </a:ext>
            </a:extLst>
          </p:cNvPr>
          <p:cNvSpPr/>
          <p:nvPr/>
        </p:nvSpPr>
        <p:spPr>
          <a:xfrm>
            <a:off x="7022592" y="2331720"/>
            <a:ext cx="1572768" cy="2011680"/>
          </a:xfrm>
          <a:prstGeom prst="rect">
            <a:avLst/>
          </a:prstGeom>
          <a:solidFill>
            <a:srgbClr val="FFFFFF"/>
          </a:solidFill>
          <a:ln w="12700">
            <a:solidFill>
              <a:srgbClr val="E5E7EB"/>
            </a:solidFill>
            <a:prstDash val="solid"/>
          </a:ln>
        </p:spPr>
        <p:txBody>
          <a:bodyPr/>
          <a:lstStyle/>
          <a:p>
            <a:endParaRPr lang="ko-KR" altLang="en-US"/>
          </a:p>
        </p:txBody>
      </p:sp>
      <p:sp>
        <p:nvSpPr>
          <p:cNvPr id="31" name="card rule">
            <a:extLst>
              <a:ext uri="{C183D7F6-B498-43B3-948B-1728B52AA6E4}">
                <adec:decorative xmlns:adec="http://schemas.microsoft.com/office/drawing/2017/decorative" val="1"/>
              </a:ext>
            </a:extLst>
          </p:cNvPr>
          <p:cNvSpPr/>
          <p:nvPr/>
        </p:nvSpPr>
        <p:spPr>
          <a:xfrm>
            <a:off x="7022592" y="2331720"/>
            <a:ext cx="1572768" cy="36576"/>
          </a:xfrm>
          <a:prstGeom prst="rect">
            <a:avLst/>
          </a:prstGeom>
          <a:solidFill>
            <a:srgbClr val="3B82F6"/>
          </a:solidFill>
          <a:ln w="12700">
            <a:solidFill>
              <a:srgbClr val="3B82F6"/>
            </a:solidFill>
            <a:prstDash val="solid"/>
          </a:ln>
        </p:spPr>
        <p:txBody>
          <a:bodyPr/>
          <a:lstStyle/>
          <a:p>
            <a:endParaRPr lang="ko-KR" altLang="en-US"/>
          </a:p>
        </p:txBody>
      </p:sp>
      <p:sp>
        <p:nvSpPr>
          <p:cNvPr id="32" name="Text 30"/>
          <p:cNvSpPr/>
          <p:nvPr/>
        </p:nvSpPr>
        <p:spPr>
          <a:xfrm>
            <a:off x="7205472" y="2514600"/>
            <a:ext cx="1207008"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05</a:t>
            </a:r>
            <a:endParaRPr lang="en-US" sz="1300" dirty="0"/>
          </a:p>
        </p:txBody>
      </p:sp>
      <p:sp>
        <p:nvSpPr>
          <p:cNvPr id="33" name="Text 31"/>
          <p:cNvSpPr/>
          <p:nvPr/>
        </p:nvSpPr>
        <p:spPr>
          <a:xfrm>
            <a:off x="7205472" y="2798064"/>
            <a:ext cx="1207008" cy="310896"/>
          </a:xfrm>
          <a:prstGeom prst="rect">
            <a:avLst/>
          </a:prstGeom>
          <a:noFill/>
          <a:ln/>
        </p:spPr>
        <p:txBody>
          <a:bodyPr wrap="square" lIns="0" tIns="0" rIns="0" bIns="0" rtlCol="0" anchor="t"/>
          <a:lstStyle/>
          <a:p>
            <a:pPr marL="0" indent="0">
              <a:lnSpc>
                <a:spcPct val="115000"/>
              </a:lnSpc>
              <a:buNone/>
            </a:pPr>
            <a:r>
              <a:rPr lang="en-US" sz="1250" b="1" dirty="0">
                <a:solidFill>
                  <a:srgbClr val="111827"/>
                </a:solidFill>
                <a:latin typeface="Pretendard" pitchFamily="34" charset="0"/>
                <a:ea typeface="Pretendard" pitchFamily="34" charset="-122"/>
                <a:cs typeface="Pretendard" pitchFamily="34" charset="-120"/>
              </a:rPr>
              <a:t>솔루션 확인</a:t>
            </a:r>
            <a:endParaRPr lang="en-US" sz="1250" dirty="0"/>
          </a:p>
        </p:txBody>
      </p:sp>
      <p:sp>
        <p:nvSpPr>
          <p:cNvPr id="34" name="Text 32"/>
          <p:cNvSpPr/>
          <p:nvPr/>
        </p:nvSpPr>
        <p:spPr>
          <a:xfrm>
            <a:off x="7205472" y="3163824"/>
            <a:ext cx="1207008" cy="1005840"/>
          </a:xfrm>
          <a:prstGeom prst="rect">
            <a:avLst/>
          </a:prstGeom>
          <a:noFill/>
          <a:ln/>
        </p:spPr>
        <p:txBody>
          <a:bodyPr wrap="square" lIns="0" tIns="0" rIns="0" bIns="0" rtlCol="0" anchor="t"/>
          <a:lstStyle/>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구성 요소가 솔루션에 담겼는지 검증</a:t>
            </a:r>
            <a:endParaRPr lang="en-US" sz="9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판단 기준</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왜 Copilot Studio에서 구축하는가</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ko-KR" alt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04  ·  빌드 위치 결정</a:t>
            </a:r>
            <a:endParaRPr lang="en-US" sz="950" dirty="0"/>
          </a:p>
        </p:txBody>
      </p:sp>
      <p:sp>
        <p:nvSpPr>
          <p:cNvPr id="7" name="key message band">
            <a:extLst>
              <a:ext uri="{C183D7F6-B498-43B3-948B-1728B52AA6E4}">
                <adec:decorative xmlns:adec="http://schemas.microsoft.com/office/drawing/2017/decorative" val="1"/>
              </a:ext>
            </a:extLst>
          </p:cNvPr>
          <p:cNvSpPr/>
          <p:nvPr/>
        </p:nvSpPr>
        <p:spPr>
          <a:xfrm>
            <a:off x="548640" y="1417320"/>
            <a:ext cx="8046720" cy="566928"/>
          </a:xfrm>
          <a:prstGeom prst="rect">
            <a:avLst/>
          </a:prstGeom>
          <a:solidFill>
            <a:srgbClr val="F3F5F9"/>
          </a:solidFill>
          <a:ln w="12700">
            <a:solidFill>
              <a:srgbClr val="F3F5F9"/>
            </a:solidFill>
            <a:prstDash val="solid"/>
          </a:ln>
        </p:spPr>
        <p:txBody>
          <a:bodyPr/>
          <a:lstStyle/>
          <a:p>
            <a:endParaRPr lang="ko-KR" altLang="en-US"/>
          </a:p>
        </p:txBody>
      </p:sp>
      <p:sp>
        <p:nvSpPr>
          <p:cNvPr id="8" name="accent bar">
            <a:extLst>
              <a:ext uri="{C183D7F6-B498-43B3-948B-1728B52AA6E4}">
                <adec:decorative xmlns:adec="http://schemas.microsoft.com/office/drawing/2017/decorative" val="1"/>
              </a:ext>
            </a:extLst>
          </p:cNvPr>
          <p:cNvSpPr/>
          <p:nvPr/>
        </p:nvSpPr>
        <p:spPr>
          <a:xfrm>
            <a:off x="548640" y="1417320"/>
            <a:ext cx="50292" cy="566928"/>
          </a:xfrm>
          <a:prstGeom prst="rect">
            <a:avLst/>
          </a:prstGeom>
          <a:solidFill>
            <a:srgbClr val="1D4ED8"/>
          </a:solidFill>
          <a:ln w="12700">
            <a:solidFill>
              <a:srgbClr val="1D4ED8"/>
            </a:solidFill>
            <a:prstDash val="solid"/>
          </a:ln>
        </p:spPr>
        <p:txBody>
          <a:bodyPr/>
          <a:lstStyle/>
          <a:p>
            <a:endParaRPr lang="ko-KR" altLang="en-US"/>
          </a:p>
        </p:txBody>
      </p:sp>
      <p:sp>
        <p:nvSpPr>
          <p:cNvPr id="9" name="Text 7"/>
          <p:cNvSpPr/>
          <p:nvPr/>
        </p:nvSpPr>
        <p:spPr>
          <a:xfrm>
            <a:off x="749808" y="1417320"/>
            <a:ext cx="7680960" cy="566928"/>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Agent Builder는 개인과 소규모 팀, Copilot Studio는 부서·조직·외부 고객입니다.</a:t>
            </a:r>
            <a:endParaRPr lang="en-US" sz="1350" dirty="0"/>
          </a:p>
        </p:txBody>
      </p:sp>
      <p:sp>
        <p:nvSpPr>
          <p:cNvPr id="10" name="point card">
            <a:extLst>
              <a:ext uri="{C183D7F6-B498-43B3-948B-1728B52AA6E4}">
                <adec:decorative xmlns:adec="http://schemas.microsoft.com/office/drawing/2017/decorative" val="1"/>
              </a:ext>
            </a:extLst>
          </p:cNvPr>
          <p:cNvSpPr/>
          <p:nvPr/>
        </p:nvSpPr>
        <p:spPr>
          <a:xfrm>
            <a:off x="548640" y="2286000"/>
            <a:ext cx="5029200" cy="438912"/>
          </a:xfrm>
          <a:prstGeom prst="rect">
            <a:avLst/>
          </a:prstGeom>
          <a:solidFill>
            <a:srgbClr val="FFFFFF"/>
          </a:solidFill>
          <a:ln w="12700">
            <a:solidFill>
              <a:srgbClr val="E5E7EB"/>
            </a:solidFill>
            <a:prstDash val="solid"/>
          </a:ln>
        </p:spPr>
        <p:txBody>
          <a:bodyPr/>
          <a:lstStyle/>
          <a:p>
            <a:endParaRPr lang="ko-KR" altLang="en-US"/>
          </a:p>
        </p:txBody>
      </p:sp>
      <p:sp>
        <p:nvSpPr>
          <p:cNvPr id="11" name="point accent">
            <a:extLst>
              <a:ext uri="{C183D7F6-B498-43B3-948B-1728B52AA6E4}">
                <adec:decorative xmlns:adec="http://schemas.microsoft.com/office/drawing/2017/decorative" val="1"/>
              </a:ext>
            </a:extLst>
          </p:cNvPr>
          <p:cNvSpPr/>
          <p:nvPr/>
        </p:nvSpPr>
        <p:spPr>
          <a:xfrm>
            <a:off x="548640" y="2286000"/>
            <a:ext cx="45720" cy="438912"/>
          </a:xfrm>
          <a:prstGeom prst="rect">
            <a:avLst/>
          </a:prstGeom>
          <a:solidFill>
            <a:srgbClr val="3B82F6"/>
          </a:solidFill>
          <a:ln w="12700">
            <a:solidFill>
              <a:srgbClr val="3B82F6"/>
            </a:solidFill>
            <a:prstDash val="solid"/>
          </a:ln>
        </p:spPr>
        <p:txBody>
          <a:bodyPr/>
          <a:lstStyle/>
          <a:p>
            <a:endParaRPr lang="en-US"/>
          </a:p>
        </p:txBody>
      </p:sp>
      <p:sp>
        <p:nvSpPr>
          <p:cNvPr id="12" name="Text 10">
            <a:extLst>
              <a:ext uri="{C183D7F6-B498-43B3-948B-1728B52AA6E4}">
                <adec:decorative xmlns:adec="http://schemas.microsoft.com/office/drawing/2017/decorative" val="1"/>
              </a:ext>
            </a:extLst>
          </p:cNvPr>
          <p:cNvSpPr/>
          <p:nvPr/>
        </p:nvSpPr>
        <p:spPr>
          <a:xfrm>
            <a:off x="777240" y="2286000"/>
            <a:ext cx="4709160" cy="438912"/>
          </a:xfrm>
          <a:prstGeom prst="rect">
            <a:avLst/>
          </a:prstGeom>
          <a:noFill/>
          <a:ln/>
        </p:spPr>
        <p:txBody>
          <a:bodyPr wrap="square" lIns="0" tIns="0" rIns="0" bIns="0" rtlCol="0" anchor="ctr"/>
          <a:lstStyle/>
          <a:p>
            <a:pPr marL="0" indent="0">
              <a:buNone/>
            </a:pPr>
            <a:r>
              <a:rPr lang="en-US" sz="1100" b="1" dirty="0">
                <a:solidFill>
                  <a:srgbClr val="1D4ED8"/>
                </a:solidFill>
                <a:latin typeface="Pretendard" pitchFamily="34" charset="0"/>
                <a:ea typeface="Pretendard" pitchFamily="34" charset="-122"/>
                <a:cs typeface="Pretendard" pitchFamily="34" charset="-120"/>
              </a:rPr>
              <a:t>다단계 업무     </a:t>
            </a:r>
            <a:r>
              <a:rPr lang="en-US" sz="1100" dirty="0">
                <a:solidFill>
                  <a:srgbClr val="111827"/>
                </a:solidFill>
                <a:latin typeface="Pretendard" pitchFamily="34" charset="0"/>
                <a:ea typeface="Pretendard" pitchFamily="34" charset="-122"/>
                <a:cs typeface="Pretendard" pitchFamily="34" charset="-120"/>
              </a:rPr>
              <a:t>workflow, 승인, 분기 로직이 필요할 때</a:t>
            </a:r>
            <a:endParaRPr lang="en-US" sz="1100" dirty="0"/>
          </a:p>
        </p:txBody>
      </p:sp>
      <p:sp>
        <p:nvSpPr>
          <p:cNvPr id="13" name="point card">
            <a:extLst>
              <a:ext uri="{C183D7F6-B498-43B3-948B-1728B52AA6E4}">
                <adec:decorative xmlns:adec="http://schemas.microsoft.com/office/drawing/2017/decorative" val="1"/>
              </a:ext>
            </a:extLst>
          </p:cNvPr>
          <p:cNvSpPr/>
          <p:nvPr/>
        </p:nvSpPr>
        <p:spPr>
          <a:xfrm>
            <a:off x="548640" y="2798064"/>
            <a:ext cx="5029200" cy="438912"/>
          </a:xfrm>
          <a:prstGeom prst="rect">
            <a:avLst/>
          </a:prstGeom>
          <a:solidFill>
            <a:srgbClr val="FFFFFF"/>
          </a:solidFill>
          <a:ln w="12700">
            <a:solidFill>
              <a:srgbClr val="E5E7EB"/>
            </a:solidFill>
            <a:prstDash val="solid"/>
          </a:ln>
        </p:spPr>
        <p:txBody>
          <a:bodyPr/>
          <a:lstStyle/>
          <a:p>
            <a:endParaRPr lang="en-US"/>
          </a:p>
        </p:txBody>
      </p:sp>
      <p:sp>
        <p:nvSpPr>
          <p:cNvPr id="14" name="point accent">
            <a:extLst>
              <a:ext uri="{C183D7F6-B498-43B3-948B-1728B52AA6E4}">
                <adec:decorative xmlns:adec="http://schemas.microsoft.com/office/drawing/2017/decorative" val="1"/>
              </a:ext>
            </a:extLst>
          </p:cNvPr>
          <p:cNvSpPr/>
          <p:nvPr/>
        </p:nvSpPr>
        <p:spPr>
          <a:xfrm>
            <a:off x="548640" y="2798064"/>
            <a:ext cx="45720" cy="438912"/>
          </a:xfrm>
          <a:prstGeom prst="rect">
            <a:avLst/>
          </a:prstGeom>
          <a:solidFill>
            <a:srgbClr val="3B82F6"/>
          </a:solidFill>
          <a:ln w="12700">
            <a:solidFill>
              <a:srgbClr val="3B82F6"/>
            </a:solidFill>
            <a:prstDash val="solid"/>
          </a:ln>
        </p:spPr>
        <p:txBody>
          <a:bodyPr/>
          <a:lstStyle/>
          <a:p>
            <a:endParaRPr lang="en-US"/>
          </a:p>
        </p:txBody>
      </p:sp>
      <p:sp>
        <p:nvSpPr>
          <p:cNvPr id="15" name="Text 13">
            <a:extLst>
              <a:ext uri="{C183D7F6-B498-43B3-948B-1728B52AA6E4}">
                <adec:decorative xmlns:adec="http://schemas.microsoft.com/office/drawing/2017/decorative" val="1"/>
              </a:ext>
            </a:extLst>
          </p:cNvPr>
          <p:cNvSpPr/>
          <p:nvPr/>
        </p:nvSpPr>
        <p:spPr>
          <a:xfrm>
            <a:off x="777240" y="2798064"/>
            <a:ext cx="4709160" cy="438912"/>
          </a:xfrm>
          <a:prstGeom prst="rect">
            <a:avLst/>
          </a:prstGeom>
          <a:noFill/>
          <a:ln/>
        </p:spPr>
        <p:txBody>
          <a:bodyPr wrap="square" lIns="0" tIns="0" rIns="0" bIns="0" rtlCol="0" anchor="ctr"/>
          <a:lstStyle/>
          <a:p>
            <a:pPr marL="0" indent="0">
              <a:buNone/>
            </a:pPr>
            <a:r>
              <a:rPr lang="en-US" sz="1100" b="1" dirty="0">
                <a:solidFill>
                  <a:srgbClr val="1D4ED8"/>
                </a:solidFill>
                <a:latin typeface="Pretendard" pitchFamily="34" charset="0"/>
                <a:ea typeface="Pretendard" pitchFamily="34" charset="-122"/>
                <a:cs typeface="Pretendard" pitchFamily="34" charset="-120"/>
              </a:rPr>
              <a:t>시스템 연결     </a:t>
            </a:r>
            <a:r>
              <a:rPr lang="en-US" sz="1100" dirty="0">
                <a:solidFill>
                  <a:srgbClr val="111827"/>
                </a:solidFill>
                <a:latin typeface="Pretendard" pitchFamily="34" charset="0"/>
                <a:ea typeface="Pretendard" pitchFamily="34" charset="-122"/>
                <a:cs typeface="Pretendard" pitchFamily="34" charset="-120"/>
              </a:rPr>
              <a:t>커넥터, API, MCP 서버를 사용할 때</a:t>
            </a:r>
            <a:endParaRPr lang="en-US" sz="1100" dirty="0"/>
          </a:p>
        </p:txBody>
      </p:sp>
      <p:sp>
        <p:nvSpPr>
          <p:cNvPr id="16" name="point card">
            <a:extLst>
              <a:ext uri="{C183D7F6-B498-43B3-948B-1728B52AA6E4}">
                <adec:decorative xmlns:adec="http://schemas.microsoft.com/office/drawing/2017/decorative" val="1"/>
              </a:ext>
            </a:extLst>
          </p:cNvPr>
          <p:cNvSpPr/>
          <p:nvPr/>
        </p:nvSpPr>
        <p:spPr>
          <a:xfrm>
            <a:off x="548640" y="3310128"/>
            <a:ext cx="5029200" cy="438912"/>
          </a:xfrm>
          <a:prstGeom prst="rect">
            <a:avLst/>
          </a:prstGeom>
          <a:solidFill>
            <a:srgbClr val="FFFFFF"/>
          </a:solidFill>
          <a:ln w="12700">
            <a:solidFill>
              <a:srgbClr val="E5E7EB"/>
            </a:solidFill>
            <a:prstDash val="solid"/>
          </a:ln>
        </p:spPr>
        <p:txBody>
          <a:bodyPr/>
          <a:lstStyle/>
          <a:p>
            <a:endParaRPr lang="ko-KR" altLang="en-US"/>
          </a:p>
        </p:txBody>
      </p:sp>
      <p:sp>
        <p:nvSpPr>
          <p:cNvPr id="17" name="point accent">
            <a:extLst>
              <a:ext uri="{C183D7F6-B498-43B3-948B-1728B52AA6E4}">
                <adec:decorative xmlns:adec="http://schemas.microsoft.com/office/drawing/2017/decorative" val="1"/>
              </a:ext>
            </a:extLst>
          </p:cNvPr>
          <p:cNvSpPr/>
          <p:nvPr/>
        </p:nvSpPr>
        <p:spPr>
          <a:xfrm>
            <a:off x="548640" y="3310128"/>
            <a:ext cx="45720" cy="438912"/>
          </a:xfrm>
          <a:prstGeom prst="rect">
            <a:avLst/>
          </a:prstGeom>
          <a:solidFill>
            <a:srgbClr val="3B82F6"/>
          </a:solidFill>
          <a:ln w="12700">
            <a:solidFill>
              <a:srgbClr val="3B82F6"/>
            </a:solidFill>
            <a:prstDash val="solid"/>
          </a:ln>
        </p:spPr>
        <p:txBody>
          <a:bodyPr/>
          <a:lstStyle/>
          <a:p>
            <a:endParaRPr lang="en-US"/>
          </a:p>
        </p:txBody>
      </p:sp>
      <p:sp>
        <p:nvSpPr>
          <p:cNvPr id="18" name="Text 16">
            <a:extLst>
              <a:ext uri="{C183D7F6-B498-43B3-948B-1728B52AA6E4}">
                <adec:decorative xmlns:adec="http://schemas.microsoft.com/office/drawing/2017/decorative" val="1"/>
              </a:ext>
            </a:extLst>
          </p:cNvPr>
          <p:cNvSpPr/>
          <p:nvPr/>
        </p:nvSpPr>
        <p:spPr>
          <a:xfrm>
            <a:off x="777240" y="3310128"/>
            <a:ext cx="4709160" cy="438912"/>
          </a:xfrm>
          <a:prstGeom prst="rect">
            <a:avLst/>
          </a:prstGeom>
          <a:noFill/>
          <a:ln/>
        </p:spPr>
        <p:txBody>
          <a:bodyPr wrap="square" lIns="0" tIns="0" rIns="0" bIns="0" rtlCol="0" anchor="ctr"/>
          <a:lstStyle/>
          <a:p>
            <a:pPr marL="0" indent="0">
              <a:buNone/>
            </a:pPr>
            <a:r>
              <a:rPr lang="en-US" sz="1100" b="1" dirty="0">
                <a:solidFill>
                  <a:srgbClr val="1D4ED8"/>
                </a:solidFill>
                <a:latin typeface="Pretendard" pitchFamily="34" charset="0"/>
                <a:ea typeface="Pretendard" pitchFamily="34" charset="-122"/>
                <a:cs typeface="Pretendard" pitchFamily="34" charset="-120"/>
              </a:rPr>
              <a:t>고급 역량     </a:t>
            </a:r>
            <a:r>
              <a:rPr lang="en-US" sz="1100" dirty="0">
                <a:solidFill>
                  <a:srgbClr val="111827"/>
                </a:solidFill>
                <a:latin typeface="Pretendard" pitchFamily="34" charset="0"/>
                <a:ea typeface="Pretendard" pitchFamily="34" charset="-122"/>
                <a:cs typeface="Pretendard" pitchFamily="34" charset="-120"/>
              </a:rPr>
              <a:t>고급 AI 모델과 자율적 동작이 필요할 때</a:t>
            </a:r>
            <a:endParaRPr lang="en-US" sz="1100" dirty="0"/>
          </a:p>
        </p:txBody>
      </p:sp>
      <p:sp>
        <p:nvSpPr>
          <p:cNvPr id="19" name="point card">
            <a:extLst>
              <a:ext uri="{C183D7F6-B498-43B3-948B-1728B52AA6E4}">
                <adec:decorative xmlns:adec="http://schemas.microsoft.com/office/drawing/2017/decorative" val="1"/>
              </a:ext>
            </a:extLst>
          </p:cNvPr>
          <p:cNvSpPr/>
          <p:nvPr/>
        </p:nvSpPr>
        <p:spPr>
          <a:xfrm>
            <a:off x="548640" y="3822192"/>
            <a:ext cx="5029200" cy="438912"/>
          </a:xfrm>
          <a:prstGeom prst="rect">
            <a:avLst/>
          </a:prstGeom>
          <a:solidFill>
            <a:srgbClr val="FFFFFF"/>
          </a:solidFill>
          <a:ln w="12700">
            <a:solidFill>
              <a:srgbClr val="E5E7EB"/>
            </a:solidFill>
            <a:prstDash val="solid"/>
          </a:ln>
        </p:spPr>
        <p:txBody>
          <a:bodyPr/>
          <a:lstStyle/>
          <a:p>
            <a:endParaRPr lang="en-US"/>
          </a:p>
        </p:txBody>
      </p:sp>
      <p:sp>
        <p:nvSpPr>
          <p:cNvPr id="20" name="point accent">
            <a:extLst>
              <a:ext uri="{C183D7F6-B498-43B3-948B-1728B52AA6E4}">
                <adec:decorative xmlns:adec="http://schemas.microsoft.com/office/drawing/2017/decorative" val="1"/>
              </a:ext>
            </a:extLst>
          </p:cNvPr>
          <p:cNvSpPr/>
          <p:nvPr/>
        </p:nvSpPr>
        <p:spPr>
          <a:xfrm>
            <a:off x="548640" y="3822192"/>
            <a:ext cx="45720" cy="438912"/>
          </a:xfrm>
          <a:prstGeom prst="rect">
            <a:avLst/>
          </a:prstGeom>
          <a:solidFill>
            <a:srgbClr val="3B82F6"/>
          </a:solidFill>
          <a:ln w="12700">
            <a:solidFill>
              <a:srgbClr val="3B82F6"/>
            </a:solidFill>
            <a:prstDash val="solid"/>
          </a:ln>
        </p:spPr>
        <p:txBody>
          <a:bodyPr/>
          <a:lstStyle/>
          <a:p>
            <a:endParaRPr lang="ko-KR" altLang="en-US"/>
          </a:p>
        </p:txBody>
      </p:sp>
      <p:sp>
        <p:nvSpPr>
          <p:cNvPr id="21" name="Text 19">
            <a:extLst>
              <a:ext uri="{C183D7F6-B498-43B3-948B-1728B52AA6E4}">
                <adec:decorative xmlns:adec="http://schemas.microsoft.com/office/drawing/2017/decorative" val="1"/>
              </a:ext>
            </a:extLst>
          </p:cNvPr>
          <p:cNvSpPr/>
          <p:nvPr/>
        </p:nvSpPr>
        <p:spPr>
          <a:xfrm>
            <a:off x="777240" y="3822192"/>
            <a:ext cx="4709160" cy="438912"/>
          </a:xfrm>
          <a:prstGeom prst="rect">
            <a:avLst/>
          </a:prstGeom>
          <a:noFill/>
          <a:ln/>
        </p:spPr>
        <p:txBody>
          <a:bodyPr wrap="square" lIns="0" tIns="0" rIns="0" bIns="0" rtlCol="0" anchor="ctr"/>
          <a:lstStyle/>
          <a:p>
            <a:pPr marL="0" indent="0">
              <a:buNone/>
            </a:pPr>
            <a:r>
              <a:rPr lang="en-US" sz="1100" b="1" dirty="0">
                <a:solidFill>
                  <a:srgbClr val="1D4ED8"/>
                </a:solidFill>
                <a:latin typeface="Pretendard" pitchFamily="34" charset="0"/>
                <a:ea typeface="Pretendard" pitchFamily="34" charset="-122"/>
                <a:cs typeface="Pretendard" pitchFamily="34" charset="-120"/>
              </a:rPr>
              <a:t>폭넓은 채널     </a:t>
            </a:r>
            <a:r>
              <a:rPr lang="en-US" sz="1100" dirty="0">
                <a:solidFill>
                  <a:srgbClr val="111827"/>
                </a:solidFill>
                <a:latin typeface="Pretendard" pitchFamily="34" charset="0"/>
                <a:ea typeface="Pretendard" pitchFamily="34" charset="-122"/>
                <a:cs typeface="Pretendard" pitchFamily="34" charset="-120"/>
              </a:rPr>
              <a:t>웹사이트, Teams, M365 Copilot Chat 등</a:t>
            </a:r>
            <a:endParaRPr lang="en-US" sz="1100" dirty="0"/>
          </a:p>
        </p:txBody>
      </p:sp>
      <p:sp>
        <p:nvSpPr>
          <p:cNvPr id="22" name="point card">
            <a:extLst>
              <a:ext uri="{C183D7F6-B498-43B3-948B-1728B52AA6E4}">
                <adec:decorative xmlns:adec="http://schemas.microsoft.com/office/drawing/2017/decorative" val="1"/>
              </a:ext>
            </a:extLst>
          </p:cNvPr>
          <p:cNvSpPr/>
          <p:nvPr/>
        </p:nvSpPr>
        <p:spPr>
          <a:xfrm>
            <a:off x="548640" y="4334256"/>
            <a:ext cx="5029200" cy="438912"/>
          </a:xfrm>
          <a:prstGeom prst="rect">
            <a:avLst/>
          </a:prstGeom>
          <a:solidFill>
            <a:srgbClr val="FFFFFF"/>
          </a:solidFill>
          <a:ln w="12700">
            <a:solidFill>
              <a:srgbClr val="E5E7EB"/>
            </a:solidFill>
            <a:prstDash val="solid"/>
          </a:ln>
        </p:spPr>
        <p:txBody>
          <a:bodyPr/>
          <a:lstStyle/>
          <a:p>
            <a:endParaRPr lang="ko-KR" altLang="en-US"/>
          </a:p>
        </p:txBody>
      </p:sp>
      <p:sp>
        <p:nvSpPr>
          <p:cNvPr id="23" name="point accent">
            <a:extLst>
              <a:ext uri="{C183D7F6-B498-43B3-948B-1728B52AA6E4}">
                <adec:decorative xmlns:adec="http://schemas.microsoft.com/office/drawing/2017/decorative" val="1"/>
              </a:ext>
            </a:extLst>
          </p:cNvPr>
          <p:cNvSpPr/>
          <p:nvPr/>
        </p:nvSpPr>
        <p:spPr>
          <a:xfrm>
            <a:off x="548640" y="4334256"/>
            <a:ext cx="45720" cy="438912"/>
          </a:xfrm>
          <a:prstGeom prst="rect">
            <a:avLst/>
          </a:prstGeom>
          <a:solidFill>
            <a:srgbClr val="3B82F6"/>
          </a:solidFill>
          <a:ln w="12700">
            <a:solidFill>
              <a:srgbClr val="3B82F6"/>
            </a:solidFill>
            <a:prstDash val="solid"/>
          </a:ln>
        </p:spPr>
        <p:txBody>
          <a:bodyPr/>
          <a:lstStyle/>
          <a:p>
            <a:endParaRPr lang="ko-KR" altLang="en-US"/>
          </a:p>
        </p:txBody>
      </p:sp>
      <p:sp>
        <p:nvSpPr>
          <p:cNvPr id="24" name="Text 22"/>
          <p:cNvSpPr/>
          <p:nvPr/>
        </p:nvSpPr>
        <p:spPr>
          <a:xfrm>
            <a:off x="777240" y="4334256"/>
            <a:ext cx="4709160" cy="438912"/>
          </a:xfrm>
          <a:prstGeom prst="rect">
            <a:avLst/>
          </a:prstGeom>
          <a:noFill/>
          <a:ln/>
        </p:spPr>
        <p:txBody>
          <a:bodyPr wrap="square" lIns="0" tIns="0" rIns="0" bIns="0" rtlCol="0" anchor="ctr"/>
          <a:lstStyle/>
          <a:p>
            <a:pPr marL="0" indent="0">
              <a:buNone/>
            </a:pPr>
            <a:r>
              <a:rPr lang="en-US" sz="1100" b="1" dirty="0">
                <a:solidFill>
                  <a:srgbClr val="1D4ED8"/>
                </a:solidFill>
                <a:latin typeface="Pretendard" pitchFamily="34" charset="0"/>
                <a:ea typeface="Pretendard" pitchFamily="34" charset="-122"/>
                <a:cs typeface="Pretendard" pitchFamily="34" charset="-120"/>
              </a:rPr>
              <a:t>엔터프라이즈 운영     </a:t>
            </a:r>
            <a:r>
              <a:rPr lang="en-US" sz="1100" dirty="0">
                <a:solidFill>
                  <a:srgbClr val="111827"/>
                </a:solidFill>
                <a:latin typeface="Pretendard" pitchFamily="34" charset="0"/>
                <a:ea typeface="Pretendard" pitchFamily="34" charset="-122"/>
                <a:cs typeface="Pretendard" pitchFamily="34" charset="-120"/>
              </a:rPr>
              <a:t>수명 주기 관리, 분석, 통제된 배포</a:t>
            </a:r>
            <a:endParaRPr lang="en-US" sz="1100" dirty="0"/>
          </a:p>
        </p:txBody>
      </p:sp>
      <p:sp>
        <p:nvSpPr>
          <p:cNvPr id="25" name="governance panel">
            <a:extLst>
              <a:ext uri="{C183D7F6-B498-43B3-948B-1728B52AA6E4}">
                <adec:decorative xmlns:adec="http://schemas.microsoft.com/office/drawing/2017/decorative" val="1"/>
              </a:ext>
            </a:extLst>
          </p:cNvPr>
          <p:cNvSpPr/>
          <p:nvPr/>
        </p:nvSpPr>
        <p:spPr>
          <a:xfrm>
            <a:off x="5852160" y="2286000"/>
            <a:ext cx="2743200" cy="2395728"/>
          </a:xfrm>
          <a:prstGeom prst="rect">
            <a:avLst/>
          </a:prstGeom>
          <a:solidFill>
            <a:srgbClr val="F3F5F9"/>
          </a:solidFill>
          <a:ln w="12700">
            <a:solidFill>
              <a:srgbClr val="F3F5F9"/>
            </a:solidFill>
            <a:prstDash val="solid"/>
          </a:ln>
        </p:spPr>
        <p:txBody>
          <a:bodyPr/>
          <a:lstStyle/>
          <a:p>
            <a:endParaRPr lang="ko-KR" altLang="en-US"/>
          </a:p>
        </p:txBody>
      </p:sp>
      <p:sp>
        <p:nvSpPr>
          <p:cNvPr id="26" name="Text 24"/>
          <p:cNvSpPr/>
          <p:nvPr/>
        </p:nvSpPr>
        <p:spPr>
          <a:xfrm>
            <a:off x="6080760" y="2487168"/>
            <a:ext cx="2286000" cy="256032"/>
          </a:xfrm>
          <a:prstGeom prst="rect">
            <a:avLst/>
          </a:prstGeom>
          <a:noFill/>
          <a:ln/>
        </p:spPr>
        <p:txBody>
          <a:bodyPr wrap="square" lIns="0" tIns="0" rIns="0" bIns="0" rtlCol="0" anchor="ctr"/>
          <a:lstStyle/>
          <a:p>
            <a:pPr marL="0" indent="0">
              <a:buNone/>
            </a:pPr>
            <a:r>
              <a:rPr lang="en-US" sz="1150" b="1" dirty="0">
                <a:solidFill>
                  <a:srgbClr val="1D4ED8"/>
                </a:solidFill>
                <a:latin typeface="Pretendard" pitchFamily="34" charset="0"/>
                <a:ea typeface="Pretendard" pitchFamily="34" charset="-122"/>
                <a:cs typeface="Pretendard" pitchFamily="34" charset="-120"/>
              </a:rPr>
              <a:t>거버넌스가 따라옵니다</a:t>
            </a:r>
            <a:endParaRPr lang="en-US" sz="1150" dirty="0"/>
          </a:p>
        </p:txBody>
      </p:sp>
      <p:sp>
        <p:nvSpPr>
          <p:cNvPr id="27" name="Text 25"/>
          <p:cNvSpPr/>
          <p:nvPr/>
        </p:nvSpPr>
        <p:spPr>
          <a:xfrm>
            <a:off x="6080760" y="2798064"/>
            <a:ext cx="2286000" cy="1737360"/>
          </a:xfrm>
          <a:prstGeom prst="rect">
            <a:avLst/>
          </a:prstGeom>
          <a:noFill/>
          <a:ln/>
        </p:spPr>
        <p:txBody>
          <a:bodyPr wrap="square" lIns="0" tIns="0" rIns="0" bIns="0" rtlCol="0" anchor="t"/>
          <a:lstStyle/>
          <a:p>
            <a:pPr marL="0" indent="0">
              <a:lnSpc>
                <a:spcPct val="120000"/>
              </a:lnSpc>
              <a:buNone/>
            </a:pPr>
            <a:r>
              <a:rPr lang="en-US" sz="1000" dirty="0">
                <a:solidFill>
                  <a:srgbClr val="4B5563"/>
                </a:solidFill>
                <a:latin typeface="Pretendard" pitchFamily="34" charset="0"/>
                <a:ea typeface="Pretendard" pitchFamily="34" charset="-122"/>
                <a:cs typeface="Pretendard" pitchFamily="34" charset="-120"/>
              </a:rPr>
              <a:t>개발 · 테스트 · 프로덕션 환경 분리</a:t>
            </a:r>
            <a:endParaRPr lang="en-US" sz="1000" dirty="0"/>
          </a:p>
          <a:p>
            <a:pPr marL="0" indent="0">
              <a:lnSpc>
                <a:spcPct val="120000"/>
              </a:lnSpc>
              <a:buNone/>
            </a:pPr>
            <a:endParaRPr lang="en-US" sz="1000" dirty="0"/>
          </a:p>
          <a:p>
            <a:pPr marL="0" indent="0">
              <a:lnSpc>
                <a:spcPct val="120000"/>
              </a:lnSpc>
              <a:buNone/>
            </a:pPr>
            <a:r>
              <a:rPr lang="en-US" sz="1000" dirty="0">
                <a:solidFill>
                  <a:srgbClr val="4B5563"/>
                </a:solidFill>
                <a:latin typeface="Pretendard" pitchFamily="34" charset="0"/>
                <a:ea typeface="Pretendard" pitchFamily="34" charset="-122"/>
                <a:cs typeface="Pretendard" pitchFamily="34" charset="-120"/>
              </a:rPr>
              <a:t>데이터 손실 방지 정책</a:t>
            </a:r>
            <a:endParaRPr lang="en-US" sz="1000" dirty="0"/>
          </a:p>
          <a:p>
            <a:pPr marL="0" indent="0">
              <a:lnSpc>
                <a:spcPct val="120000"/>
              </a:lnSpc>
              <a:buNone/>
            </a:pPr>
            <a:r>
              <a:rPr lang="en-US" sz="1000" dirty="0">
                <a:solidFill>
                  <a:srgbClr val="4B5563"/>
                </a:solidFill>
                <a:latin typeface="Pretendard" pitchFamily="34" charset="0"/>
                <a:ea typeface="Pretendard" pitchFamily="34" charset="-122"/>
                <a:cs typeface="Pretendard" pitchFamily="34" charset="-120"/>
              </a:rPr>
              <a:t>역할 기반 액세스</a:t>
            </a:r>
            <a:endParaRPr lang="en-US" sz="1000" dirty="0"/>
          </a:p>
          <a:p>
            <a:pPr marL="0" indent="0">
              <a:lnSpc>
                <a:spcPct val="120000"/>
              </a:lnSpc>
              <a:buNone/>
            </a:pPr>
            <a:r>
              <a:rPr lang="en-US" sz="1000" dirty="0">
                <a:solidFill>
                  <a:srgbClr val="4B5563"/>
                </a:solidFill>
                <a:latin typeface="Pretendard" pitchFamily="34" charset="0"/>
                <a:ea typeface="Pretendard" pitchFamily="34" charset="-122"/>
                <a:cs typeface="Pretendard" pitchFamily="34" charset="-120"/>
              </a:rPr>
              <a:t>커넥터 거버넌스</a:t>
            </a:r>
            <a:endParaRPr lang="en-US" sz="1000" dirty="0"/>
          </a:p>
          <a:p>
            <a:pPr marL="0" indent="0">
              <a:lnSpc>
                <a:spcPct val="120000"/>
              </a:lnSpc>
              <a:buNone/>
            </a:pPr>
            <a:r>
              <a:rPr lang="en-US" sz="1000" dirty="0">
                <a:solidFill>
                  <a:srgbClr val="4B5563"/>
                </a:solidFill>
                <a:latin typeface="Pretendard" pitchFamily="34" charset="0"/>
                <a:ea typeface="Pretendard" pitchFamily="34" charset="-122"/>
                <a:cs typeface="Pretendard" pitchFamily="34" charset="-120"/>
              </a:rPr>
              <a:t>게시 감독</a:t>
            </a:r>
            <a:endParaRPr lang="en-US" sz="1000" dirty="0"/>
          </a:p>
          <a:p>
            <a:pPr marL="0" indent="0">
              <a:lnSpc>
                <a:spcPct val="120000"/>
              </a:lnSpc>
              <a:buNone/>
            </a:pPr>
            <a:endParaRPr lang="en-US" sz="1000" dirty="0"/>
          </a:p>
          <a:p>
            <a:pPr marL="0" indent="0">
              <a:lnSpc>
                <a:spcPct val="120000"/>
              </a:lnSpc>
              <a:buNone/>
            </a:pPr>
            <a:r>
              <a:rPr lang="en-US" sz="1000" dirty="0">
                <a:solidFill>
                  <a:srgbClr val="4B5563"/>
                </a:solidFill>
                <a:latin typeface="Pretendard" pitchFamily="34" charset="0"/>
                <a:ea typeface="Pretendard" pitchFamily="34" charset="-122"/>
                <a:cs typeface="Pretendard" pitchFamily="34" charset="-120"/>
              </a:rPr>
              <a:t>Power Platform 관리 센터와</a:t>
            </a:r>
            <a:endParaRPr lang="en-US" sz="1000" dirty="0"/>
          </a:p>
          <a:p>
            <a:pPr marL="0" indent="0">
              <a:lnSpc>
                <a:spcPct val="120000"/>
              </a:lnSpc>
              <a:buNone/>
            </a:pPr>
            <a:r>
              <a:rPr lang="en-US" sz="1000" dirty="0">
                <a:solidFill>
                  <a:srgbClr val="4B5563"/>
                </a:solidFill>
                <a:latin typeface="Pretendard" pitchFamily="34" charset="0"/>
                <a:ea typeface="Pretendard" pitchFamily="34" charset="-122"/>
                <a:cs typeface="Pretendard" pitchFamily="34" charset="-120"/>
              </a:rPr>
              <a:t>Microsoft Purview로 관리·감사</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핵심 개념</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harness 선택은 되돌릴 수 없습니다</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ko-KR" alt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04  ·  harness · 수명 주기</a:t>
            </a:r>
            <a:endParaRPr lang="en-US" sz="950" dirty="0"/>
          </a:p>
        </p:txBody>
      </p:sp>
      <p:sp>
        <p:nvSpPr>
          <p:cNvPr id="7" name="key message band">
            <a:extLst>
              <a:ext uri="{C183D7F6-B498-43B3-948B-1728B52AA6E4}">
                <adec:decorative xmlns:adec="http://schemas.microsoft.com/office/drawing/2017/decorative" val="1"/>
              </a:ext>
            </a:extLst>
          </p:cNvPr>
          <p:cNvSpPr/>
          <p:nvPr/>
        </p:nvSpPr>
        <p:spPr>
          <a:xfrm>
            <a:off x="548640" y="1417320"/>
            <a:ext cx="8046720" cy="566928"/>
          </a:xfrm>
          <a:prstGeom prst="rect">
            <a:avLst/>
          </a:prstGeom>
          <a:solidFill>
            <a:srgbClr val="F3F5F9"/>
          </a:solidFill>
          <a:ln w="12700">
            <a:solidFill>
              <a:srgbClr val="F3F5F9"/>
            </a:solidFill>
            <a:prstDash val="solid"/>
          </a:ln>
        </p:spPr>
        <p:txBody>
          <a:bodyPr/>
          <a:lstStyle/>
          <a:p>
            <a:endParaRPr lang="ko-KR" altLang="en-US"/>
          </a:p>
        </p:txBody>
      </p:sp>
      <p:sp>
        <p:nvSpPr>
          <p:cNvPr id="8" name="accent bar">
            <a:extLst>
              <a:ext uri="{C183D7F6-B498-43B3-948B-1728B52AA6E4}">
                <adec:decorative xmlns:adec="http://schemas.microsoft.com/office/drawing/2017/decorative" val="1"/>
              </a:ext>
            </a:extLst>
          </p:cNvPr>
          <p:cNvSpPr/>
          <p:nvPr/>
        </p:nvSpPr>
        <p:spPr>
          <a:xfrm>
            <a:off x="548640" y="1417320"/>
            <a:ext cx="50292" cy="566928"/>
          </a:xfrm>
          <a:prstGeom prst="rect">
            <a:avLst/>
          </a:prstGeom>
          <a:solidFill>
            <a:srgbClr val="1D4ED8"/>
          </a:solidFill>
          <a:ln w="12700">
            <a:solidFill>
              <a:srgbClr val="1D4ED8"/>
            </a:solidFill>
            <a:prstDash val="solid"/>
          </a:ln>
        </p:spPr>
        <p:txBody>
          <a:bodyPr/>
          <a:lstStyle/>
          <a:p>
            <a:endParaRPr lang="ko-KR" altLang="en-US"/>
          </a:p>
        </p:txBody>
      </p:sp>
      <p:sp>
        <p:nvSpPr>
          <p:cNvPr id="9" name="Text 7"/>
          <p:cNvSpPr/>
          <p:nvPr/>
        </p:nvSpPr>
        <p:spPr>
          <a:xfrm>
            <a:off x="749808" y="1417320"/>
            <a:ext cx="7680960" cy="566928"/>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두 harness는 아키텍처가 다르므로, 만든 뒤에는 서로 전환할 수 없습니다.</a:t>
            </a:r>
            <a:endParaRPr lang="en-US" sz="135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48640" y="2194560"/>
          <a:ext cx="8046720" cy="1487932"/>
        </p:xfrm>
        <a:graphic>
          <a:graphicData uri="http://schemas.openxmlformats.org/drawingml/2006/table">
            <a:tbl>
              <a:tblPr/>
              <a:tblGrid>
                <a:gridCol w="109728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274320">
                <a:tc>
                  <a:txBody>
                    <a:bodyPr/>
                    <a:lstStyle/>
                    <a:p>
                      <a:pPr marL="0" indent="0">
                        <a:buNone/>
                      </a:pPr>
                      <a:endParaRPr lang="en-US" sz="11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D4ED8"/>
                    </a:solidFill>
                  </a:tcPr>
                </a:tc>
                <a:tc>
                  <a:txBody>
                    <a:bodyPr/>
                    <a:lstStyle/>
                    <a:p>
                      <a:pPr marL="0" indent="0">
                        <a:buNone/>
                      </a:pPr>
                      <a:r>
                        <a:rPr lang="en-US" sz="1100" b="1" dirty="0">
                          <a:solidFill>
                            <a:srgbClr val="FFFFFF"/>
                          </a:solidFill>
                          <a:latin typeface="Pretendard" pitchFamily="34" charset="0"/>
                          <a:ea typeface="Pretendard" pitchFamily="34" charset="-122"/>
                          <a:cs typeface="Pretendard" pitchFamily="34" charset="-120"/>
                        </a:rPr>
                        <a:t>Standard harness</a:t>
                      </a:r>
                      <a:endParaRPr lang="en-US" sz="11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D4ED8"/>
                    </a:solidFill>
                  </a:tcPr>
                </a:tc>
                <a:tc>
                  <a:txBody>
                    <a:bodyPr/>
                    <a:lstStyle/>
                    <a:p>
                      <a:pPr marL="0" indent="0">
                        <a:buNone/>
                      </a:pPr>
                      <a:r>
                        <a:rPr lang="en-US" sz="1100" b="1" dirty="0">
                          <a:solidFill>
                            <a:srgbClr val="FFFFFF"/>
                          </a:solidFill>
                          <a:latin typeface="Pretendard" pitchFamily="34" charset="0"/>
                          <a:ea typeface="Pretendard" pitchFamily="34" charset="-122"/>
                          <a:cs typeface="Pretendard" pitchFamily="34" charset="-120"/>
                        </a:rPr>
                        <a:t>GitHub Copilot harness</a:t>
                      </a:r>
                      <a:endParaRPr lang="en-US" sz="11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D4ED8"/>
                    </a:solidFill>
                  </a:tcPr>
                </a:tc>
                <a:extLst>
                  <a:ext uri="{0D108BD9-81ED-4DB2-BD59-A6C34878D82A}">
                    <a16:rowId xmlns:a16="http://schemas.microsoft.com/office/drawing/2014/main" val="10000"/>
                  </a:ext>
                </a:extLst>
              </a:tr>
              <a:tr h="402336">
                <a:tc>
                  <a:txBody>
                    <a:bodyPr/>
                    <a:lstStyle/>
                    <a:p>
                      <a:pPr marL="0" indent="0">
                        <a:buNone/>
                      </a:pPr>
                      <a:r>
                        <a:rPr lang="en-US" sz="1050" b="1" dirty="0">
                          <a:solidFill>
                            <a:srgbClr val="111827"/>
                          </a:solidFill>
                          <a:latin typeface="Pretendard" pitchFamily="34" charset="0"/>
                          <a:ea typeface="Pretendard" pitchFamily="34" charset="-122"/>
                          <a:cs typeface="Pretendard" pitchFamily="34" charset="-120"/>
                        </a:rPr>
                        <a:t>작성 방식</a:t>
                      </a:r>
                      <a:endParaRPr lang="en-US" sz="10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5F9"/>
                    </a:solidFill>
                  </a:tcPr>
                </a:tc>
                <a:tc>
                  <a:txBody>
                    <a:bodyPr/>
                    <a:lstStyle/>
                    <a:p>
                      <a:pPr marL="0" indent="0">
                        <a:buNone/>
                      </a:pPr>
                      <a:r>
                        <a:rPr lang="en-US" sz="1000" dirty="0">
                          <a:solidFill>
                            <a:srgbClr val="4B5563"/>
                          </a:solidFill>
                          <a:latin typeface="Pretendard" pitchFamily="34" charset="0"/>
                          <a:ea typeface="Pretendard" pitchFamily="34" charset="-122"/>
                          <a:cs typeface="Pretendard" pitchFamily="34" charset="-120"/>
                        </a:rPr>
                        <a:t>토픽, 프롬프트, 분기 로직으로 대화 경로를 정의</a:t>
                      </a:r>
                      <a:endParaRPr lang="en-US" sz="10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1000" b="1" dirty="0">
                          <a:solidFill>
                            <a:srgbClr val="111827"/>
                          </a:solidFill>
                          <a:latin typeface="Pretendard" pitchFamily="34" charset="0"/>
                          <a:ea typeface="Pretendard" pitchFamily="34" charset="-122"/>
                          <a:cs typeface="Pretendard" pitchFamily="34" charset="-120"/>
                        </a:rPr>
                        <a:t>자연어 지침과 목표 중심 오케스트레이션</a:t>
                      </a:r>
                      <a:endParaRPr lang="en-US" sz="10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402336">
                <a:tc>
                  <a:txBody>
                    <a:bodyPr/>
                    <a:lstStyle/>
                    <a:p>
                      <a:pPr marL="0" indent="0">
                        <a:buNone/>
                      </a:pPr>
                      <a:r>
                        <a:rPr lang="en-US" sz="1050" b="1" dirty="0">
                          <a:solidFill>
                            <a:srgbClr val="111827"/>
                          </a:solidFill>
                          <a:latin typeface="Pretendard" pitchFamily="34" charset="0"/>
                          <a:ea typeface="Pretendard" pitchFamily="34" charset="-122"/>
                          <a:cs typeface="Pretendard" pitchFamily="34" charset="-120"/>
                        </a:rPr>
                        <a:t>작업 화면</a:t>
                      </a:r>
                      <a:endParaRPr lang="en-US" sz="10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5F9"/>
                    </a:solidFill>
                  </a:tcPr>
                </a:tc>
                <a:tc>
                  <a:txBody>
                    <a:bodyPr/>
                    <a:lstStyle/>
                    <a:p>
                      <a:pPr marL="0" indent="0">
                        <a:buNone/>
                      </a:pPr>
                      <a:r>
                        <a:rPr lang="en-US" sz="1000" dirty="0">
                          <a:solidFill>
                            <a:srgbClr val="4B5563"/>
                          </a:solidFill>
                          <a:latin typeface="Pretendard" pitchFamily="34" charset="0"/>
                          <a:ea typeface="Pretendard" pitchFamily="34" charset="-122"/>
                          <a:cs typeface="Pretendard" pitchFamily="34" charset="-120"/>
                        </a:rPr>
                        <a:t>구성 요소별로 나뉜 편집 환경</a:t>
                      </a:r>
                      <a:endParaRPr lang="en-US" sz="10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1000" b="1" dirty="0">
                          <a:solidFill>
                            <a:srgbClr val="111827"/>
                          </a:solidFill>
                          <a:latin typeface="Pretendard" pitchFamily="34" charset="0"/>
                          <a:ea typeface="Pretendard" pitchFamily="34" charset="-122"/>
                          <a:cs typeface="Pretendard" pitchFamily="34" charset="-120"/>
                        </a:rPr>
                        <a:t>구성 · 테스트 · 평가 · 모니터링의 탭 기반 단일 화면</a:t>
                      </a:r>
                      <a:endParaRPr lang="en-US" sz="10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marL="0" indent="0">
                        <a:buNone/>
                      </a:pPr>
                      <a:r>
                        <a:rPr lang="en-US" sz="1050" b="1" dirty="0">
                          <a:solidFill>
                            <a:srgbClr val="111827"/>
                          </a:solidFill>
                          <a:latin typeface="Pretendard" pitchFamily="34" charset="0"/>
                          <a:ea typeface="Pretendard" pitchFamily="34" charset="-122"/>
                          <a:cs typeface="Pretendard" pitchFamily="34" charset="-120"/>
                        </a:rPr>
                        <a:t>적합한 경우</a:t>
                      </a:r>
                      <a:endParaRPr lang="en-US" sz="10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5F9"/>
                    </a:solidFill>
                  </a:tcPr>
                </a:tc>
                <a:tc>
                  <a:txBody>
                    <a:bodyPr/>
                    <a:lstStyle/>
                    <a:p>
                      <a:pPr marL="0" indent="0">
                        <a:buNone/>
                      </a:pPr>
                      <a:r>
                        <a:rPr lang="en-US" sz="1000" dirty="0">
                          <a:solidFill>
                            <a:srgbClr val="4B5563"/>
                          </a:solidFill>
                          <a:latin typeface="Pretendard" pitchFamily="34" charset="0"/>
                          <a:ea typeface="Pretendard" pitchFamily="34" charset="-122"/>
                          <a:cs typeface="Pretendard" pitchFamily="34" charset="-120"/>
                        </a:rPr>
                        <a:t>예측 가능하고 통제된 경로가 필요할 때</a:t>
                      </a:r>
                      <a:endParaRPr lang="en-US" sz="10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1000" b="1" dirty="0">
                          <a:solidFill>
                            <a:srgbClr val="1D4ED8"/>
                          </a:solidFill>
                          <a:latin typeface="Pretendard" pitchFamily="34" charset="0"/>
                          <a:ea typeface="Pretendard" pitchFamily="34" charset="-122"/>
                          <a:cs typeface="Pretendard" pitchFamily="34" charset="-120"/>
                        </a:rPr>
                        <a:t>동적이고 다단계인 업무를 추론해야 할 때</a:t>
                      </a:r>
                      <a:endParaRPr lang="en-US" sz="10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1" name="Text 8">
            <a:extLst>
              <a:ext uri="{C183D7F6-B498-43B3-948B-1728B52AA6E4}">
                <adec:decorative xmlns:adec="http://schemas.microsoft.com/office/drawing/2017/decorative" val="1"/>
              </a:ext>
            </a:extLst>
          </p:cNvPr>
          <p:cNvSpPr/>
          <p:nvPr/>
        </p:nvSpPr>
        <p:spPr>
          <a:xfrm>
            <a:off x="548640" y="3913632"/>
            <a:ext cx="2743200" cy="237744"/>
          </a:xfrm>
          <a:prstGeom prst="rect">
            <a:avLst/>
          </a:prstGeom>
          <a:noFill/>
          <a:ln/>
        </p:spPr>
        <p:txBody>
          <a:bodyPr wrap="square" lIns="0" tIns="0" rIns="0" bIns="0" rtlCol="0" anchor="ctr"/>
          <a:lstStyle/>
          <a:p>
            <a:pPr marL="0" indent="0">
              <a:buNone/>
            </a:pPr>
            <a:r>
              <a:rPr lang="en-US" sz="1100" b="1" dirty="0">
                <a:solidFill>
                  <a:srgbClr val="1D4ED8"/>
                </a:solidFill>
                <a:latin typeface="Pretendard" pitchFamily="34" charset="0"/>
                <a:ea typeface="Pretendard" pitchFamily="34" charset="-122"/>
                <a:cs typeface="Pretendard" pitchFamily="34" charset="-120"/>
              </a:rPr>
              <a:t>에이전트 수명 주기</a:t>
            </a:r>
            <a:endParaRPr lang="en-US" sz="1100" dirty="0"/>
          </a:p>
        </p:txBody>
      </p:sp>
      <p:sp>
        <p:nvSpPr>
          <p:cNvPr id="12" name="lifecycle step">
            <a:extLst>
              <a:ext uri="{C183D7F6-B498-43B3-948B-1728B52AA6E4}">
                <adec:decorative xmlns:adec="http://schemas.microsoft.com/office/drawing/2017/decorative" val="1"/>
              </a:ext>
            </a:extLst>
          </p:cNvPr>
          <p:cNvSpPr/>
          <p:nvPr/>
        </p:nvSpPr>
        <p:spPr>
          <a:xfrm>
            <a:off x="548640" y="4224528"/>
            <a:ext cx="1554480" cy="420624"/>
          </a:xfrm>
          <a:prstGeom prst="rect">
            <a:avLst/>
          </a:prstGeom>
          <a:solidFill>
            <a:srgbClr val="1D4ED8"/>
          </a:solidFill>
          <a:ln w="12700">
            <a:solidFill>
              <a:srgbClr val="1D4ED8"/>
            </a:solidFill>
            <a:prstDash val="solid"/>
          </a:ln>
        </p:spPr>
        <p:txBody>
          <a:bodyPr/>
          <a:lstStyle/>
          <a:p>
            <a:endParaRPr lang="en-US"/>
          </a:p>
        </p:txBody>
      </p:sp>
      <p:sp>
        <p:nvSpPr>
          <p:cNvPr id="13" name="Text 10">
            <a:extLst>
              <a:ext uri="{C183D7F6-B498-43B3-948B-1728B52AA6E4}">
                <adec:decorative xmlns:adec="http://schemas.microsoft.com/office/drawing/2017/decorative" val="1"/>
              </a:ext>
            </a:extLst>
          </p:cNvPr>
          <p:cNvSpPr/>
          <p:nvPr/>
        </p:nvSpPr>
        <p:spPr>
          <a:xfrm>
            <a:off x="548640" y="4224528"/>
            <a:ext cx="1554480"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Pretendard" pitchFamily="34" charset="0"/>
                <a:ea typeface="Pretendard" pitchFamily="34" charset="-122"/>
                <a:cs typeface="Pretendard" pitchFamily="34" charset="-120"/>
              </a:rPr>
              <a:t>만들기</a:t>
            </a:r>
            <a:endParaRPr lang="en-US" sz="1100" dirty="0"/>
          </a:p>
        </p:txBody>
      </p:sp>
      <p:sp>
        <p:nvSpPr>
          <p:cNvPr id="14" name="lifecycle step">
            <a:extLst>
              <a:ext uri="{C183D7F6-B498-43B3-948B-1728B52AA6E4}">
                <adec:decorative xmlns:adec="http://schemas.microsoft.com/office/drawing/2017/decorative" val="1"/>
              </a:ext>
            </a:extLst>
          </p:cNvPr>
          <p:cNvSpPr/>
          <p:nvPr/>
        </p:nvSpPr>
        <p:spPr>
          <a:xfrm>
            <a:off x="2185416" y="4224528"/>
            <a:ext cx="1554480" cy="420624"/>
          </a:xfrm>
          <a:prstGeom prst="rect">
            <a:avLst/>
          </a:prstGeom>
          <a:solidFill>
            <a:srgbClr val="1D4ED8"/>
          </a:solidFill>
          <a:ln w="12700">
            <a:solidFill>
              <a:srgbClr val="1D4ED8"/>
            </a:solidFill>
            <a:prstDash val="solid"/>
          </a:ln>
        </p:spPr>
        <p:txBody>
          <a:bodyPr/>
          <a:lstStyle/>
          <a:p>
            <a:endParaRPr lang="en-US"/>
          </a:p>
        </p:txBody>
      </p:sp>
      <p:sp>
        <p:nvSpPr>
          <p:cNvPr id="15" name="Text 12">
            <a:extLst>
              <a:ext uri="{C183D7F6-B498-43B3-948B-1728B52AA6E4}">
                <adec:decorative xmlns:adec="http://schemas.microsoft.com/office/drawing/2017/decorative" val="1"/>
              </a:ext>
            </a:extLst>
          </p:cNvPr>
          <p:cNvSpPr/>
          <p:nvPr/>
        </p:nvSpPr>
        <p:spPr>
          <a:xfrm>
            <a:off x="2185416" y="4224528"/>
            <a:ext cx="1554480"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Pretendard" pitchFamily="34" charset="0"/>
                <a:ea typeface="Pretendard" pitchFamily="34" charset="-122"/>
                <a:cs typeface="Pretendard" pitchFamily="34" charset="-120"/>
              </a:rPr>
              <a:t>구축</a:t>
            </a:r>
            <a:endParaRPr lang="en-US" sz="1100" dirty="0"/>
          </a:p>
        </p:txBody>
      </p:sp>
      <p:sp>
        <p:nvSpPr>
          <p:cNvPr id="16" name="lifecycle step">
            <a:extLst>
              <a:ext uri="{C183D7F6-B498-43B3-948B-1728B52AA6E4}">
                <adec:decorative xmlns:adec="http://schemas.microsoft.com/office/drawing/2017/decorative" val="1"/>
              </a:ext>
            </a:extLst>
          </p:cNvPr>
          <p:cNvSpPr/>
          <p:nvPr/>
        </p:nvSpPr>
        <p:spPr>
          <a:xfrm>
            <a:off x="3822192" y="4224528"/>
            <a:ext cx="1554480" cy="420624"/>
          </a:xfrm>
          <a:prstGeom prst="rect">
            <a:avLst/>
          </a:prstGeom>
          <a:solidFill>
            <a:srgbClr val="1D4ED8"/>
          </a:solidFill>
          <a:ln w="12700">
            <a:solidFill>
              <a:srgbClr val="1D4ED8"/>
            </a:solidFill>
            <a:prstDash val="solid"/>
          </a:ln>
        </p:spPr>
        <p:txBody>
          <a:bodyPr/>
          <a:lstStyle/>
          <a:p>
            <a:endParaRPr lang="ko-KR" altLang="en-US"/>
          </a:p>
        </p:txBody>
      </p:sp>
      <p:sp>
        <p:nvSpPr>
          <p:cNvPr id="17" name="Text 14">
            <a:extLst>
              <a:ext uri="{C183D7F6-B498-43B3-948B-1728B52AA6E4}">
                <adec:decorative xmlns:adec="http://schemas.microsoft.com/office/drawing/2017/decorative" val="1"/>
              </a:ext>
            </a:extLst>
          </p:cNvPr>
          <p:cNvSpPr/>
          <p:nvPr/>
        </p:nvSpPr>
        <p:spPr>
          <a:xfrm>
            <a:off x="3822192" y="4224528"/>
            <a:ext cx="1554480"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Pretendard" pitchFamily="34" charset="0"/>
                <a:ea typeface="Pretendard" pitchFamily="34" charset="-122"/>
                <a:cs typeface="Pretendard" pitchFamily="34" charset="-120"/>
              </a:rPr>
              <a:t>테스트</a:t>
            </a:r>
            <a:endParaRPr lang="en-US" sz="1100" dirty="0"/>
          </a:p>
        </p:txBody>
      </p:sp>
      <p:sp>
        <p:nvSpPr>
          <p:cNvPr id="18" name="lifecycle step">
            <a:extLst>
              <a:ext uri="{C183D7F6-B498-43B3-948B-1728B52AA6E4}">
                <adec:decorative xmlns:adec="http://schemas.microsoft.com/office/drawing/2017/decorative" val="1"/>
              </a:ext>
            </a:extLst>
          </p:cNvPr>
          <p:cNvSpPr/>
          <p:nvPr/>
        </p:nvSpPr>
        <p:spPr>
          <a:xfrm>
            <a:off x="5458968" y="4224528"/>
            <a:ext cx="1554480" cy="420624"/>
          </a:xfrm>
          <a:prstGeom prst="rect">
            <a:avLst/>
          </a:prstGeom>
          <a:solidFill>
            <a:srgbClr val="F3F5F9"/>
          </a:solidFill>
          <a:ln w="12700">
            <a:solidFill>
              <a:srgbClr val="E5E7EB"/>
            </a:solidFill>
            <a:prstDash val="solid"/>
          </a:ln>
        </p:spPr>
        <p:txBody>
          <a:bodyPr/>
          <a:lstStyle/>
          <a:p>
            <a:endParaRPr lang="en-US"/>
          </a:p>
        </p:txBody>
      </p:sp>
      <p:sp>
        <p:nvSpPr>
          <p:cNvPr id="19" name="Text 16">
            <a:extLst>
              <a:ext uri="{C183D7F6-B498-43B3-948B-1728B52AA6E4}">
                <adec:decorative xmlns:adec="http://schemas.microsoft.com/office/drawing/2017/decorative" val="1"/>
              </a:ext>
            </a:extLst>
          </p:cNvPr>
          <p:cNvSpPr/>
          <p:nvPr/>
        </p:nvSpPr>
        <p:spPr>
          <a:xfrm>
            <a:off x="5458968" y="4224528"/>
            <a:ext cx="1554480" cy="420624"/>
          </a:xfrm>
          <a:prstGeom prst="rect">
            <a:avLst/>
          </a:prstGeom>
          <a:noFill/>
          <a:ln/>
        </p:spPr>
        <p:txBody>
          <a:bodyPr wrap="square" lIns="0" tIns="0" rIns="0" bIns="0" rtlCol="0" anchor="ctr"/>
          <a:lstStyle/>
          <a:p>
            <a:pPr marL="0" indent="0" algn="ctr">
              <a:buNone/>
            </a:pPr>
            <a:r>
              <a:rPr lang="en-US" sz="1100" b="1" dirty="0">
                <a:solidFill>
                  <a:srgbClr val="6B7280"/>
                </a:solidFill>
                <a:latin typeface="Pretendard" pitchFamily="34" charset="0"/>
                <a:ea typeface="Pretendard" pitchFamily="34" charset="-122"/>
                <a:cs typeface="Pretendard" pitchFamily="34" charset="-120"/>
              </a:rPr>
              <a:t>게시</a:t>
            </a:r>
            <a:endParaRPr lang="en-US" sz="1100" dirty="0"/>
          </a:p>
        </p:txBody>
      </p:sp>
      <p:sp>
        <p:nvSpPr>
          <p:cNvPr id="20" name="lifecycle step">
            <a:extLst>
              <a:ext uri="{C183D7F6-B498-43B3-948B-1728B52AA6E4}">
                <adec:decorative xmlns:adec="http://schemas.microsoft.com/office/drawing/2017/decorative" val="1"/>
              </a:ext>
            </a:extLst>
          </p:cNvPr>
          <p:cNvSpPr/>
          <p:nvPr/>
        </p:nvSpPr>
        <p:spPr>
          <a:xfrm>
            <a:off x="7095744" y="4224528"/>
            <a:ext cx="1554480" cy="420624"/>
          </a:xfrm>
          <a:prstGeom prst="rect">
            <a:avLst/>
          </a:prstGeom>
          <a:solidFill>
            <a:srgbClr val="F3F5F9"/>
          </a:solidFill>
          <a:ln w="12700">
            <a:solidFill>
              <a:srgbClr val="E5E7EB"/>
            </a:solidFill>
            <a:prstDash val="solid"/>
          </a:ln>
        </p:spPr>
        <p:txBody>
          <a:bodyPr/>
          <a:lstStyle/>
          <a:p>
            <a:endParaRPr lang="ko-KR" altLang="en-US"/>
          </a:p>
        </p:txBody>
      </p:sp>
      <p:sp>
        <p:nvSpPr>
          <p:cNvPr id="21" name="Text 18">
            <a:extLst>
              <a:ext uri="{C183D7F6-B498-43B3-948B-1728B52AA6E4}">
                <adec:decorative xmlns:adec="http://schemas.microsoft.com/office/drawing/2017/decorative" val="1"/>
              </a:ext>
            </a:extLst>
          </p:cNvPr>
          <p:cNvSpPr/>
          <p:nvPr/>
        </p:nvSpPr>
        <p:spPr>
          <a:xfrm>
            <a:off x="7095744" y="4224528"/>
            <a:ext cx="1554480" cy="420624"/>
          </a:xfrm>
          <a:prstGeom prst="rect">
            <a:avLst/>
          </a:prstGeom>
          <a:noFill/>
          <a:ln/>
        </p:spPr>
        <p:txBody>
          <a:bodyPr wrap="square" lIns="0" tIns="0" rIns="0" bIns="0" rtlCol="0" anchor="ctr"/>
          <a:lstStyle/>
          <a:p>
            <a:pPr marL="0" indent="0" algn="ctr">
              <a:buNone/>
            </a:pPr>
            <a:r>
              <a:rPr lang="en-US" sz="1100" b="1" dirty="0">
                <a:solidFill>
                  <a:srgbClr val="6B7280"/>
                </a:solidFill>
                <a:latin typeface="Pretendard" pitchFamily="34" charset="0"/>
                <a:ea typeface="Pretendard" pitchFamily="34" charset="-122"/>
                <a:cs typeface="Pretendard" pitchFamily="34" charset="-120"/>
              </a:rPr>
              <a:t>모니터링</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핵심 개념</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설명하면 초안이 생성됩니다</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ko-KR" alt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04  ·  AI 기반 작성</a:t>
            </a:r>
            <a:endParaRPr lang="en-US" sz="950" dirty="0"/>
          </a:p>
        </p:txBody>
      </p:sp>
      <p:sp>
        <p:nvSpPr>
          <p:cNvPr id="7" name="key message band">
            <a:extLst>
              <a:ext uri="{C183D7F6-B498-43B3-948B-1728B52AA6E4}">
                <adec:decorative xmlns:adec="http://schemas.microsoft.com/office/drawing/2017/decorative" val="1"/>
              </a:ext>
            </a:extLst>
          </p:cNvPr>
          <p:cNvSpPr/>
          <p:nvPr/>
        </p:nvSpPr>
        <p:spPr>
          <a:xfrm>
            <a:off x="548640" y="1417320"/>
            <a:ext cx="8046720" cy="566928"/>
          </a:xfrm>
          <a:prstGeom prst="rect">
            <a:avLst/>
          </a:prstGeom>
          <a:solidFill>
            <a:srgbClr val="F3F5F9"/>
          </a:solidFill>
          <a:ln w="12700">
            <a:solidFill>
              <a:srgbClr val="F3F5F9"/>
            </a:solidFill>
            <a:prstDash val="solid"/>
          </a:ln>
        </p:spPr>
        <p:txBody>
          <a:bodyPr/>
          <a:lstStyle/>
          <a:p>
            <a:endParaRPr lang="ko-KR" altLang="en-US"/>
          </a:p>
        </p:txBody>
      </p:sp>
      <p:sp>
        <p:nvSpPr>
          <p:cNvPr id="8" name="accent bar">
            <a:extLst>
              <a:ext uri="{C183D7F6-B498-43B3-948B-1728B52AA6E4}">
                <adec:decorative xmlns:adec="http://schemas.microsoft.com/office/drawing/2017/decorative" val="1"/>
              </a:ext>
            </a:extLst>
          </p:cNvPr>
          <p:cNvSpPr/>
          <p:nvPr/>
        </p:nvSpPr>
        <p:spPr>
          <a:xfrm>
            <a:off x="548640" y="1417320"/>
            <a:ext cx="50292" cy="566928"/>
          </a:xfrm>
          <a:prstGeom prst="rect">
            <a:avLst/>
          </a:prstGeom>
          <a:solidFill>
            <a:srgbClr val="1D4ED8"/>
          </a:solidFill>
          <a:ln w="12700">
            <a:solidFill>
              <a:srgbClr val="1D4ED8"/>
            </a:solidFill>
            <a:prstDash val="solid"/>
          </a:ln>
        </p:spPr>
        <p:txBody>
          <a:bodyPr/>
          <a:lstStyle/>
          <a:p>
            <a:endParaRPr lang="en-US"/>
          </a:p>
        </p:txBody>
      </p:sp>
      <p:sp>
        <p:nvSpPr>
          <p:cNvPr id="9" name="Text 7">
            <a:extLst>
              <a:ext uri="{C183D7F6-B498-43B3-948B-1728B52AA6E4}">
                <adec:decorative xmlns:adec="http://schemas.microsoft.com/office/drawing/2017/decorative" val="1"/>
              </a:ext>
            </a:extLst>
          </p:cNvPr>
          <p:cNvSpPr/>
          <p:nvPr/>
        </p:nvSpPr>
        <p:spPr>
          <a:xfrm>
            <a:off x="749808" y="1417320"/>
            <a:ext cx="7680960" cy="566928"/>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초안은 출발점일 뿐입니다. 작성은 반복 작업입니다.</a:t>
            </a:r>
            <a:endParaRPr lang="en-US" sz="1350" dirty="0"/>
          </a:p>
        </p:txBody>
      </p:sp>
      <p:sp>
        <p:nvSpPr>
          <p:cNvPr id="10" name="card frame">
            <a:extLst>
              <a:ext uri="{C183D7F6-B498-43B3-948B-1728B52AA6E4}">
                <adec:decorative xmlns:adec="http://schemas.microsoft.com/office/drawing/2017/decorative" val="1"/>
              </a:ext>
            </a:extLst>
          </p:cNvPr>
          <p:cNvSpPr/>
          <p:nvPr/>
        </p:nvSpPr>
        <p:spPr>
          <a:xfrm>
            <a:off x="548640" y="2286000"/>
            <a:ext cx="2560320" cy="1600200"/>
          </a:xfrm>
          <a:prstGeom prst="rect">
            <a:avLst/>
          </a:prstGeom>
          <a:solidFill>
            <a:srgbClr val="FFFFFF"/>
          </a:solidFill>
          <a:ln w="12700">
            <a:solidFill>
              <a:srgbClr val="E5E7EB"/>
            </a:solidFill>
            <a:prstDash val="solid"/>
          </a:ln>
        </p:spPr>
        <p:txBody>
          <a:bodyPr/>
          <a:lstStyle/>
          <a:p>
            <a:endParaRPr lang="en-US"/>
          </a:p>
        </p:txBody>
      </p:sp>
      <p:sp>
        <p:nvSpPr>
          <p:cNvPr id="11" name="card top rule">
            <a:extLst>
              <a:ext uri="{C183D7F6-B498-43B3-948B-1728B52AA6E4}">
                <adec:decorative xmlns:adec="http://schemas.microsoft.com/office/drawing/2017/decorative" val="1"/>
              </a:ext>
            </a:extLst>
          </p:cNvPr>
          <p:cNvSpPr/>
          <p:nvPr/>
        </p:nvSpPr>
        <p:spPr>
          <a:xfrm>
            <a:off x="548640" y="2286000"/>
            <a:ext cx="2560320" cy="36576"/>
          </a:xfrm>
          <a:prstGeom prst="rect">
            <a:avLst/>
          </a:prstGeom>
          <a:solidFill>
            <a:srgbClr val="3B82F6"/>
          </a:solidFill>
          <a:ln w="12700">
            <a:solidFill>
              <a:srgbClr val="3B82F6"/>
            </a:solidFill>
            <a:prstDash val="solid"/>
          </a:ln>
        </p:spPr>
        <p:txBody>
          <a:bodyPr/>
          <a:lstStyle/>
          <a:p>
            <a:endParaRPr lang="ko-KR" altLang="en-US"/>
          </a:p>
        </p:txBody>
      </p:sp>
      <p:sp>
        <p:nvSpPr>
          <p:cNvPr id="12" name="Text 10"/>
          <p:cNvSpPr/>
          <p:nvPr/>
        </p:nvSpPr>
        <p:spPr>
          <a:xfrm>
            <a:off x="786384" y="2487168"/>
            <a:ext cx="2084832"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01</a:t>
            </a:r>
            <a:endParaRPr lang="en-US" sz="1300" dirty="0"/>
          </a:p>
        </p:txBody>
      </p:sp>
      <p:sp>
        <p:nvSpPr>
          <p:cNvPr id="13" name="Text 11">
            <a:extLst>
              <a:ext uri="{C183D7F6-B498-43B3-948B-1728B52AA6E4}">
                <adec:decorative xmlns:adec="http://schemas.microsoft.com/office/drawing/2017/decorative" val="1"/>
              </a:ext>
            </a:extLst>
          </p:cNvPr>
          <p:cNvSpPr/>
          <p:nvPr/>
        </p:nvSpPr>
        <p:spPr>
          <a:xfrm>
            <a:off x="786384" y="2788920"/>
            <a:ext cx="2084832" cy="310896"/>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자연어로 설명</a:t>
            </a:r>
            <a:endParaRPr lang="en-US" sz="1350" dirty="0"/>
          </a:p>
        </p:txBody>
      </p:sp>
      <p:sp>
        <p:nvSpPr>
          <p:cNvPr id="14" name="Text 12">
            <a:extLst>
              <a:ext uri="{C183D7F6-B498-43B3-948B-1728B52AA6E4}">
                <adec:decorative xmlns:adec="http://schemas.microsoft.com/office/drawing/2017/decorative" val="1"/>
              </a:ext>
            </a:extLst>
          </p:cNvPr>
          <p:cNvSpPr/>
          <p:nvPr/>
        </p:nvSpPr>
        <p:spPr>
          <a:xfrm>
            <a:off x="786384" y="3127248"/>
            <a:ext cx="2084832" cy="557784"/>
          </a:xfrm>
          <a:prstGeom prst="rect">
            <a:avLst/>
          </a:prstGeom>
          <a:noFill/>
          <a:ln/>
        </p:spPr>
        <p:txBody>
          <a:bodyPr wrap="square" lIns="0" tIns="0" rIns="0" bIns="0" rtlCol="0" anchor="t"/>
          <a:lstStyle/>
          <a:p>
            <a:pPr marL="0" indent="0">
              <a:lnSpc>
                <a:spcPct val="125000"/>
              </a:lnSpc>
              <a:buNone/>
            </a:pPr>
            <a:r>
              <a:rPr lang="en-US" sz="1050" dirty="0">
                <a:solidFill>
                  <a:srgbClr val="4B5563"/>
                </a:solidFill>
                <a:latin typeface="Pretendard" pitchFamily="34" charset="0"/>
                <a:ea typeface="Pretendard" pitchFamily="34" charset="-122"/>
                <a:cs typeface="Pretendard" pitchFamily="34" charset="-120"/>
              </a:rPr>
              <a:t>에이전트를 설명하면</a:t>
            </a:r>
            <a:endParaRPr lang="en-US" sz="1050" dirty="0"/>
          </a:p>
          <a:p>
            <a:pPr marL="0" indent="0">
              <a:lnSpc>
                <a:spcPct val="125000"/>
              </a:lnSpc>
              <a:buNone/>
            </a:pPr>
            <a:r>
              <a:rPr lang="en-US" sz="1050" dirty="0">
                <a:solidFill>
                  <a:srgbClr val="4B5563"/>
                </a:solidFill>
                <a:latin typeface="Pretendard" pitchFamily="34" charset="0"/>
                <a:ea typeface="Pretendard" pitchFamily="34" charset="-122"/>
                <a:cs typeface="Pretendard" pitchFamily="34" charset="-120"/>
              </a:rPr>
              <a:t>이름 · 목적 · instructions</a:t>
            </a:r>
            <a:endParaRPr lang="en-US" sz="1050" dirty="0"/>
          </a:p>
          <a:p>
            <a:pPr marL="0" indent="0">
              <a:lnSpc>
                <a:spcPct val="125000"/>
              </a:lnSpc>
              <a:buNone/>
            </a:pPr>
            <a:r>
              <a:rPr lang="en-US" sz="1050" dirty="0">
                <a:solidFill>
                  <a:srgbClr val="4B5563"/>
                </a:solidFill>
                <a:latin typeface="Pretendard" pitchFamily="34" charset="0"/>
                <a:ea typeface="Pretendard" pitchFamily="34" charset="-122"/>
                <a:cs typeface="Pretendard" pitchFamily="34" charset="-120"/>
              </a:rPr>
              <a:t>초안이 생성됩니다</a:t>
            </a:r>
            <a:endParaRPr lang="en-US" sz="1050" dirty="0"/>
          </a:p>
        </p:txBody>
      </p:sp>
      <p:sp>
        <p:nvSpPr>
          <p:cNvPr id="15" name="card frame">
            <a:extLst>
              <a:ext uri="{C183D7F6-B498-43B3-948B-1728B52AA6E4}">
                <adec:decorative xmlns:adec="http://schemas.microsoft.com/office/drawing/2017/decorative" val="1"/>
              </a:ext>
            </a:extLst>
          </p:cNvPr>
          <p:cNvSpPr/>
          <p:nvPr/>
        </p:nvSpPr>
        <p:spPr>
          <a:xfrm>
            <a:off x="3291840" y="2286000"/>
            <a:ext cx="2560320" cy="1600200"/>
          </a:xfrm>
          <a:prstGeom prst="rect">
            <a:avLst/>
          </a:prstGeom>
          <a:solidFill>
            <a:srgbClr val="FFFFFF"/>
          </a:solidFill>
          <a:ln w="12700">
            <a:solidFill>
              <a:srgbClr val="E5E7EB"/>
            </a:solidFill>
            <a:prstDash val="solid"/>
          </a:ln>
        </p:spPr>
        <p:txBody>
          <a:bodyPr/>
          <a:lstStyle/>
          <a:p>
            <a:endParaRPr lang="en-US"/>
          </a:p>
        </p:txBody>
      </p:sp>
      <p:sp>
        <p:nvSpPr>
          <p:cNvPr id="16" name="card top rule">
            <a:extLst>
              <a:ext uri="{C183D7F6-B498-43B3-948B-1728B52AA6E4}">
                <adec:decorative xmlns:adec="http://schemas.microsoft.com/office/drawing/2017/decorative" val="1"/>
              </a:ext>
            </a:extLst>
          </p:cNvPr>
          <p:cNvSpPr/>
          <p:nvPr/>
        </p:nvSpPr>
        <p:spPr>
          <a:xfrm>
            <a:off x="3291840" y="2286000"/>
            <a:ext cx="2560320" cy="36576"/>
          </a:xfrm>
          <a:prstGeom prst="rect">
            <a:avLst/>
          </a:prstGeom>
          <a:solidFill>
            <a:srgbClr val="3B82F6"/>
          </a:solidFill>
          <a:ln w="12700">
            <a:solidFill>
              <a:srgbClr val="3B82F6"/>
            </a:solidFill>
            <a:prstDash val="solid"/>
          </a:ln>
        </p:spPr>
        <p:txBody>
          <a:bodyPr/>
          <a:lstStyle/>
          <a:p>
            <a:endParaRPr lang="en-US"/>
          </a:p>
        </p:txBody>
      </p:sp>
      <p:sp>
        <p:nvSpPr>
          <p:cNvPr id="17" name="Text 15">
            <a:extLst>
              <a:ext uri="{C183D7F6-B498-43B3-948B-1728B52AA6E4}">
                <adec:decorative xmlns:adec="http://schemas.microsoft.com/office/drawing/2017/decorative" val="1"/>
              </a:ext>
            </a:extLst>
          </p:cNvPr>
          <p:cNvSpPr/>
          <p:nvPr/>
        </p:nvSpPr>
        <p:spPr>
          <a:xfrm>
            <a:off x="3529584" y="2487168"/>
            <a:ext cx="2084832"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02</a:t>
            </a:r>
            <a:endParaRPr lang="en-US" sz="1300" dirty="0"/>
          </a:p>
        </p:txBody>
      </p:sp>
      <p:sp>
        <p:nvSpPr>
          <p:cNvPr id="18" name="Text 16"/>
          <p:cNvSpPr/>
          <p:nvPr/>
        </p:nvSpPr>
        <p:spPr>
          <a:xfrm>
            <a:off x="3529584" y="2788920"/>
            <a:ext cx="2084832" cy="310896"/>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Instructions가 핵심</a:t>
            </a:r>
            <a:endParaRPr lang="en-US" sz="1350" dirty="0"/>
          </a:p>
        </p:txBody>
      </p:sp>
      <p:sp>
        <p:nvSpPr>
          <p:cNvPr id="19" name="Text 17">
            <a:extLst>
              <a:ext uri="{C183D7F6-B498-43B3-948B-1728B52AA6E4}">
                <adec:decorative xmlns:adec="http://schemas.microsoft.com/office/drawing/2017/decorative" val="1"/>
              </a:ext>
            </a:extLst>
          </p:cNvPr>
          <p:cNvSpPr/>
          <p:nvPr/>
        </p:nvSpPr>
        <p:spPr>
          <a:xfrm>
            <a:off x="3529584" y="3127248"/>
            <a:ext cx="2084832" cy="557784"/>
          </a:xfrm>
          <a:prstGeom prst="rect">
            <a:avLst/>
          </a:prstGeom>
          <a:noFill/>
          <a:ln/>
        </p:spPr>
        <p:txBody>
          <a:bodyPr wrap="square" lIns="0" tIns="0" rIns="0" bIns="0" rtlCol="0" anchor="t"/>
          <a:lstStyle/>
          <a:p>
            <a:pPr marL="0" indent="0">
              <a:lnSpc>
                <a:spcPct val="125000"/>
              </a:lnSpc>
              <a:buNone/>
            </a:pPr>
            <a:r>
              <a:rPr lang="en-US" sz="1050" dirty="0">
                <a:solidFill>
                  <a:srgbClr val="4B5563"/>
                </a:solidFill>
                <a:latin typeface="Pretendard" pitchFamily="34" charset="0"/>
                <a:ea typeface="Pretendard" pitchFamily="34" charset="-122"/>
                <a:cs typeface="Pretendard" pitchFamily="34" charset="-120"/>
              </a:rPr>
              <a:t>역할, 어조, 범위, 응답 스타일,</a:t>
            </a:r>
            <a:endParaRPr lang="en-US" sz="1050" dirty="0"/>
          </a:p>
          <a:p>
            <a:pPr marL="0" indent="0">
              <a:lnSpc>
                <a:spcPct val="125000"/>
              </a:lnSpc>
              <a:buNone/>
            </a:pPr>
            <a:r>
              <a:rPr lang="en-US" sz="1050" dirty="0">
                <a:solidFill>
                  <a:srgbClr val="4B5563"/>
                </a:solidFill>
                <a:latin typeface="Pretendard" pitchFamily="34" charset="0"/>
                <a:ea typeface="Pretendard" pitchFamily="34" charset="-122"/>
                <a:cs typeface="Pretendard" pitchFamily="34" charset="-120"/>
              </a:rPr>
              <a:t>경계, 에스컬레이션 시점을</a:t>
            </a:r>
            <a:endParaRPr lang="en-US" sz="1050" dirty="0"/>
          </a:p>
          <a:p>
            <a:pPr marL="0" indent="0">
              <a:lnSpc>
                <a:spcPct val="125000"/>
              </a:lnSpc>
              <a:buNone/>
            </a:pPr>
            <a:r>
              <a:rPr lang="en-US" sz="1050" dirty="0">
                <a:solidFill>
                  <a:srgbClr val="4B5563"/>
                </a:solidFill>
                <a:latin typeface="Pretendard" pitchFamily="34" charset="0"/>
                <a:ea typeface="Pretendard" pitchFamily="34" charset="-122"/>
                <a:cs typeface="Pretendard" pitchFamily="34" charset="-120"/>
              </a:rPr>
              <a:t>지침으로 정의합니다</a:t>
            </a:r>
            <a:endParaRPr lang="en-US" sz="1050" dirty="0"/>
          </a:p>
        </p:txBody>
      </p:sp>
      <p:sp>
        <p:nvSpPr>
          <p:cNvPr id="20" name="card frame">
            <a:extLst>
              <a:ext uri="{C183D7F6-B498-43B3-948B-1728B52AA6E4}">
                <adec:decorative xmlns:adec="http://schemas.microsoft.com/office/drawing/2017/decorative" val="1"/>
              </a:ext>
            </a:extLst>
          </p:cNvPr>
          <p:cNvSpPr/>
          <p:nvPr/>
        </p:nvSpPr>
        <p:spPr>
          <a:xfrm>
            <a:off x="6035040" y="2286000"/>
            <a:ext cx="2560320" cy="1600200"/>
          </a:xfrm>
          <a:prstGeom prst="rect">
            <a:avLst/>
          </a:prstGeom>
          <a:solidFill>
            <a:srgbClr val="FFFFFF"/>
          </a:solidFill>
          <a:ln w="12700">
            <a:solidFill>
              <a:srgbClr val="E5E7EB"/>
            </a:solidFill>
            <a:prstDash val="solid"/>
          </a:ln>
        </p:spPr>
        <p:txBody>
          <a:bodyPr/>
          <a:lstStyle/>
          <a:p>
            <a:endParaRPr lang="en-US"/>
          </a:p>
        </p:txBody>
      </p:sp>
      <p:sp>
        <p:nvSpPr>
          <p:cNvPr id="21" name="card top rule">
            <a:extLst>
              <a:ext uri="{C183D7F6-B498-43B3-948B-1728B52AA6E4}">
                <adec:decorative xmlns:adec="http://schemas.microsoft.com/office/drawing/2017/decorative" val="1"/>
              </a:ext>
            </a:extLst>
          </p:cNvPr>
          <p:cNvSpPr/>
          <p:nvPr/>
        </p:nvSpPr>
        <p:spPr>
          <a:xfrm>
            <a:off x="6035040" y="2286000"/>
            <a:ext cx="2560320" cy="36576"/>
          </a:xfrm>
          <a:prstGeom prst="rect">
            <a:avLst/>
          </a:prstGeom>
          <a:solidFill>
            <a:srgbClr val="3B82F6"/>
          </a:solidFill>
          <a:ln w="12700">
            <a:solidFill>
              <a:srgbClr val="3B82F6"/>
            </a:solidFill>
            <a:prstDash val="solid"/>
          </a:ln>
        </p:spPr>
        <p:txBody>
          <a:bodyPr/>
          <a:lstStyle/>
          <a:p>
            <a:endParaRPr lang="en-US"/>
          </a:p>
        </p:txBody>
      </p:sp>
      <p:sp>
        <p:nvSpPr>
          <p:cNvPr id="22" name="Text 20">
            <a:extLst>
              <a:ext uri="{C183D7F6-B498-43B3-948B-1728B52AA6E4}">
                <adec:decorative xmlns:adec="http://schemas.microsoft.com/office/drawing/2017/decorative" val="1"/>
              </a:ext>
            </a:extLst>
          </p:cNvPr>
          <p:cNvSpPr/>
          <p:nvPr/>
        </p:nvSpPr>
        <p:spPr>
          <a:xfrm>
            <a:off x="6272784" y="2487168"/>
            <a:ext cx="2084832"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03</a:t>
            </a:r>
            <a:endParaRPr lang="en-US" sz="1300" dirty="0"/>
          </a:p>
        </p:txBody>
      </p:sp>
      <p:sp>
        <p:nvSpPr>
          <p:cNvPr id="23" name="Text 21">
            <a:extLst>
              <a:ext uri="{C183D7F6-B498-43B3-948B-1728B52AA6E4}">
                <adec:decorative xmlns:adec="http://schemas.microsoft.com/office/drawing/2017/decorative" val="1"/>
              </a:ext>
            </a:extLst>
          </p:cNvPr>
          <p:cNvSpPr/>
          <p:nvPr/>
        </p:nvSpPr>
        <p:spPr>
          <a:xfrm>
            <a:off x="6272784" y="2788920"/>
            <a:ext cx="2084832" cy="310896"/>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다듬고 테스트</a:t>
            </a:r>
            <a:endParaRPr lang="en-US" sz="1350" dirty="0"/>
          </a:p>
        </p:txBody>
      </p:sp>
      <p:sp>
        <p:nvSpPr>
          <p:cNvPr id="24" name="Text 22"/>
          <p:cNvSpPr/>
          <p:nvPr/>
        </p:nvSpPr>
        <p:spPr>
          <a:xfrm>
            <a:off x="6272784" y="3127248"/>
            <a:ext cx="2084832" cy="557784"/>
          </a:xfrm>
          <a:prstGeom prst="rect">
            <a:avLst/>
          </a:prstGeom>
          <a:noFill/>
          <a:ln/>
        </p:spPr>
        <p:txBody>
          <a:bodyPr wrap="square" lIns="0" tIns="0" rIns="0" bIns="0" rtlCol="0" anchor="t"/>
          <a:lstStyle/>
          <a:p>
            <a:pPr marL="0" indent="0">
              <a:lnSpc>
                <a:spcPct val="125000"/>
              </a:lnSpc>
              <a:buNone/>
            </a:pPr>
            <a:r>
              <a:rPr lang="en-US" sz="1050" dirty="0">
                <a:solidFill>
                  <a:srgbClr val="4B5563"/>
                </a:solidFill>
                <a:latin typeface="Pretendard" pitchFamily="34" charset="0"/>
                <a:ea typeface="Pretendard" pitchFamily="34" charset="-122"/>
                <a:cs typeface="Pretendard" pitchFamily="34" charset="-120"/>
              </a:rPr>
              <a:t>Build 탭에서 수정하고</a:t>
            </a:r>
            <a:endParaRPr lang="en-US" sz="1050" dirty="0"/>
          </a:p>
          <a:p>
            <a:pPr marL="0" indent="0">
              <a:lnSpc>
                <a:spcPct val="125000"/>
              </a:lnSpc>
              <a:buNone/>
            </a:pPr>
            <a:r>
              <a:rPr lang="en-US" sz="1050" dirty="0">
                <a:solidFill>
                  <a:srgbClr val="4B5563"/>
                </a:solidFill>
                <a:latin typeface="Pretendard" pitchFamily="34" charset="0"/>
                <a:ea typeface="Pretendard" pitchFamily="34" charset="-122"/>
                <a:cs typeface="Pretendard" pitchFamily="34" charset="-120"/>
              </a:rPr>
              <a:t>Preview에서 확인하는 과정을</a:t>
            </a:r>
            <a:endParaRPr lang="en-US" sz="1050" dirty="0"/>
          </a:p>
          <a:p>
            <a:pPr marL="0" indent="0">
              <a:lnSpc>
                <a:spcPct val="125000"/>
              </a:lnSpc>
              <a:buNone/>
            </a:pPr>
            <a:r>
              <a:rPr lang="en-US" sz="1050" dirty="0">
                <a:solidFill>
                  <a:srgbClr val="4B5563"/>
                </a:solidFill>
                <a:latin typeface="Pretendard" pitchFamily="34" charset="0"/>
                <a:ea typeface="Pretendard" pitchFamily="34" charset="-122"/>
                <a:cs typeface="Pretendard" pitchFamily="34" charset="-120"/>
              </a:rPr>
              <a:t>반복합니다</a:t>
            </a:r>
            <a:endParaRPr lang="en-US" sz="1050" dirty="0"/>
          </a:p>
        </p:txBody>
      </p:sp>
      <p:sp>
        <p:nvSpPr>
          <p:cNvPr id="25" name="tip band">
            <a:extLst>
              <a:ext uri="{C183D7F6-B498-43B3-948B-1728B52AA6E4}">
                <adec:decorative xmlns:adec="http://schemas.microsoft.com/office/drawing/2017/decorative" val="1"/>
              </a:ext>
            </a:extLst>
          </p:cNvPr>
          <p:cNvSpPr/>
          <p:nvPr/>
        </p:nvSpPr>
        <p:spPr>
          <a:xfrm>
            <a:off x="548640" y="4078224"/>
            <a:ext cx="8046720" cy="603504"/>
          </a:xfrm>
          <a:prstGeom prst="rect">
            <a:avLst/>
          </a:prstGeom>
          <a:solidFill>
            <a:srgbClr val="F3F5F9"/>
          </a:solidFill>
          <a:ln w="12700">
            <a:solidFill>
              <a:srgbClr val="F3F5F9"/>
            </a:solidFill>
            <a:prstDash val="solid"/>
          </a:ln>
        </p:spPr>
        <p:txBody>
          <a:bodyPr/>
          <a:lstStyle/>
          <a:p>
            <a:endParaRPr lang="ko-KR" altLang="en-US"/>
          </a:p>
        </p:txBody>
      </p:sp>
      <p:sp>
        <p:nvSpPr>
          <p:cNvPr id="26" name="tip accent">
            <a:extLst>
              <a:ext uri="{C183D7F6-B498-43B3-948B-1728B52AA6E4}">
                <adec:decorative xmlns:adec="http://schemas.microsoft.com/office/drawing/2017/decorative" val="1"/>
              </a:ext>
            </a:extLst>
          </p:cNvPr>
          <p:cNvSpPr/>
          <p:nvPr/>
        </p:nvSpPr>
        <p:spPr>
          <a:xfrm>
            <a:off x="548640" y="4078224"/>
            <a:ext cx="50292" cy="603504"/>
          </a:xfrm>
          <a:prstGeom prst="rect">
            <a:avLst/>
          </a:prstGeom>
          <a:solidFill>
            <a:srgbClr val="1D4ED8"/>
          </a:solidFill>
          <a:ln w="12700">
            <a:solidFill>
              <a:srgbClr val="1D4ED8"/>
            </a:solidFill>
            <a:prstDash val="solid"/>
          </a:ln>
        </p:spPr>
        <p:txBody>
          <a:bodyPr/>
          <a:lstStyle/>
          <a:p>
            <a:endParaRPr lang="ko-KR" altLang="en-US"/>
          </a:p>
        </p:txBody>
      </p:sp>
      <p:sp>
        <p:nvSpPr>
          <p:cNvPr id="27" name="Text 25"/>
          <p:cNvSpPr/>
          <p:nvPr/>
        </p:nvSpPr>
        <p:spPr>
          <a:xfrm>
            <a:off x="777240" y="4078224"/>
            <a:ext cx="7589520" cy="603504"/>
          </a:xfrm>
          <a:prstGeom prst="rect">
            <a:avLst/>
          </a:prstGeom>
          <a:noFill/>
          <a:ln/>
        </p:spPr>
        <p:txBody>
          <a:bodyPr wrap="square" lIns="0" tIns="0" rIns="0" bIns="0" rtlCol="0" anchor="ctr"/>
          <a:lstStyle/>
          <a:p>
            <a:pPr marL="0" indent="0">
              <a:lnSpc>
                <a:spcPct val="120000"/>
              </a:lnSpc>
              <a:buNone/>
            </a:pPr>
            <a:r>
              <a:rPr lang="en-US" sz="1100" b="1" dirty="0">
                <a:solidFill>
                  <a:srgbClr val="1D4ED8"/>
                </a:solidFill>
                <a:latin typeface="Pretendard" pitchFamily="34" charset="0"/>
                <a:ea typeface="Pretendard" pitchFamily="34" charset="-122"/>
                <a:cs typeface="Pretendard" pitchFamily="34" charset="-120"/>
              </a:rPr>
              <a:t>실습에서는 수동 구성   </a:t>
            </a:r>
            <a:r>
              <a:rPr lang="en-US" sz="1050" dirty="0">
                <a:solidFill>
                  <a:srgbClr val="4B5563"/>
                </a:solidFill>
                <a:latin typeface="Pretendard" pitchFamily="34" charset="0"/>
                <a:ea typeface="Pretendard" pitchFamily="34" charset="-122"/>
                <a:cs typeface="Pretendard" pitchFamily="34" charset="-120"/>
              </a:rPr>
              <a:t>AI 생성 결과는 세션마다 달라집니다. 일관된 실습 결과를 위해 Build 탭에서 직접 구성하며, 수동 구성은 Copilot Credits를 소비하지 않습니다.</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a:extLst>
              <a:ext uri="{C183D7F6-B498-43B3-948B-1728B52AA6E4}">
                <adec:decorative xmlns:adec="http://schemas.microsoft.com/office/drawing/2017/decorative" val="1"/>
              </a:ext>
            </a:extLst>
          </p:cNvPr>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핵심 개념</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Build 탭 한 곳에서 정의합니다</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04  ·  작업 공간</a:t>
            </a:r>
            <a:endParaRPr lang="en-US" sz="950" dirty="0"/>
          </a:p>
        </p:txBody>
      </p:sp>
      <p:sp>
        <p:nvSpPr>
          <p:cNvPr id="7" name="key message band">
            <a:extLst>
              <a:ext uri="{C183D7F6-B498-43B3-948B-1728B52AA6E4}">
                <adec:decorative xmlns:adec="http://schemas.microsoft.com/office/drawing/2017/decorative" val="1"/>
              </a:ext>
            </a:extLst>
          </p:cNvPr>
          <p:cNvSpPr/>
          <p:nvPr/>
        </p:nvSpPr>
        <p:spPr>
          <a:xfrm>
            <a:off x="548640" y="1417320"/>
            <a:ext cx="8046720" cy="566928"/>
          </a:xfrm>
          <a:prstGeom prst="rect">
            <a:avLst/>
          </a:prstGeom>
          <a:solidFill>
            <a:srgbClr val="F3F5F9"/>
          </a:solidFill>
          <a:ln w="12700">
            <a:solidFill>
              <a:srgbClr val="F3F5F9"/>
            </a:solidFill>
            <a:prstDash val="solid"/>
          </a:ln>
        </p:spPr>
        <p:txBody>
          <a:bodyPr/>
          <a:lstStyle/>
          <a:p>
            <a:endParaRPr lang="ko-KR" altLang="en-US"/>
          </a:p>
        </p:txBody>
      </p:sp>
      <p:sp>
        <p:nvSpPr>
          <p:cNvPr id="8" name="accent bar">
            <a:extLst>
              <a:ext uri="{C183D7F6-B498-43B3-948B-1728B52AA6E4}">
                <adec:decorative xmlns:adec="http://schemas.microsoft.com/office/drawing/2017/decorative" val="1"/>
              </a:ext>
            </a:extLst>
          </p:cNvPr>
          <p:cNvSpPr/>
          <p:nvPr/>
        </p:nvSpPr>
        <p:spPr>
          <a:xfrm>
            <a:off x="548640" y="1417320"/>
            <a:ext cx="50292" cy="566928"/>
          </a:xfrm>
          <a:prstGeom prst="rect">
            <a:avLst/>
          </a:prstGeom>
          <a:solidFill>
            <a:srgbClr val="1D4ED8"/>
          </a:solidFill>
          <a:ln w="12700">
            <a:solidFill>
              <a:srgbClr val="1D4ED8"/>
            </a:solidFill>
            <a:prstDash val="solid"/>
          </a:ln>
        </p:spPr>
        <p:txBody>
          <a:bodyPr/>
          <a:lstStyle/>
          <a:p>
            <a:endParaRPr lang="en-US"/>
          </a:p>
        </p:txBody>
      </p:sp>
      <p:sp>
        <p:nvSpPr>
          <p:cNvPr id="9" name="Text 7">
            <a:extLst>
              <a:ext uri="{C183D7F6-B498-43B3-948B-1728B52AA6E4}">
                <adec:decorative xmlns:adec="http://schemas.microsoft.com/office/drawing/2017/decorative" val="1"/>
              </a:ext>
            </a:extLst>
          </p:cNvPr>
          <p:cNvSpPr/>
          <p:nvPr/>
        </p:nvSpPr>
        <p:spPr>
          <a:xfrm>
            <a:off x="749808" y="1417320"/>
            <a:ext cx="7680960" cy="566928"/>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에이전트가 누구이고, 무엇을 알고, 무엇을 할 수 있고, 어떤 제한을 따르는지.</a:t>
            </a:r>
            <a:endParaRPr lang="en-US" sz="1350" dirty="0"/>
          </a:p>
        </p:txBody>
      </p:sp>
      <p:sp>
        <p:nvSpPr>
          <p:cNvPr id="10" name="point card">
            <a:extLst>
              <a:ext uri="{C183D7F6-B498-43B3-948B-1728B52AA6E4}">
                <adec:decorative xmlns:adec="http://schemas.microsoft.com/office/drawing/2017/decorative" val="1"/>
              </a:ext>
            </a:extLst>
          </p:cNvPr>
          <p:cNvSpPr/>
          <p:nvPr/>
        </p:nvSpPr>
        <p:spPr>
          <a:xfrm>
            <a:off x="548640" y="2286000"/>
            <a:ext cx="5120640" cy="438912"/>
          </a:xfrm>
          <a:prstGeom prst="rect">
            <a:avLst/>
          </a:prstGeom>
          <a:solidFill>
            <a:srgbClr val="FFFFFF"/>
          </a:solidFill>
          <a:ln w="12700">
            <a:solidFill>
              <a:srgbClr val="E5E7EB"/>
            </a:solidFill>
            <a:prstDash val="solid"/>
          </a:ln>
        </p:spPr>
        <p:txBody>
          <a:bodyPr/>
          <a:lstStyle/>
          <a:p>
            <a:endParaRPr lang="en-US"/>
          </a:p>
        </p:txBody>
      </p:sp>
      <p:sp>
        <p:nvSpPr>
          <p:cNvPr id="11" name="point accent">
            <a:extLst>
              <a:ext uri="{C183D7F6-B498-43B3-948B-1728B52AA6E4}">
                <adec:decorative xmlns:adec="http://schemas.microsoft.com/office/drawing/2017/decorative" val="1"/>
              </a:ext>
            </a:extLst>
          </p:cNvPr>
          <p:cNvSpPr/>
          <p:nvPr/>
        </p:nvSpPr>
        <p:spPr>
          <a:xfrm>
            <a:off x="548640" y="2286000"/>
            <a:ext cx="45720" cy="438912"/>
          </a:xfrm>
          <a:prstGeom prst="rect">
            <a:avLst/>
          </a:prstGeom>
          <a:solidFill>
            <a:srgbClr val="3B82F6"/>
          </a:solidFill>
          <a:ln w="12700">
            <a:solidFill>
              <a:srgbClr val="3B82F6"/>
            </a:solidFill>
            <a:prstDash val="solid"/>
          </a:ln>
        </p:spPr>
        <p:txBody>
          <a:bodyPr/>
          <a:lstStyle/>
          <a:p>
            <a:endParaRPr lang="en-US"/>
          </a:p>
        </p:txBody>
      </p:sp>
      <p:sp>
        <p:nvSpPr>
          <p:cNvPr id="12" name="Text 10"/>
          <p:cNvSpPr/>
          <p:nvPr/>
        </p:nvSpPr>
        <p:spPr>
          <a:xfrm>
            <a:off x="777240" y="2286000"/>
            <a:ext cx="4800600" cy="438912"/>
          </a:xfrm>
          <a:prstGeom prst="rect">
            <a:avLst/>
          </a:prstGeom>
          <a:noFill/>
          <a:ln/>
        </p:spPr>
        <p:txBody>
          <a:bodyPr wrap="square" lIns="0" tIns="0" rIns="0" bIns="0" rtlCol="0" anchor="ctr"/>
          <a:lstStyle/>
          <a:p>
            <a:pPr marL="0" indent="0">
              <a:buNone/>
            </a:pPr>
            <a:r>
              <a:rPr lang="en-US" sz="1100" b="1" dirty="0">
                <a:solidFill>
                  <a:srgbClr val="1D4ED8"/>
                </a:solidFill>
                <a:latin typeface="Pretendard" pitchFamily="34" charset="0"/>
                <a:ea typeface="Pretendard" pitchFamily="34" charset="-122"/>
                <a:cs typeface="Pretendard" pitchFamily="34" charset="-120"/>
              </a:rPr>
              <a:t>Model     </a:t>
            </a:r>
            <a:r>
              <a:rPr lang="en-US" sz="1100" dirty="0">
                <a:solidFill>
                  <a:srgbClr val="111827"/>
                </a:solidFill>
                <a:latin typeface="Pretendard" pitchFamily="34" charset="0"/>
                <a:ea typeface="Pretendard" pitchFamily="34" charset="-122"/>
                <a:cs typeface="Pretendard" pitchFamily="34" charset="-120"/>
              </a:rPr>
              <a:t>추론을 담당할 모델을 선택합니다</a:t>
            </a:r>
            <a:endParaRPr lang="en-US" sz="1100" dirty="0"/>
          </a:p>
        </p:txBody>
      </p:sp>
      <p:sp>
        <p:nvSpPr>
          <p:cNvPr id="13" name="point card">
            <a:extLst>
              <a:ext uri="{C183D7F6-B498-43B3-948B-1728B52AA6E4}">
                <adec:decorative xmlns:adec="http://schemas.microsoft.com/office/drawing/2017/decorative" val="1"/>
              </a:ext>
            </a:extLst>
          </p:cNvPr>
          <p:cNvSpPr/>
          <p:nvPr/>
        </p:nvSpPr>
        <p:spPr>
          <a:xfrm>
            <a:off x="548640" y="2798064"/>
            <a:ext cx="5120640" cy="438912"/>
          </a:xfrm>
          <a:prstGeom prst="rect">
            <a:avLst/>
          </a:prstGeom>
          <a:solidFill>
            <a:srgbClr val="FFFFFF"/>
          </a:solidFill>
          <a:ln w="12700">
            <a:solidFill>
              <a:srgbClr val="E5E7EB"/>
            </a:solidFill>
            <a:prstDash val="solid"/>
          </a:ln>
        </p:spPr>
        <p:txBody>
          <a:bodyPr/>
          <a:lstStyle/>
          <a:p>
            <a:endParaRPr lang="en-US"/>
          </a:p>
        </p:txBody>
      </p:sp>
      <p:sp>
        <p:nvSpPr>
          <p:cNvPr id="14" name="point accent">
            <a:extLst>
              <a:ext uri="{C183D7F6-B498-43B3-948B-1728B52AA6E4}">
                <adec:decorative xmlns:adec="http://schemas.microsoft.com/office/drawing/2017/decorative" val="1"/>
              </a:ext>
            </a:extLst>
          </p:cNvPr>
          <p:cNvSpPr/>
          <p:nvPr/>
        </p:nvSpPr>
        <p:spPr>
          <a:xfrm>
            <a:off x="548640" y="2798064"/>
            <a:ext cx="45720" cy="438912"/>
          </a:xfrm>
          <a:prstGeom prst="rect">
            <a:avLst/>
          </a:prstGeom>
          <a:solidFill>
            <a:srgbClr val="3B82F6"/>
          </a:solidFill>
          <a:ln w="12700">
            <a:solidFill>
              <a:srgbClr val="3B82F6"/>
            </a:solidFill>
            <a:prstDash val="solid"/>
          </a:ln>
        </p:spPr>
        <p:txBody>
          <a:bodyPr/>
          <a:lstStyle/>
          <a:p>
            <a:endParaRPr lang="en-US"/>
          </a:p>
        </p:txBody>
      </p:sp>
      <p:sp>
        <p:nvSpPr>
          <p:cNvPr id="15" name="Text 13">
            <a:extLst>
              <a:ext uri="{C183D7F6-B498-43B3-948B-1728B52AA6E4}">
                <adec:decorative xmlns:adec="http://schemas.microsoft.com/office/drawing/2017/decorative" val="1"/>
              </a:ext>
            </a:extLst>
          </p:cNvPr>
          <p:cNvSpPr/>
          <p:nvPr/>
        </p:nvSpPr>
        <p:spPr>
          <a:xfrm>
            <a:off x="777240" y="2798064"/>
            <a:ext cx="4800600" cy="438912"/>
          </a:xfrm>
          <a:prstGeom prst="rect">
            <a:avLst/>
          </a:prstGeom>
          <a:noFill/>
          <a:ln/>
        </p:spPr>
        <p:txBody>
          <a:bodyPr wrap="square" lIns="0" tIns="0" rIns="0" bIns="0" rtlCol="0" anchor="ctr"/>
          <a:lstStyle/>
          <a:p>
            <a:pPr marL="0" indent="0">
              <a:buNone/>
            </a:pPr>
            <a:r>
              <a:rPr lang="en-US" sz="1100" b="1" dirty="0">
                <a:solidFill>
                  <a:srgbClr val="1D4ED8"/>
                </a:solidFill>
                <a:latin typeface="Pretendard" pitchFamily="34" charset="0"/>
                <a:ea typeface="Pretendard" pitchFamily="34" charset="-122"/>
                <a:cs typeface="Pretendard" pitchFamily="34" charset="-120"/>
              </a:rPr>
              <a:t>Knowledge     </a:t>
            </a:r>
            <a:r>
              <a:rPr lang="en-US" sz="1100" dirty="0">
                <a:solidFill>
                  <a:srgbClr val="111827"/>
                </a:solidFill>
                <a:latin typeface="Pretendard" pitchFamily="34" charset="0"/>
                <a:ea typeface="Pretendard" pitchFamily="34" charset="-122"/>
                <a:cs typeface="Pretendard" pitchFamily="34" charset="-120"/>
              </a:rPr>
              <a:t>응답을 그라운딩할 지식 원본을 연결합니다</a:t>
            </a:r>
            <a:endParaRPr lang="en-US" sz="1100" dirty="0"/>
          </a:p>
        </p:txBody>
      </p:sp>
      <p:sp>
        <p:nvSpPr>
          <p:cNvPr id="16" name="point card">
            <a:extLst>
              <a:ext uri="{C183D7F6-B498-43B3-948B-1728B52AA6E4}">
                <adec:decorative xmlns:adec="http://schemas.microsoft.com/office/drawing/2017/decorative" val="1"/>
              </a:ext>
            </a:extLst>
          </p:cNvPr>
          <p:cNvSpPr/>
          <p:nvPr/>
        </p:nvSpPr>
        <p:spPr>
          <a:xfrm>
            <a:off x="548640" y="3310128"/>
            <a:ext cx="5120640" cy="438912"/>
          </a:xfrm>
          <a:prstGeom prst="rect">
            <a:avLst/>
          </a:prstGeom>
          <a:solidFill>
            <a:srgbClr val="FFFFFF"/>
          </a:solidFill>
          <a:ln w="12700">
            <a:solidFill>
              <a:srgbClr val="E5E7EB"/>
            </a:solidFill>
            <a:prstDash val="solid"/>
          </a:ln>
        </p:spPr>
        <p:txBody>
          <a:bodyPr/>
          <a:lstStyle/>
          <a:p>
            <a:endParaRPr lang="en-US"/>
          </a:p>
        </p:txBody>
      </p:sp>
      <p:sp>
        <p:nvSpPr>
          <p:cNvPr id="17" name="point accent">
            <a:extLst>
              <a:ext uri="{C183D7F6-B498-43B3-948B-1728B52AA6E4}">
                <adec:decorative xmlns:adec="http://schemas.microsoft.com/office/drawing/2017/decorative" val="1"/>
              </a:ext>
            </a:extLst>
          </p:cNvPr>
          <p:cNvSpPr/>
          <p:nvPr/>
        </p:nvSpPr>
        <p:spPr>
          <a:xfrm>
            <a:off x="548640" y="3310128"/>
            <a:ext cx="45720" cy="438912"/>
          </a:xfrm>
          <a:prstGeom prst="rect">
            <a:avLst/>
          </a:prstGeom>
          <a:solidFill>
            <a:srgbClr val="3B82F6"/>
          </a:solidFill>
          <a:ln w="12700">
            <a:solidFill>
              <a:srgbClr val="3B82F6"/>
            </a:solidFill>
            <a:prstDash val="solid"/>
          </a:ln>
        </p:spPr>
        <p:txBody>
          <a:bodyPr/>
          <a:lstStyle/>
          <a:p>
            <a:endParaRPr lang="en-US"/>
          </a:p>
        </p:txBody>
      </p:sp>
      <p:sp>
        <p:nvSpPr>
          <p:cNvPr id="18" name="Text 16"/>
          <p:cNvSpPr/>
          <p:nvPr/>
        </p:nvSpPr>
        <p:spPr>
          <a:xfrm>
            <a:off x="777240" y="3310128"/>
            <a:ext cx="4800600" cy="438912"/>
          </a:xfrm>
          <a:prstGeom prst="rect">
            <a:avLst/>
          </a:prstGeom>
          <a:noFill/>
          <a:ln/>
        </p:spPr>
        <p:txBody>
          <a:bodyPr wrap="square" lIns="0" tIns="0" rIns="0" bIns="0" rtlCol="0" anchor="ctr"/>
          <a:lstStyle/>
          <a:p>
            <a:pPr marL="0" indent="0">
              <a:buNone/>
            </a:pPr>
            <a:r>
              <a:rPr lang="en-US" sz="1100" b="1" dirty="0">
                <a:solidFill>
                  <a:srgbClr val="1D4ED8"/>
                </a:solidFill>
                <a:latin typeface="Pretendard" pitchFamily="34" charset="0"/>
                <a:ea typeface="Pretendard" pitchFamily="34" charset="-122"/>
                <a:cs typeface="Pretendard" pitchFamily="34" charset="-120"/>
              </a:rPr>
              <a:t>Tools · Skills     </a:t>
            </a:r>
            <a:r>
              <a:rPr lang="en-US" sz="1100" dirty="0">
                <a:solidFill>
                  <a:srgbClr val="111827"/>
                </a:solidFill>
                <a:latin typeface="Pretendard" pitchFamily="34" charset="0"/>
                <a:ea typeface="Pretendard" pitchFamily="34" charset="-122"/>
                <a:cs typeface="Pretendard" pitchFamily="34" charset="-120"/>
              </a:rPr>
              <a:t>에이전트가 수행할 수 있는 행동을 제공합니다</a:t>
            </a:r>
            <a:endParaRPr lang="en-US" sz="1100" dirty="0"/>
          </a:p>
        </p:txBody>
      </p:sp>
      <p:sp>
        <p:nvSpPr>
          <p:cNvPr id="19" name="point card">
            <a:extLst>
              <a:ext uri="{C183D7F6-B498-43B3-948B-1728B52AA6E4}">
                <adec:decorative xmlns:adec="http://schemas.microsoft.com/office/drawing/2017/decorative" val="1"/>
              </a:ext>
            </a:extLst>
          </p:cNvPr>
          <p:cNvSpPr/>
          <p:nvPr/>
        </p:nvSpPr>
        <p:spPr>
          <a:xfrm>
            <a:off x="548640" y="3822192"/>
            <a:ext cx="5120640" cy="438912"/>
          </a:xfrm>
          <a:prstGeom prst="rect">
            <a:avLst/>
          </a:prstGeom>
          <a:solidFill>
            <a:srgbClr val="FFFFFF"/>
          </a:solidFill>
          <a:ln w="12700">
            <a:solidFill>
              <a:srgbClr val="E5E7EB"/>
            </a:solidFill>
            <a:prstDash val="solid"/>
          </a:ln>
        </p:spPr>
        <p:txBody>
          <a:bodyPr/>
          <a:lstStyle/>
          <a:p>
            <a:endParaRPr lang="en-US"/>
          </a:p>
        </p:txBody>
      </p:sp>
      <p:sp>
        <p:nvSpPr>
          <p:cNvPr id="20" name="point accent">
            <a:extLst>
              <a:ext uri="{C183D7F6-B498-43B3-948B-1728B52AA6E4}">
                <adec:decorative xmlns:adec="http://schemas.microsoft.com/office/drawing/2017/decorative" val="1"/>
              </a:ext>
            </a:extLst>
          </p:cNvPr>
          <p:cNvSpPr/>
          <p:nvPr/>
        </p:nvSpPr>
        <p:spPr>
          <a:xfrm>
            <a:off x="548640" y="3822192"/>
            <a:ext cx="45720" cy="438912"/>
          </a:xfrm>
          <a:prstGeom prst="rect">
            <a:avLst/>
          </a:prstGeom>
          <a:solidFill>
            <a:srgbClr val="3B82F6"/>
          </a:solidFill>
          <a:ln w="12700">
            <a:solidFill>
              <a:srgbClr val="3B82F6"/>
            </a:solidFill>
            <a:prstDash val="solid"/>
          </a:ln>
        </p:spPr>
        <p:txBody>
          <a:bodyPr/>
          <a:lstStyle/>
          <a:p>
            <a:endParaRPr lang="en-US"/>
          </a:p>
        </p:txBody>
      </p:sp>
      <p:sp>
        <p:nvSpPr>
          <p:cNvPr id="21" name="Text 19">
            <a:extLst>
              <a:ext uri="{C183D7F6-B498-43B3-948B-1728B52AA6E4}">
                <adec:decorative xmlns:adec="http://schemas.microsoft.com/office/drawing/2017/decorative" val="1"/>
              </a:ext>
            </a:extLst>
          </p:cNvPr>
          <p:cNvSpPr/>
          <p:nvPr/>
        </p:nvSpPr>
        <p:spPr>
          <a:xfrm>
            <a:off x="777240" y="3822192"/>
            <a:ext cx="4800600" cy="438912"/>
          </a:xfrm>
          <a:prstGeom prst="rect">
            <a:avLst/>
          </a:prstGeom>
          <a:noFill/>
          <a:ln/>
        </p:spPr>
        <p:txBody>
          <a:bodyPr wrap="square" lIns="0" tIns="0" rIns="0" bIns="0" rtlCol="0" anchor="ctr"/>
          <a:lstStyle/>
          <a:p>
            <a:pPr marL="0" indent="0">
              <a:buNone/>
            </a:pPr>
            <a:r>
              <a:rPr lang="en-US" sz="1100" b="1" dirty="0">
                <a:solidFill>
                  <a:srgbClr val="1D4ED8"/>
                </a:solidFill>
                <a:latin typeface="Pretendard" pitchFamily="34" charset="0"/>
                <a:ea typeface="Pretendard" pitchFamily="34" charset="-122"/>
                <a:cs typeface="Pretendard" pitchFamily="34" charset="-120"/>
              </a:rPr>
              <a:t>Connected agents     </a:t>
            </a:r>
            <a:r>
              <a:rPr lang="en-US" sz="1100" dirty="0">
                <a:solidFill>
                  <a:srgbClr val="111827"/>
                </a:solidFill>
                <a:latin typeface="Pretendard" pitchFamily="34" charset="0"/>
                <a:ea typeface="Pretendard" pitchFamily="34" charset="-122"/>
                <a:cs typeface="Pretendard" pitchFamily="34" charset="-120"/>
              </a:rPr>
              <a:t>전문 에이전트에게 하위 작업을 위임합니다</a:t>
            </a:r>
            <a:endParaRPr lang="en-US" sz="1100" dirty="0"/>
          </a:p>
        </p:txBody>
      </p:sp>
      <p:sp>
        <p:nvSpPr>
          <p:cNvPr id="22" name="point card">
            <a:extLst>
              <a:ext uri="{C183D7F6-B498-43B3-948B-1728B52AA6E4}">
                <adec:decorative xmlns:adec="http://schemas.microsoft.com/office/drawing/2017/decorative" val="1"/>
              </a:ext>
            </a:extLst>
          </p:cNvPr>
          <p:cNvSpPr/>
          <p:nvPr/>
        </p:nvSpPr>
        <p:spPr>
          <a:xfrm>
            <a:off x="548640" y="4334256"/>
            <a:ext cx="5120640" cy="438912"/>
          </a:xfrm>
          <a:prstGeom prst="rect">
            <a:avLst/>
          </a:prstGeom>
          <a:solidFill>
            <a:srgbClr val="FFFFFF"/>
          </a:solidFill>
          <a:ln w="12700">
            <a:solidFill>
              <a:srgbClr val="E5E7EB"/>
            </a:solidFill>
            <a:prstDash val="solid"/>
          </a:ln>
        </p:spPr>
        <p:txBody>
          <a:bodyPr/>
          <a:lstStyle/>
          <a:p>
            <a:endParaRPr lang="en-US"/>
          </a:p>
        </p:txBody>
      </p:sp>
      <p:sp>
        <p:nvSpPr>
          <p:cNvPr id="23" name="point accent">
            <a:extLst>
              <a:ext uri="{C183D7F6-B498-43B3-948B-1728B52AA6E4}">
                <adec:decorative xmlns:adec="http://schemas.microsoft.com/office/drawing/2017/decorative" val="1"/>
              </a:ext>
            </a:extLst>
          </p:cNvPr>
          <p:cNvSpPr/>
          <p:nvPr/>
        </p:nvSpPr>
        <p:spPr>
          <a:xfrm>
            <a:off x="548640" y="4334256"/>
            <a:ext cx="45720" cy="438912"/>
          </a:xfrm>
          <a:prstGeom prst="rect">
            <a:avLst/>
          </a:prstGeom>
          <a:solidFill>
            <a:srgbClr val="3B82F6"/>
          </a:solidFill>
          <a:ln w="12700">
            <a:solidFill>
              <a:srgbClr val="3B82F6"/>
            </a:solidFill>
            <a:prstDash val="solid"/>
          </a:ln>
        </p:spPr>
        <p:txBody>
          <a:bodyPr/>
          <a:lstStyle/>
          <a:p>
            <a:endParaRPr lang="en-US"/>
          </a:p>
        </p:txBody>
      </p:sp>
      <p:sp>
        <p:nvSpPr>
          <p:cNvPr id="24" name="Text 22"/>
          <p:cNvSpPr/>
          <p:nvPr/>
        </p:nvSpPr>
        <p:spPr>
          <a:xfrm>
            <a:off x="777240" y="4334256"/>
            <a:ext cx="4800600" cy="438912"/>
          </a:xfrm>
          <a:prstGeom prst="rect">
            <a:avLst/>
          </a:prstGeom>
          <a:noFill/>
          <a:ln/>
        </p:spPr>
        <p:txBody>
          <a:bodyPr wrap="square" lIns="0" tIns="0" rIns="0" bIns="0" rtlCol="0" anchor="ctr"/>
          <a:lstStyle/>
          <a:p>
            <a:pPr marL="0" indent="0">
              <a:buNone/>
            </a:pPr>
            <a:r>
              <a:rPr lang="en-US" sz="1100" b="1" dirty="0">
                <a:solidFill>
                  <a:srgbClr val="1D4ED8"/>
                </a:solidFill>
                <a:latin typeface="Pretendard" pitchFamily="34" charset="0"/>
                <a:ea typeface="Pretendard" pitchFamily="34" charset="-122"/>
                <a:cs typeface="Pretendard" pitchFamily="34" charset="-120"/>
              </a:rPr>
              <a:t>Memory     </a:t>
            </a:r>
            <a:r>
              <a:rPr lang="en-US" sz="1100" dirty="0">
                <a:solidFill>
                  <a:srgbClr val="111827"/>
                </a:solidFill>
                <a:latin typeface="Pretendard" pitchFamily="34" charset="0"/>
                <a:ea typeface="Pretendard" pitchFamily="34" charset="-122"/>
                <a:cs typeface="Pretendard" pitchFamily="34" charset="-120"/>
              </a:rPr>
              <a:t>작업과 세션에 걸쳐 컨텍스트를 유지합니다</a:t>
            </a:r>
            <a:endParaRPr lang="en-US" sz="1100" dirty="0"/>
          </a:p>
        </p:txBody>
      </p:sp>
      <p:pic>
        <p:nvPicPr>
          <p:cNvPr id="25" name="Image 0" descr="지식 원본과 연결된 에이전트 구성 일러스트"/>
          <p:cNvPicPr>
            <a:picLocks noChangeAspect="1"/>
          </p:cNvPicPr>
          <p:nvPr/>
        </p:nvPicPr>
        <p:blipFill>
          <a:blip r:embed="rId3"/>
          <a:stretch>
            <a:fillRect/>
          </a:stretch>
        </p:blipFill>
        <p:spPr>
          <a:xfrm>
            <a:off x="5943600" y="2578184"/>
            <a:ext cx="2651760" cy="1701631"/>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a:extLst>
              <a:ext uri="{C183D7F6-B498-43B3-948B-1728B52AA6E4}">
                <adec:decorative xmlns:adec="http://schemas.microsoft.com/office/drawing/2017/decorative" val="1"/>
              </a:ext>
            </a:extLst>
          </p:cNvPr>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실습</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랩 04 · 첫 에이전트를 만들고 그라운딩합니다</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04  ·  실습 안내</a:t>
            </a:r>
            <a:endParaRPr lang="en-US" sz="950" dirty="0"/>
          </a:p>
        </p:txBody>
      </p:sp>
      <p:sp>
        <p:nvSpPr>
          <p:cNvPr id="7" name="usecase band">
            <a:extLst>
              <a:ext uri="{C183D7F6-B498-43B3-948B-1728B52AA6E4}">
                <adec:decorative xmlns:adec="http://schemas.microsoft.com/office/drawing/2017/decorative" val="1"/>
              </a:ext>
            </a:extLst>
          </p:cNvPr>
          <p:cNvSpPr/>
          <p:nvPr/>
        </p:nvSpPr>
        <p:spPr>
          <a:xfrm>
            <a:off x="548640" y="1371600"/>
            <a:ext cx="8046720" cy="512064"/>
          </a:xfrm>
          <a:prstGeom prst="rect">
            <a:avLst/>
          </a:prstGeom>
          <a:solidFill>
            <a:srgbClr val="F3F5F9"/>
          </a:solidFill>
          <a:ln w="12700">
            <a:solidFill>
              <a:srgbClr val="F3F5F9"/>
            </a:solidFill>
            <a:prstDash val="solid"/>
          </a:ln>
        </p:spPr>
        <p:txBody>
          <a:bodyPr/>
          <a:lstStyle/>
          <a:p>
            <a:endParaRPr lang="ko-KR" altLang="en-US"/>
          </a:p>
        </p:txBody>
      </p:sp>
      <p:sp>
        <p:nvSpPr>
          <p:cNvPr id="8" name="usecase accent">
            <a:extLst>
              <a:ext uri="{C183D7F6-B498-43B3-948B-1728B52AA6E4}">
                <adec:decorative xmlns:adec="http://schemas.microsoft.com/office/drawing/2017/decorative" val="1"/>
              </a:ext>
            </a:extLst>
          </p:cNvPr>
          <p:cNvSpPr/>
          <p:nvPr/>
        </p:nvSpPr>
        <p:spPr>
          <a:xfrm>
            <a:off x="548640" y="1371600"/>
            <a:ext cx="50292" cy="512064"/>
          </a:xfrm>
          <a:prstGeom prst="rect">
            <a:avLst/>
          </a:prstGeom>
          <a:solidFill>
            <a:srgbClr val="1D4ED8"/>
          </a:solidFill>
          <a:ln w="12700">
            <a:solidFill>
              <a:srgbClr val="1D4ED8"/>
            </a:solidFill>
            <a:prstDash val="solid"/>
          </a:ln>
        </p:spPr>
        <p:txBody>
          <a:bodyPr/>
          <a:lstStyle/>
          <a:p>
            <a:endParaRPr lang="en-US"/>
          </a:p>
        </p:txBody>
      </p:sp>
      <p:sp>
        <p:nvSpPr>
          <p:cNvPr id="9" name="Text 7">
            <a:extLst>
              <a:ext uri="{C183D7F6-B498-43B3-948B-1728B52AA6E4}">
                <adec:decorative xmlns:adec="http://schemas.microsoft.com/office/drawing/2017/decorative" val="1"/>
              </a:ext>
            </a:extLst>
          </p:cNvPr>
          <p:cNvSpPr/>
          <p:nvPr/>
        </p:nvSpPr>
        <p:spPr>
          <a:xfrm>
            <a:off x="777240" y="1371600"/>
            <a:ext cx="7589520" cy="512064"/>
          </a:xfrm>
          <a:prstGeom prst="rect">
            <a:avLst/>
          </a:prstGeom>
          <a:noFill/>
          <a:ln/>
        </p:spPr>
        <p:txBody>
          <a:bodyPr wrap="square" lIns="0" tIns="0" rIns="0" bIns="0" rtlCol="0" anchor="ctr"/>
          <a:lstStyle/>
          <a:p>
            <a:pPr marL="0" indent="0">
              <a:buNone/>
            </a:pPr>
            <a:r>
              <a:rPr lang="en-US" sz="1050" b="1" dirty="0">
                <a:solidFill>
                  <a:srgbClr val="1D4ED8"/>
                </a:solidFill>
                <a:latin typeface="Pretendard" pitchFamily="34" charset="0"/>
                <a:ea typeface="Pretendard" pitchFamily="34" charset="-122"/>
                <a:cs typeface="Pretendard" pitchFamily="34" charset="-120"/>
              </a:rPr>
              <a:t>사용 사례   </a:t>
            </a:r>
            <a:r>
              <a:rPr lang="en-US" sz="1100" dirty="0">
                <a:solidFill>
                  <a:srgbClr val="111827"/>
                </a:solidFill>
                <a:latin typeface="Pretendard" pitchFamily="34" charset="0"/>
                <a:ea typeface="Pretendard" pitchFamily="34" charset="-122"/>
                <a:cs typeface="Pretendard" pitchFamily="34" charset="-120"/>
              </a:rPr>
              <a:t>직원이 장치 설정, 네트워크, 문제 해결 같은 IT 이슈에서 빠르고 정확한 지원을 받도록 돕습니다.</a:t>
            </a:r>
            <a:endParaRPr lang="en-US" sz="1050" dirty="0"/>
          </a:p>
        </p:txBody>
      </p:sp>
      <p:sp>
        <p:nvSpPr>
          <p:cNvPr id="10" name="step card">
            <a:extLst>
              <a:ext uri="{C183D7F6-B498-43B3-948B-1728B52AA6E4}">
                <adec:decorative xmlns:adec="http://schemas.microsoft.com/office/drawing/2017/decorative" val="1"/>
              </a:ext>
            </a:extLst>
          </p:cNvPr>
          <p:cNvSpPr/>
          <p:nvPr/>
        </p:nvSpPr>
        <p:spPr>
          <a:xfrm>
            <a:off x="548640" y="2048256"/>
            <a:ext cx="1572768" cy="1700784"/>
          </a:xfrm>
          <a:prstGeom prst="rect">
            <a:avLst/>
          </a:prstGeom>
          <a:solidFill>
            <a:srgbClr val="FFFFFF"/>
          </a:solidFill>
          <a:ln w="12700">
            <a:solidFill>
              <a:srgbClr val="E5E7EB"/>
            </a:solidFill>
            <a:prstDash val="solid"/>
          </a:ln>
        </p:spPr>
        <p:txBody>
          <a:bodyPr/>
          <a:lstStyle/>
          <a:p>
            <a:endParaRPr lang="en-US"/>
          </a:p>
        </p:txBody>
      </p:sp>
      <p:sp>
        <p:nvSpPr>
          <p:cNvPr id="11" name="card rule">
            <a:extLst>
              <a:ext uri="{C183D7F6-B498-43B3-948B-1728B52AA6E4}">
                <adec:decorative xmlns:adec="http://schemas.microsoft.com/office/drawing/2017/decorative" val="1"/>
              </a:ext>
            </a:extLst>
          </p:cNvPr>
          <p:cNvSpPr/>
          <p:nvPr/>
        </p:nvSpPr>
        <p:spPr>
          <a:xfrm>
            <a:off x="548640" y="2048256"/>
            <a:ext cx="1572768" cy="36576"/>
          </a:xfrm>
          <a:prstGeom prst="rect">
            <a:avLst/>
          </a:prstGeom>
          <a:solidFill>
            <a:srgbClr val="3B82F6"/>
          </a:solidFill>
          <a:ln w="12700">
            <a:solidFill>
              <a:srgbClr val="3B82F6"/>
            </a:solidFill>
            <a:prstDash val="solid"/>
          </a:ln>
        </p:spPr>
        <p:txBody>
          <a:bodyPr/>
          <a:lstStyle/>
          <a:p>
            <a:endParaRPr lang="en-US"/>
          </a:p>
        </p:txBody>
      </p:sp>
      <p:sp>
        <p:nvSpPr>
          <p:cNvPr id="12" name="Text 10"/>
          <p:cNvSpPr/>
          <p:nvPr/>
        </p:nvSpPr>
        <p:spPr>
          <a:xfrm>
            <a:off x="713232" y="2212848"/>
            <a:ext cx="1243584" cy="256032"/>
          </a:xfrm>
          <a:prstGeom prst="rect">
            <a:avLst/>
          </a:prstGeom>
          <a:noFill/>
          <a:ln/>
        </p:spPr>
        <p:txBody>
          <a:bodyPr wrap="square" lIns="0" tIns="0" rIns="0" bIns="0" rtlCol="0" anchor="ctr"/>
          <a:lstStyle/>
          <a:p>
            <a:pPr marL="0" indent="0">
              <a:buNone/>
            </a:pPr>
            <a:r>
              <a:rPr lang="en-US" sz="1250" b="1" dirty="0">
                <a:solidFill>
                  <a:srgbClr val="1D4ED8"/>
                </a:solidFill>
                <a:latin typeface="Pretendard" pitchFamily="34" charset="0"/>
                <a:ea typeface="Pretendard" pitchFamily="34" charset="-122"/>
                <a:cs typeface="Pretendard" pitchFamily="34" charset="-120"/>
              </a:rPr>
              <a:t>4.1</a:t>
            </a:r>
            <a:endParaRPr lang="en-US" sz="1250" dirty="0"/>
          </a:p>
        </p:txBody>
      </p:sp>
      <p:sp>
        <p:nvSpPr>
          <p:cNvPr id="13" name="Text 11">
            <a:extLst>
              <a:ext uri="{C183D7F6-B498-43B3-948B-1728B52AA6E4}">
                <adec:decorative xmlns:adec="http://schemas.microsoft.com/office/drawing/2017/decorative" val="1"/>
              </a:ext>
            </a:extLst>
          </p:cNvPr>
          <p:cNvSpPr/>
          <p:nvPr/>
        </p:nvSpPr>
        <p:spPr>
          <a:xfrm>
            <a:off x="713232" y="2487168"/>
            <a:ext cx="1243584" cy="274320"/>
          </a:xfrm>
          <a:prstGeom prst="rect">
            <a:avLst/>
          </a:prstGeom>
          <a:noFill/>
          <a:ln/>
        </p:spPr>
        <p:txBody>
          <a:bodyPr wrap="square" lIns="0" tIns="0" rIns="0" bIns="0" rtlCol="0" anchor="t"/>
          <a:lstStyle/>
          <a:p>
            <a:pPr marL="0" indent="0">
              <a:buNone/>
            </a:pPr>
            <a:r>
              <a:rPr lang="en-US" sz="1150" b="1" dirty="0">
                <a:solidFill>
                  <a:srgbClr val="111827"/>
                </a:solidFill>
                <a:latin typeface="Pretendard" pitchFamily="34" charset="0"/>
                <a:ea typeface="Pretendard" pitchFamily="34" charset="-122"/>
                <a:cs typeface="Pretendard" pitchFamily="34" charset="-120"/>
              </a:rPr>
              <a:t>에이전트 만들기</a:t>
            </a:r>
            <a:endParaRPr lang="en-US" sz="1150" dirty="0"/>
          </a:p>
        </p:txBody>
      </p:sp>
      <p:sp>
        <p:nvSpPr>
          <p:cNvPr id="14" name="Text 12"/>
          <p:cNvSpPr/>
          <p:nvPr/>
        </p:nvSpPr>
        <p:spPr>
          <a:xfrm>
            <a:off x="713232" y="2798064"/>
            <a:ext cx="1243584" cy="841248"/>
          </a:xfrm>
          <a:prstGeom prst="rect">
            <a:avLst/>
          </a:prstGeom>
          <a:noFill/>
          <a:ln/>
        </p:spPr>
        <p:txBody>
          <a:bodyPr wrap="square" lIns="0" tIns="0" rIns="0" bIns="0" rtlCol="0" anchor="t"/>
          <a:lstStyle/>
          <a:p>
            <a:pPr marL="0" indent="0">
              <a:lnSpc>
                <a:spcPct val="122000"/>
              </a:lnSpc>
              <a:buNone/>
            </a:pPr>
            <a:r>
              <a:rPr lang="en-US" sz="900" dirty="0">
                <a:solidFill>
                  <a:srgbClr val="4B5563"/>
                </a:solidFill>
                <a:latin typeface="Pretendard" pitchFamily="34" charset="0"/>
                <a:ea typeface="Pretendard" pitchFamily="34" charset="-122"/>
                <a:cs typeface="Pretendard" pitchFamily="34" charset="-120"/>
              </a:rPr>
              <a:t>Home에서 Agent (GitHub Copilot)</a:t>
            </a:r>
            <a:endParaRPr lang="en-US" sz="900" dirty="0"/>
          </a:p>
          <a:p>
            <a:pPr marL="0" indent="0">
              <a:lnSpc>
                <a:spcPct val="122000"/>
              </a:lnSpc>
              <a:buNone/>
            </a:pPr>
            <a:r>
              <a:rPr lang="en-US" sz="900" dirty="0">
                <a:solidFill>
                  <a:srgbClr val="4B5563"/>
                </a:solidFill>
                <a:latin typeface="Pretendard" pitchFamily="34" charset="0"/>
                <a:ea typeface="Pretendard" pitchFamily="34" charset="-122"/>
                <a:cs typeface="Pretendard" pitchFamily="34" charset="-120"/>
              </a:rPr>
              <a:t>타일 선택 · 이름과 지침 입력</a:t>
            </a:r>
            <a:endParaRPr lang="en-US" sz="900" dirty="0"/>
          </a:p>
        </p:txBody>
      </p:sp>
      <p:sp>
        <p:nvSpPr>
          <p:cNvPr id="15" name="step card">
            <a:extLst>
              <a:ext uri="{C183D7F6-B498-43B3-948B-1728B52AA6E4}">
                <adec:decorative xmlns:adec="http://schemas.microsoft.com/office/drawing/2017/decorative" val="1"/>
              </a:ext>
            </a:extLst>
          </p:cNvPr>
          <p:cNvSpPr/>
          <p:nvPr/>
        </p:nvSpPr>
        <p:spPr>
          <a:xfrm>
            <a:off x="2167128" y="2048256"/>
            <a:ext cx="1572768" cy="1700784"/>
          </a:xfrm>
          <a:prstGeom prst="rect">
            <a:avLst/>
          </a:prstGeom>
          <a:solidFill>
            <a:srgbClr val="FFFFFF"/>
          </a:solidFill>
          <a:ln w="12700">
            <a:solidFill>
              <a:srgbClr val="E5E7EB"/>
            </a:solidFill>
            <a:prstDash val="solid"/>
          </a:ln>
        </p:spPr>
        <p:txBody>
          <a:bodyPr/>
          <a:lstStyle/>
          <a:p>
            <a:endParaRPr lang="ko-KR" altLang="en-US"/>
          </a:p>
        </p:txBody>
      </p:sp>
      <p:sp>
        <p:nvSpPr>
          <p:cNvPr id="16" name="card rule">
            <a:extLst>
              <a:ext uri="{C183D7F6-B498-43B3-948B-1728B52AA6E4}">
                <adec:decorative xmlns:adec="http://schemas.microsoft.com/office/drawing/2017/decorative" val="1"/>
              </a:ext>
            </a:extLst>
          </p:cNvPr>
          <p:cNvSpPr/>
          <p:nvPr/>
        </p:nvSpPr>
        <p:spPr>
          <a:xfrm>
            <a:off x="2167128" y="2048256"/>
            <a:ext cx="1572768" cy="36576"/>
          </a:xfrm>
          <a:prstGeom prst="rect">
            <a:avLst/>
          </a:prstGeom>
          <a:solidFill>
            <a:srgbClr val="3B82F6"/>
          </a:solidFill>
          <a:ln w="12700">
            <a:solidFill>
              <a:srgbClr val="3B82F6"/>
            </a:solidFill>
            <a:prstDash val="solid"/>
          </a:ln>
        </p:spPr>
        <p:txBody>
          <a:bodyPr/>
          <a:lstStyle/>
          <a:p>
            <a:endParaRPr lang="en-US"/>
          </a:p>
        </p:txBody>
      </p:sp>
      <p:sp>
        <p:nvSpPr>
          <p:cNvPr id="17" name="Text 15"/>
          <p:cNvSpPr/>
          <p:nvPr/>
        </p:nvSpPr>
        <p:spPr>
          <a:xfrm>
            <a:off x="2331720" y="2212848"/>
            <a:ext cx="1243584" cy="256032"/>
          </a:xfrm>
          <a:prstGeom prst="rect">
            <a:avLst/>
          </a:prstGeom>
          <a:noFill/>
          <a:ln/>
        </p:spPr>
        <p:txBody>
          <a:bodyPr wrap="square" lIns="0" tIns="0" rIns="0" bIns="0" rtlCol="0" anchor="ctr"/>
          <a:lstStyle/>
          <a:p>
            <a:pPr marL="0" indent="0">
              <a:buNone/>
            </a:pPr>
            <a:r>
              <a:rPr lang="en-US" sz="1250" b="1" dirty="0">
                <a:solidFill>
                  <a:srgbClr val="1D4ED8"/>
                </a:solidFill>
                <a:latin typeface="Pretendard" pitchFamily="34" charset="0"/>
                <a:ea typeface="Pretendard" pitchFamily="34" charset="-122"/>
                <a:cs typeface="Pretendard" pitchFamily="34" charset="-120"/>
              </a:rPr>
              <a:t>4.2</a:t>
            </a:r>
            <a:endParaRPr lang="en-US" sz="1250" dirty="0"/>
          </a:p>
        </p:txBody>
      </p:sp>
      <p:sp>
        <p:nvSpPr>
          <p:cNvPr id="18" name="Text 16"/>
          <p:cNvSpPr/>
          <p:nvPr/>
        </p:nvSpPr>
        <p:spPr>
          <a:xfrm>
            <a:off x="2331720" y="2487168"/>
            <a:ext cx="1243584" cy="274320"/>
          </a:xfrm>
          <a:prstGeom prst="rect">
            <a:avLst/>
          </a:prstGeom>
          <a:noFill/>
          <a:ln/>
        </p:spPr>
        <p:txBody>
          <a:bodyPr wrap="square" lIns="0" tIns="0" rIns="0" bIns="0" rtlCol="0" anchor="t"/>
          <a:lstStyle/>
          <a:p>
            <a:pPr marL="0" indent="0">
              <a:buNone/>
            </a:pPr>
            <a:r>
              <a:rPr lang="en-US" sz="1150" b="1" dirty="0">
                <a:solidFill>
                  <a:srgbClr val="111827"/>
                </a:solidFill>
                <a:latin typeface="Pretendard" pitchFamily="34" charset="0"/>
                <a:ea typeface="Pretendard" pitchFamily="34" charset="-122"/>
                <a:cs typeface="Pretendard" pitchFamily="34" charset="-120"/>
              </a:rPr>
              <a:t>지식 추가</a:t>
            </a:r>
            <a:endParaRPr lang="en-US" sz="1150" dirty="0"/>
          </a:p>
        </p:txBody>
      </p:sp>
      <p:sp>
        <p:nvSpPr>
          <p:cNvPr id="19" name="Text 17">
            <a:extLst>
              <a:ext uri="{C183D7F6-B498-43B3-948B-1728B52AA6E4}">
                <adec:decorative xmlns:adec="http://schemas.microsoft.com/office/drawing/2017/decorative" val="1"/>
              </a:ext>
            </a:extLst>
          </p:cNvPr>
          <p:cNvSpPr/>
          <p:nvPr/>
        </p:nvSpPr>
        <p:spPr>
          <a:xfrm>
            <a:off x="2331720" y="2798064"/>
            <a:ext cx="1243584" cy="841248"/>
          </a:xfrm>
          <a:prstGeom prst="rect">
            <a:avLst/>
          </a:prstGeom>
          <a:noFill/>
          <a:ln/>
        </p:spPr>
        <p:txBody>
          <a:bodyPr wrap="square" lIns="0" tIns="0" rIns="0" bIns="0" rtlCol="0" anchor="t"/>
          <a:lstStyle/>
          <a:p>
            <a:pPr marL="0" indent="0">
              <a:lnSpc>
                <a:spcPct val="122000"/>
              </a:lnSpc>
              <a:buNone/>
            </a:pPr>
            <a:r>
              <a:rPr lang="en-US" sz="900" dirty="0">
                <a:solidFill>
                  <a:srgbClr val="4B5563"/>
                </a:solidFill>
                <a:latin typeface="Pretendard" pitchFamily="34" charset="0"/>
                <a:ea typeface="Pretendard" pitchFamily="34" charset="-122"/>
                <a:cs typeface="Pretendard" pitchFamily="34" charset="-120"/>
              </a:rPr>
              <a:t>공개 웹사이트 · SharePoint 사이트</a:t>
            </a:r>
            <a:endParaRPr lang="en-US" sz="900" dirty="0"/>
          </a:p>
          <a:p>
            <a:pPr marL="0" indent="0">
              <a:lnSpc>
                <a:spcPct val="122000"/>
              </a:lnSpc>
              <a:buNone/>
            </a:pPr>
            <a:r>
              <a:rPr lang="en-US" sz="900" dirty="0">
                <a:solidFill>
                  <a:srgbClr val="4B5563"/>
                </a:solidFill>
                <a:latin typeface="Pretendard" pitchFamily="34" charset="0"/>
                <a:ea typeface="Pretendard" pitchFamily="34" charset="-122"/>
                <a:cs typeface="Pretendard" pitchFamily="34" charset="-120"/>
              </a:rPr>
              <a:t>· Word 문서 업로드</a:t>
            </a:r>
            <a:endParaRPr lang="en-US" sz="900" dirty="0"/>
          </a:p>
        </p:txBody>
      </p:sp>
      <p:sp>
        <p:nvSpPr>
          <p:cNvPr id="20" name="step card">
            <a:extLst>
              <a:ext uri="{C183D7F6-B498-43B3-948B-1728B52AA6E4}">
                <adec:decorative xmlns:adec="http://schemas.microsoft.com/office/drawing/2017/decorative" val="1"/>
              </a:ext>
            </a:extLst>
          </p:cNvPr>
          <p:cNvSpPr/>
          <p:nvPr/>
        </p:nvSpPr>
        <p:spPr>
          <a:xfrm>
            <a:off x="3785616" y="2048256"/>
            <a:ext cx="1572768" cy="1700784"/>
          </a:xfrm>
          <a:prstGeom prst="rect">
            <a:avLst/>
          </a:prstGeom>
          <a:solidFill>
            <a:srgbClr val="FFFFFF"/>
          </a:solidFill>
          <a:ln w="12700">
            <a:solidFill>
              <a:srgbClr val="E5E7EB"/>
            </a:solidFill>
            <a:prstDash val="solid"/>
          </a:ln>
        </p:spPr>
        <p:txBody>
          <a:bodyPr/>
          <a:lstStyle/>
          <a:p>
            <a:endParaRPr lang="en-US"/>
          </a:p>
        </p:txBody>
      </p:sp>
      <p:sp>
        <p:nvSpPr>
          <p:cNvPr id="21" name="card rule">
            <a:extLst>
              <a:ext uri="{C183D7F6-B498-43B3-948B-1728B52AA6E4}">
                <adec:decorative xmlns:adec="http://schemas.microsoft.com/office/drawing/2017/decorative" val="1"/>
              </a:ext>
            </a:extLst>
          </p:cNvPr>
          <p:cNvSpPr/>
          <p:nvPr/>
        </p:nvSpPr>
        <p:spPr>
          <a:xfrm>
            <a:off x="3785616" y="2048256"/>
            <a:ext cx="1572768" cy="36576"/>
          </a:xfrm>
          <a:prstGeom prst="rect">
            <a:avLst/>
          </a:prstGeom>
          <a:solidFill>
            <a:srgbClr val="3B82F6"/>
          </a:solidFill>
          <a:ln w="12700">
            <a:solidFill>
              <a:srgbClr val="3B82F6"/>
            </a:solidFill>
            <a:prstDash val="solid"/>
          </a:ln>
        </p:spPr>
        <p:txBody>
          <a:bodyPr/>
          <a:lstStyle/>
          <a:p>
            <a:endParaRPr lang="ko-KR" altLang="en-US"/>
          </a:p>
        </p:txBody>
      </p:sp>
      <p:sp>
        <p:nvSpPr>
          <p:cNvPr id="22" name="Text 20"/>
          <p:cNvSpPr/>
          <p:nvPr/>
        </p:nvSpPr>
        <p:spPr>
          <a:xfrm>
            <a:off x="3950208" y="2212848"/>
            <a:ext cx="1243584" cy="256032"/>
          </a:xfrm>
          <a:prstGeom prst="rect">
            <a:avLst/>
          </a:prstGeom>
          <a:noFill/>
          <a:ln/>
        </p:spPr>
        <p:txBody>
          <a:bodyPr wrap="square" lIns="0" tIns="0" rIns="0" bIns="0" rtlCol="0" anchor="ctr"/>
          <a:lstStyle/>
          <a:p>
            <a:pPr marL="0" indent="0">
              <a:buNone/>
            </a:pPr>
            <a:r>
              <a:rPr lang="en-US" sz="1250" b="1" dirty="0">
                <a:solidFill>
                  <a:srgbClr val="1D4ED8"/>
                </a:solidFill>
                <a:latin typeface="Pretendard" pitchFamily="34" charset="0"/>
                <a:ea typeface="Pretendard" pitchFamily="34" charset="-122"/>
                <a:cs typeface="Pretendard" pitchFamily="34" charset="-120"/>
              </a:rPr>
              <a:t>4.3</a:t>
            </a:r>
            <a:endParaRPr lang="en-US" sz="1250" dirty="0"/>
          </a:p>
        </p:txBody>
      </p:sp>
      <p:sp>
        <p:nvSpPr>
          <p:cNvPr id="23" name="Text 21"/>
          <p:cNvSpPr/>
          <p:nvPr/>
        </p:nvSpPr>
        <p:spPr>
          <a:xfrm>
            <a:off x="3950208" y="2487168"/>
            <a:ext cx="1243584" cy="274320"/>
          </a:xfrm>
          <a:prstGeom prst="rect">
            <a:avLst/>
          </a:prstGeom>
          <a:noFill/>
          <a:ln/>
        </p:spPr>
        <p:txBody>
          <a:bodyPr wrap="square" lIns="0" tIns="0" rIns="0" bIns="0" rtlCol="0" anchor="t"/>
          <a:lstStyle/>
          <a:p>
            <a:pPr marL="0" indent="0">
              <a:buNone/>
            </a:pPr>
            <a:r>
              <a:rPr lang="en-US" sz="1150" b="1" dirty="0">
                <a:solidFill>
                  <a:srgbClr val="111827"/>
                </a:solidFill>
                <a:latin typeface="Pretendard" pitchFamily="34" charset="0"/>
                <a:ea typeface="Pretendard" pitchFamily="34" charset="-122"/>
                <a:cs typeface="Pretendard" pitchFamily="34" charset="-120"/>
              </a:rPr>
              <a:t>설정 검토</a:t>
            </a:r>
            <a:endParaRPr lang="en-US" sz="1150" dirty="0"/>
          </a:p>
        </p:txBody>
      </p:sp>
      <p:sp>
        <p:nvSpPr>
          <p:cNvPr id="24" name="Text 22"/>
          <p:cNvSpPr/>
          <p:nvPr/>
        </p:nvSpPr>
        <p:spPr>
          <a:xfrm>
            <a:off x="3950208" y="2798064"/>
            <a:ext cx="1243584" cy="841248"/>
          </a:xfrm>
          <a:prstGeom prst="rect">
            <a:avLst/>
          </a:prstGeom>
          <a:noFill/>
          <a:ln/>
        </p:spPr>
        <p:txBody>
          <a:bodyPr wrap="square" lIns="0" tIns="0" rIns="0" bIns="0" rtlCol="0" anchor="t"/>
          <a:lstStyle/>
          <a:p>
            <a:pPr marL="0" indent="0">
              <a:lnSpc>
                <a:spcPct val="122000"/>
              </a:lnSpc>
              <a:buNone/>
            </a:pPr>
            <a:r>
              <a:rPr lang="en-US" sz="900" dirty="0">
                <a:solidFill>
                  <a:srgbClr val="4B5563"/>
                </a:solidFill>
                <a:latin typeface="Pretendard" pitchFamily="34" charset="0"/>
                <a:ea typeface="Pretendard" pitchFamily="34" charset="-122"/>
                <a:cs typeface="Pretendard" pitchFamily="34" charset="-120"/>
              </a:rPr>
              <a:t>Solution 필드 확인</a:t>
            </a:r>
            <a:endParaRPr lang="en-US" sz="900" dirty="0"/>
          </a:p>
          <a:p>
            <a:pPr marL="0" indent="0">
              <a:lnSpc>
                <a:spcPct val="122000"/>
              </a:lnSpc>
              <a:buNone/>
            </a:pPr>
            <a:r>
              <a:rPr lang="en-US" sz="900" dirty="0">
                <a:solidFill>
                  <a:srgbClr val="4B5563"/>
                </a:solidFill>
                <a:latin typeface="Pretendard" pitchFamily="34" charset="0"/>
                <a:ea typeface="Pretendard" pitchFamily="34" charset="-122"/>
                <a:cs typeface="Pretendard" pitchFamily="34" charset="-120"/>
              </a:rPr>
              <a:t>· 인사말 문구 교체</a:t>
            </a:r>
            <a:endParaRPr lang="en-US" sz="900" dirty="0"/>
          </a:p>
        </p:txBody>
      </p:sp>
      <p:sp>
        <p:nvSpPr>
          <p:cNvPr id="25" name="step card">
            <a:extLst>
              <a:ext uri="{C183D7F6-B498-43B3-948B-1728B52AA6E4}">
                <adec:decorative xmlns:adec="http://schemas.microsoft.com/office/drawing/2017/decorative" val="1"/>
              </a:ext>
            </a:extLst>
          </p:cNvPr>
          <p:cNvSpPr/>
          <p:nvPr/>
        </p:nvSpPr>
        <p:spPr>
          <a:xfrm>
            <a:off x="5404104" y="2048256"/>
            <a:ext cx="1572768" cy="1700784"/>
          </a:xfrm>
          <a:prstGeom prst="rect">
            <a:avLst/>
          </a:prstGeom>
          <a:solidFill>
            <a:srgbClr val="FFFFFF"/>
          </a:solidFill>
          <a:ln w="12700">
            <a:solidFill>
              <a:srgbClr val="E5E7EB"/>
            </a:solidFill>
            <a:prstDash val="solid"/>
          </a:ln>
        </p:spPr>
        <p:txBody>
          <a:bodyPr/>
          <a:lstStyle/>
          <a:p>
            <a:endParaRPr lang="ko-KR" altLang="en-US"/>
          </a:p>
        </p:txBody>
      </p:sp>
      <p:sp>
        <p:nvSpPr>
          <p:cNvPr id="26" name="card rule">
            <a:extLst>
              <a:ext uri="{C183D7F6-B498-43B3-948B-1728B52AA6E4}">
                <adec:decorative xmlns:adec="http://schemas.microsoft.com/office/drawing/2017/decorative" val="1"/>
              </a:ext>
            </a:extLst>
          </p:cNvPr>
          <p:cNvSpPr/>
          <p:nvPr/>
        </p:nvSpPr>
        <p:spPr>
          <a:xfrm>
            <a:off x="5404104" y="2048256"/>
            <a:ext cx="1572768" cy="36576"/>
          </a:xfrm>
          <a:prstGeom prst="rect">
            <a:avLst/>
          </a:prstGeom>
          <a:solidFill>
            <a:srgbClr val="3B82F6"/>
          </a:solidFill>
          <a:ln w="12700">
            <a:solidFill>
              <a:srgbClr val="3B82F6"/>
            </a:solidFill>
            <a:prstDash val="solid"/>
          </a:ln>
        </p:spPr>
        <p:txBody>
          <a:bodyPr/>
          <a:lstStyle/>
          <a:p>
            <a:endParaRPr lang="ko-KR" altLang="en-US"/>
          </a:p>
        </p:txBody>
      </p:sp>
      <p:sp>
        <p:nvSpPr>
          <p:cNvPr id="27" name="Text 25"/>
          <p:cNvSpPr/>
          <p:nvPr/>
        </p:nvSpPr>
        <p:spPr>
          <a:xfrm>
            <a:off x="5568696" y="2212848"/>
            <a:ext cx="1243584" cy="256032"/>
          </a:xfrm>
          <a:prstGeom prst="rect">
            <a:avLst/>
          </a:prstGeom>
          <a:noFill/>
          <a:ln/>
        </p:spPr>
        <p:txBody>
          <a:bodyPr wrap="square" lIns="0" tIns="0" rIns="0" bIns="0" rtlCol="0" anchor="ctr"/>
          <a:lstStyle/>
          <a:p>
            <a:pPr marL="0" indent="0">
              <a:buNone/>
            </a:pPr>
            <a:r>
              <a:rPr lang="en-US" sz="1250" b="1" dirty="0">
                <a:solidFill>
                  <a:srgbClr val="1D4ED8"/>
                </a:solidFill>
                <a:latin typeface="Pretendard" pitchFamily="34" charset="0"/>
                <a:ea typeface="Pretendard" pitchFamily="34" charset="-122"/>
                <a:cs typeface="Pretendard" pitchFamily="34" charset="-120"/>
              </a:rPr>
              <a:t>4.4</a:t>
            </a:r>
            <a:endParaRPr lang="en-US" sz="1250" dirty="0"/>
          </a:p>
        </p:txBody>
      </p:sp>
      <p:sp>
        <p:nvSpPr>
          <p:cNvPr id="28" name="Text 26"/>
          <p:cNvSpPr/>
          <p:nvPr/>
        </p:nvSpPr>
        <p:spPr>
          <a:xfrm>
            <a:off x="5568696" y="2487168"/>
            <a:ext cx="1243584" cy="274320"/>
          </a:xfrm>
          <a:prstGeom prst="rect">
            <a:avLst/>
          </a:prstGeom>
          <a:noFill/>
          <a:ln/>
        </p:spPr>
        <p:txBody>
          <a:bodyPr wrap="square" lIns="0" tIns="0" rIns="0" bIns="0" rtlCol="0" anchor="t"/>
          <a:lstStyle/>
          <a:p>
            <a:pPr marL="0" indent="0">
              <a:buNone/>
            </a:pPr>
            <a:r>
              <a:rPr lang="en-US" sz="1150" b="1" dirty="0">
                <a:solidFill>
                  <a:srgbClr val="111827"/>
                </a:solidFill>
                <a:latin typeface="Pretendard" pitchFamily="34" charset="0"/>
                <a:ea typeface="Pretendard" pitchFamily="34" charset="-122"/>
                <a:cs typeface="Pretendard" pitchFamily="34" charset="-120"/>
              </a:rPr>
              <a:t>Preview 테스트</a:t>
            </a:r>
            <a:endParaRPr lang="en-US" sz="1150" dirty="0"/>
          </a:p>
        </p:txBody>
      </p:sp>
      <p:sp>
        <p:nvSpPr>
          <p:cNvPr id="29" name="Text 27"/>
          <p:cNvSpPr/>
          <p:nvPr/>
        </p:nvSpPr>
        <p:spPr>
          <a:xfrm>
            <a:off x="5568696" y="2798064"/>
            <a:ext cx="1243584" cy="841248"/>
          </a:xfrm>
          <a:prstGeom prst="rect">
            <a:avLst/>
          </a:prstGeom>
          <a:noFill/>
          <a:ln/>
        </p:spPr>
        <p:txBody>
          <a:bodyPr wrap="square" lIns="0" tIns="0" rIns="0" bIns="0" rtlCol="0" anchor="t"/>
          <a:lstStyle/>
          <a:p>
            <a:pPr marL="0" indent="0">
              <a:lnSpc>
                <a:spcPct val="122000"/>
              </a:lnSpc>
              <a:buNone/>
            </a:pPr>
            <a:r>
              <a:rPr lang="en-US" sz="900" dirty="0">
                <a:solidFill>
                  <a:srgbClr val="4B5563"/>
                </a:solidFill>
                <a:latin typeface="Pretendard" pitchFamily="34" charset="0"/>
                <a:ea typeface="Pretendard" pitchFamily="34" charset="-122"/>
                <a:cs typeface="Pretendard" pitchFamily="34" charset="-120"/>
              </a:rPr>
              <a:t>보증 확인 질문과 복합 질문으로</a:t>
            </a:r>
            <a:endParaRPr lang="en-US" sz="900" dirty="0"/>
          </a:p>
          <a:p>
            <a:pPr marL="0" indent="0">
              <a:lnSpc>
                <a:spcPct val="122000"/>
              </a:lnSpc>
              <a:buNone/>
            </a:pPr>
            <a:r>
              <a:rPr lang="en-US" sz="900" dirty="0">
                <a:solidFill>
                  <a:srgbClr val="4B5563"/>
                </a:solidFill>
                <a:latin typeface="Pretendard" pitchFamily="34" charset="0"/>
                <a:ea typeface="Pretendard" pitchFamily="34" charset="-122"/>
                <a:cs typeface="Pretendard" pitchFamily="34" charset="-120"/>
              </a:rPr>
              <a:t>응답과 인용 확인</a:t>
            </a:r>
            <a:endParaRPr lang="en-US" sz="900" dirty="0"/>
          </a:p>
        </p:txBody>
      </p:sp>
      <p:sp>
        <p:nvSpPr>
          <p:cNvPr id="30" name="step card">
            <a:extLst>
              <a:ext uri="{C183D7F6-B498-43B3-948B-1728B52AA6E4}">
                <adec:decorative xmlns:adec="http://schemas.microsoft.com/office/drawing/2017/decorative" val="1"/>
              </a:ext>
            </a:extLst>
          </p:cNvPr>
          <p:cNvSpPr/>
          <p:nvPr/>
        </p:nvSpPr>
        <p:spPr>
          <a:xfrm>
            <a:off x="7022592" y="2048256"/>
            <a:ext cx="1572768" cy="1700784"/>
          </a:xfrm>
          <a:prstGeom prst="rect">
            <a:avLst/>
          </a:prstGeom>
          <a:solidFill>
            <a:srgbClr val="FFFFFF"/>
          </a:solidFill>
          <a:ln w="12700">
            <a:solidFill>
              <a:srgbClr val="E5E7EB"/>
            </a:solidFill>
            <a:prstDash val="solid"/>
          </a:ln>
        </p:spPr>
        <p:txBody>
          <a:bodyPr/>
          <a:lstStyle/>
          <a:p>
            <a:endParaRPr lang="ko-KR" altLang="en-US"/>
          </a:p>
        </p:txBody>
      </p:sp>
      <p:sp>
        <p:nvSpPr>
          <p:cNvPr id="31" name="card rule">
            <a:extLst>
              <a:ext uri="{C183D7F6-B498-43B3-948B-1728B52AA6E4}">
                <adec:decorative xmlns:adec="http://schemas.microsoft.com/office/drawing/2017/decorative" val="1"/>
              </a:ext>
            </a:extLst>
          </p:cNvPr>
          <p:cNvSpPr/>
          <p:nvPr/>
        </p:nvSpPr>
        <p:spPr>
          <a:xfrm>
            <a:off x="7022592" y="2048256"/>
            <a:ext cx="1572768" cy="36576"/>
          </a:xfrm>
          <a:prstGeom prst="rect">
            <a:avLst/>
          </a:prstGeom>
          <a:solidFill>
            <a:srgbClr val="3B82F6"/>
          </a:solidFill>
          <a:ln w="12700">
            <a:solidFill>
              <a:srgbClr val="3B82F6"/>
            </a:solidFill>
            <a:prstDash val="solid"/>
          </a:ln>
        </p:spPr>
        <p:txBody>
          <a:bodyPr/>
          <a:lstStyle/>
          <a:p>
            <a:endParaRPr lang="ko-KR" altLang="en-US"/>
          </a:p>
        </p:txBody>
      </p:sp>
      <p:sp>
        <p:nvSpPr>
          <p:cNvPr id="32" name="Text 30"/>
          <p:cNvSpPr/>
          <p:nvPr/>
        </p:nvSpPr>
        <p:spPr>
          <a:xfrm>
            <a:off x="7187184" y="2212848"/>
            <a:ext cx="1243584" cy="256032"/>
          </a:xfrm>
          <a:prstGeom prst="rect">
            <a:avLst/>
          </a:prstGeom>
          <a:noFill/>
          <a:ln/>
        </p:spPr>
        <p:txBody>
          <a:bodyPr wrap="square" lIns="0" tIns="0" rIns="0" bIns="0" rtlCol="0" anchor="ctr"/>
          <a:lstStyle/>
          <a:p>
            <a:pPr marL="0" indent="0">
              <a:buNone/>
            </a:pPr>
            <a:r>
              <a:rPr lang="en-US" sz="1250" b="1" dirty="0">
                <a:solidFill>
                  <a:srgbClr val="1D4ED8"/>
                </a:solidFill>
                <a:latin typeface="Pretendard" pitchFamily="34" charset="0"/>
                <a:ea typeface="Pretendard" pitchFamily="34" charset="-122"/>
                <a:cs typeface="Pretendard" pitchFamily="34" charset="-120"/>
              </a:rPr>
              <a:t>4.5</a:t>
            </a:r>
            <a:endParaRPr lang="en-US" sz="1250" dirty="0"/>
          </a:p>
        </p:txBody>
      </p:sp>
      <p:sp>
        <p:nvSpPr>
          <p:cNvPr id="33" name="Text 31"/>
          <p:cNvSpPr/>
          <p:nvPr/>
        </p:nvSpPr>
        <p:spPr>
          <a:xfrm>
            <a:off x="7187184" y="2487168"/>
            <a:ext cx="1243584" cy="274320"/>
          </a:xfrm>
          <a:prstGeom prst="rect">
            <a:avLst/>
          </a:prstGeom>
          <a:noFill/>
          <a:ln/>
        </p:spPr>
        <p:txBody>
          <a:bodyPr wrap="square" lIns="0" tIns="0" rIns="0" bIns="0" rtlCol="0" anchor="t"/>
          <a:lstStyle/>
          <a:p>
            <a:pPr marL="0" indent="0">
              <a:buNone/>
            </a:pPr>
            <a:r>
              <a:rPr lang="en-US" sz="1150" b="1" dirty="0">
                <a:solidFill>
                  <a:srgbClr val="111827"/>
                </a:solidFill>
                <a:latin typeface="Pretendard" pitchFamily="34" charset="0"/>
                <a:ea typeface="Pretendard" pitchFamily="34" charset="-122"/>
                <a:cs typeface="Pretendard" pitchFamily="34" charset="-120"/>
              </a:rPr>
              <a:t>솔루션 검토</a:t>
            </a:r>
            <a:endParaRPr lang="en-US" sz="1150" dirty="0"/>
          </a:p>
        </p:txBody>
      </p:sp>
      <p:sp>
        <p:nvSpPr>
          <p:cNvPr id="34" name="Text 32"/>
          <p:cNvSpPr/>
          <p:nvPr/>
        </p:nvSpPr>
        <p:spPr>
          <a:xfrm>
            <a:off x="7187184" y="2798064"/>
            <a:ext cx="1243584" cy="841248"/>
          </a:xfrm>
          <a:prstGeom prst="rect">
            <a:avLst/>
          </a:prstGeom>
          <a:noFill/>
          <a:ln/>
        </p:spPr>
        <p:txBody>
          <a:bodyPr wrap="square" lIns="0" tIns="0" rIns="0" bIns="0" rtlCol="0" anchor="t"/>
          <a:lstStyle/>
          <a:p>
            <a:pPr marL="0" indent="0">
              <a:lnSpc>
                <a:spcPct val="122000"/>
              </a:lnSpc>
              <a:buNone/>
            </a:pPr>
            <a:r>
              <a:rPr lang="en-US" sz="900" dirty="0">
                <a:solidFill>
                  <a:srgbClr val="4B5563"/>
                </a:solidFill>
                <a:latin typeface="Pretendard" pitchFamily="34" charset="0"/>
                <a:ea typeface="Pretendard" pitchFamily="34" charset="-122"/>
                <a:cs typeface="Pretendard" pitchFamily="34" charset="-120"/>
              </a:rPr>
              <a:t>업로드 파일까지</a:t>
            </a:r>
            <a:endParaRPr lang="en-US" sz="900" dirty="0"/>
          </a:p>
          <a:p>
            <a:pPr marL="0" indent="0">
              <a:lnSpc>
                <a:spcPct val="122000"/>
              </a:lnSpc>
              <a:buNone/>
            </a:pPr>
            <a:r>
              <a:rPr lang="en-US" sz="900" dirty="0">
                <a:solidFill>
                  <a:srgbClr val="4B5563"/>
                </a:solidFill>
                <a:latin typeface="Pretendard" pitchFamily="34" charset="0"/>
                <a:ea typeface="Pretendard" pitchFamily="34" charset="-122"/>
                <a:cs typeface="Pretendard" pitchFamily="34" charset="-120"/>
              </a:rPr>
              <a:t>솔루션에 담겼는지 확인</a:t>
            </a:r>
            <a:endParaRPr lang="en-US" sz="900" dirty="0"/>
          </a:p>
        </p:txBody>
      </p:sp>
      <p:sp>
        <p:nvSpPr>
          <p:cNvPr id="35" name="prereq frame">
            <a:extLst>
              <a:ext uri="{C183D7F6-B498-43B3-948B-1728B52AA6E4}">
                <adec:decorative xmlns:adec="http://schemas.microsoft.com/office/drawing/2017/decorative" val="1"/>
              </a:ext>
            </a:extLst>
          </p:cNvPr>
          <p:cNvSpPr/>
          <p:nvPr/>
        </p:nvSpPr>
        <p:spPr>
          <a:xfrm>
            <a:off x="548640" y="3913632"/>
            <a:ext cx="3977640" cy="731520"/>
          </a:xfrm>
          <a:prstGeom prst="rect">
            <a:avLst/>
          </a:prstGeom>
          <a:solidFill>
            <a:srgbClr val="FFFFFF"/>
          </a:solidFill>
          <a:ln w="12700">
            <a:solidFill>
              <a:srgbClr val="E5E7EB"/>
            </a:solidFill>
            <a:prstDash val="solid"/>
          </a:ln>
        </p:spPr>
        <p:txBody>
          <a:bodyPr/>
          <a:lstStyle/>
          <a:p>
            <a:endParaRPr lang="ko-KR" altLang="en-US"/>
          </a:p>
        </p:txBody>
      </p:sp>
      <p:sp>
        <p:nvSpPr>
          <p:cNvPr id="36" name="Text 34"/>
          <p:cNvSpPr/>
          <p:nvPr/>
        </p:nvSpPr>
        <p:spPr>
          <a:xfrm>
            <a:off x="749808" y="3913632"/>
            <a:ext cx="3611880" cy="731520"/>
          </a:xfrm>
          <a:prstGeom prst="rect">
            <a:avLst/>
          </a:prstGeom>
          <a:noFill/>
          <a:ln/>
        </p:spPr>
        <p:txBody>
          <a:bodyPr wrap="square" lIns="0" tIns="0" rIns="0" bIns="0" rtlCol="0" anchor="ctr"/>
          <a:lstStyle/>
          <a:p>
            <a:pPr marL="0" indent="0">
              <a:lnSpc>
                <a:spcPct val="120000"/>
              </a:lnSpc>
              <a:buNone/>
            </a:pPr>
            <a:r>
              <a:rPr lang="en-US" sz="1000" b="1" dirty="0">
                <a:solidFill>
                  <a:srgbClr val="1D4ED8"/>
                </a:solidFill>
                <a:latin typeface="Pretendard" pitchFamily="34" charset="0"/>
                <a:ea typeface="Pretendard" pitchFamily="34" charset="-122"/>
                <a:cs typeface="Pretendard" pitchFamily="34" charset="-120"/>
              </a:rPr>
              <a:t>사전 요구 사항
</a:t>
            </a:r>
            <a:r>
              <a:rPr lang="en-US" sz="950" dirty="0">
                <a:solidFill>
                  <a:srgbClr val="4B5563"/>
                </a:solidFill>
                <a:latin typeface="Pretendard" pitchFamily="34" charset="0"/>
                <a:ea typeface="Pretendard" pitchFamily="34" charset="-122"/>
                <a:cs typeface="Pretendard" pitchFamily="34" charset="-120"/>
              </a:rPr>
              <a:t>New experience 토글 · 작업 03의 솔루션</a:t>
            </a:r>
            <a:endParaRPr lang="en-US" sz="1000" dirty="0"/>
          </a:p>
          <a:p>
            <a:pPr marL="0" indent="0">
              <a:lnSpc>
                <a:spcPct val="120000"/>
              </a:lnSpc>
              <a:buNone/>
            </a:pPr>
            <a:r>
              <a:rPr lang="en-US" sz="950" dirty="0">
                <a:solidFill>
                  <a:srgbClr val="4B5563"/>
                </a:solidFill>
                <a:latin typeface="Pretendard" pitchFamily="34" charset="0"/>
                <a:ea typeface="Pretendard" pitchFamily="34" charset="-122"/>
                <a:cs typeface="Pretendard" pitchFamily="34" charset="-120"/>
              </a:rPr>
              <a:t>Contoso IT SharePoint 등 지식 원본</a:t>
            </a:r>
            <a:endParaRPr lang="en-US" sz="1000" dirty="0"/>
          </a:p>
        </p:txBody>
      </p:sp>
      <p:sp>
        <p:nvSpPr>
          <p:cNvPr id="37" name="warning frame">
            <a:extLst>
              <a:ext uri="{C183D7F6-B498-43B3-948B-1728B52AA6E4}">
                <adec:decorative xmlns:adec="http://schemas.microsoft.com/office/drawing/2017/decorative" val="1"/>
              </a:ext>
            </a:extLst>
          </p:cNvPr>
          <p:cNvSpPr/>
          <p:nvPr/>
        </p:nvSpPr>
        <p:spPr>
          <a:xfrm>
            <a:off x="4617720" y="3913632"/>
            <a:ext cx="3977640" cy="731520"/>
          </a:xfrm>
          <a:prstGeom prst="rect">
            <a:avLst/>
          </a:prstGeom>
          <a:solidFill>
            <a:srgbClr val="F3F5F9"/>
          </a:solidFill>
          <a:ln w="12700">
            <a:solidFill>
              <a:srgbClr val="F3F5F9"/>
            </a:solidFill>
            <a:prstDash val="solid"/>
          </a:ln>
        </p:spPr>
        <p:txBody>
          <a:bodyPr/>
          <a:lstStyle/>
          <a:p>
            <a:endParaRPr lang="ko-KR" altLang="en-US"/>
          </a:p>
        </p:txBody>
      </p:sp>
      <p:sp>
        <p:nvSpPr>
          <p:cNvPr id="38" name="Text 36"/>
          <p:cNvSpPr/>
          <p:nvPr/>
        </p:nvSpPr>
        <p:spPr>
          <a:xfrm>
            <a:off x="4818888" y="3913632"/>
            <a:ext cx="3611880" cy="731520"/>
          </a:xfrm>
          <a:prstGeom prst="rect">
            <a:avLst/>
          </a:prstGeom>
          <a:noFill/>
          <a:ln/>
        </p:spPr>
        <p:txBody>
          <a:bodyPr wrap="square" lIns="0" tIns="0" rIns="0" bIns="0" rtlCol="0" anchor="ctr"/>
          <a:lstStyle/>
          <a:p>
            <a:pPr marL="0" indent="0">
              <a:lnSpc>
                <a:spcPct val="120000"/>
              </a:lnSpc>
              <a:buNone/>
            </a:pPr>
            <a:r>
              <a:rPr lang="en-US" sz="1000" b="1" dirty="0">
                <a:solidFill>
                  <a:srgbClr val="1D4ED8"/>
                </a:solidFill>
                <a:latin typeface="Pretendard" pitchFamily="34" charset="0"/>
                <a:ea typeface="Pretendard" pitchFamily="34" charset="-122"/>
                <a:cs typeface="Pretendard" pitchFamily="34" charset="-120"/>
              </a:rPr>
              <a:t>크레딧 주의
</a:t>
            </a:r>
            <a:r>
              <a:rPr lang="en-US" sz="950" dirty="0">
                <a:solidFill>
                  <a:srgbClr val="4B5563"/>
                </a:solidFill>
                <a:latin typeface="Pretendard" pitchFamily="34" charset="0"/>
                <a:ea typeface="Pretendard" pitchFamily="34" charset="-122"/>
                <a:cs typeface="Pretendard" pitchFamily="34" charset="-120"/>
              </a:rPr>
              <a:t>생성 단계부터 Copilot Credits를 소비합니다. 자연어 작성 · Preview · Evaluation은 소비, Build · Monitor 구성은 미소비</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a:extLst>
              <a:ext uri="{C183D7F6-B498-43B3-948B-1728B52AA6E4}">
                <adec:decorative xmlns:adec="http://schemas.microsoft.com/office/drawing/2017/decorative" val="1"/>
              </a:ext>
            </a:extLst>
          </p:cNvPr>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작업 완료</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에이전트가 만들어지고 그라운딩되었습니다</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04  ·  정리</a:t>
            </a:r>
            <a:endParaRPr lang="en-US" sz="950" dirty="0"/>
          </a:p>
        </p:txBody>
      </p:sp>
      <p:sp>
        <p:nvSpPr>
          <p:cNvPr id="7" name="check accent">
            <a:extLst>
              <a:ext uri="{C183D7F6-B498-43B3-948B-1728B52AA6E4}">
                <adec:decorative xmlns:adec="http://schemas.microsoft.com/office/drawing/2017/decorative" val="1"/>
              </a:ext>
            </a:extLst>
          </p:cNvPr>
          <p:cNvSpPr/>
          <p:nvPr/>
        </p:nvSpPr>
        <p:spPr>
          <a:xfrm>
            <a:off x="548640" y="1572768"/>
            <a:ext cx="45720" cy="548640"/>
          </a:xfrm>
          <a:prstGeom prst="rect">
            <a:avLst/>
          </a:prstGeom>
          <a:solidFill>
            <a:srgbClr val="3B82F6"/>
          </a:solidFill>
          <a:ln w="12700">
            <a:solidFill>
              <a:srgbClr val="3B82F6"/>
            </a:solidFill>
            <a:prstDash val="solid"/>
          </a:ln>
        </p:spPr>
        <p:txBody>
          <a:bodyPr/>
          <a:lstStyle/>
          <a:p>
            <a:endParaRPr lang="ko-KR" altLang="en-US"/>
          </a:p>
        </p:txBody>
      </p:sp>
      <p:sp>
        <p:nvSpPr>
          <p:cNvPr id="8" name="Text 6">
            <a:extLst>
              <a:ext uri="{C183D7F6-B498-43B3-948B-1728B52AA6E4}">
                <adec:decorative xmlns:adec="http://schemas.microsoft.com/office/drawing/2017/decorative" val="1"/>
              </a:ext>
            </a:extLst>
          </p:cNvPr>
          <p:cNvSpPr/>
          <p:nvPr/>
        </p:nvSpPr>
        <p:spPr>
          <a:xfrm>
            <a:off x="749808" y="1572768"/>
            <a:ext cx="5303520" cy="548640"/>
          </a:xfrm>
          <a:prstGeom prst="rect">
            <a:avLst/>
          </a:prstGeom>
          <a:noFill/>
          <a:ln/>
        </p:spPr>
        <p:txBody>
          <a:bodyPr wrap="square" lIns="0" tIns="0" rIns="0" bIns="0" rtlCol="0" anchor="ctr"/>
          <a:lstStyle/>
          <a:p>
            <a:pPr marL="0" indent="0">
              <a:lnSpc>
                <a:spcPct val="115000"/>
              </a:lnSpc>
              <a:buNone/>
            </a:pPr>
            <a:r>
              <a:rPr lang="en-US" sz="1200" b="1" dirty="0">
                <a:solidFill>
                  <a:srgbClr val="111827"/>
                </a:solidFill>
                <a:latin typeface="Pretendard" pitchFamily="34" charset="0"/>
                <a:ea typeface="Pretendard" pitchFamily="34" charset="-122"/>
                <a:cs typeface="Pretendard" pitchFamily="34" charset="-120"/>
              </a:rPr>
              <a:t>harness 에이전트 만들기   </a:t>
            </a:r>
            <a:r>
              <a:rPr lang="en-US" sz="1000" dirty="0">
                <a:solidFill>
                  <a:srgbClr val="4B5563"/>
                </a:solidFill>
                <a:latin typeface="Pretendard" pitchFamily="34" charset="0"/>
                <a:ea typeface="Pretendard" pitchFamily="34" charset="-122"/>
                <a:cs typeface="Pretendard" pitchFamily="34" charset="-120"/>
              </a:rPr>
              <a:t>GitHub Copilot harness로 첫 에이전트를 생성했습니다.</a:t>
            </a:r>
            <a:endParaRPr lang="en-US" sz="1200" dirty="0"/>
          </a:p>
        </p:txBody>
      </p:sp>
      <p:sp>
        <p:nvSpPr>
          <p:cNvPr id="9" name="check accent">
            <a:extLst>
              <a:ext uri="{C183D7F6-B498-43B3-948B-1728B52AA6E4}">
                <adec:decorative xmlns:adec="http://schemas.microsoft.com/office/drawing/2017/decorative" val="1"/>
              </a:ext>
            </a:extLst>
          </p:cNvPr>
          <p:cNvSpPr/>
          <p:nvPr/>
        </p:nvSpPr>
        <p:spPr>
          <a:xfrm>
            <a:off x="548640" y="2212848"/>
            <a:ext cx="45720" cy="548640"/>
          </a:xfrm>
          <a:prstGeom prst="rect">
            <a:avLst/>
          </a:prstGeom>
          <a:solidFill>
            <a:srgbClr val="3B82F6"/>
          </a:solidFill>
          <a:ln w="12700">
            <a:solidFill>
              <a:srgbClr val="3B82F6"/>
            </a:solidFill>
            <a:prstDash val="solid"/>
          </a:ln>
        </p:spPr>
        <p:txBody>
          <a:bodyPr/>
          <a:lstStyle/>
          <a:p>
            <a:endParaRPr lang="en-US"/>
          </a:p>
        </p:txBody>
      </p:sp>
      <p:sp>
        <p:nvSpPr>
          <p:cNvPr id="10" name="Text 8">
            <a:extLst>
              <a:ext uri="{C183D7F6-B498-43B3-948B-1728B52AA6E4}">
                <adec:decorative xmlns:adec="http://schemas.microsoft.com/office/drawing/2017/decorative" val="1"/>
              </a:ext>
            </a:extLst>
          </p:cNvPr>
          <p:cNvSpPr/>
          <p:nvPr/>
        </p:nvSpPr>
        <p:spPr>
          <a:xfrm>
            <a:off x="749808" y="2212848"/>
            <a:ext cx="5303520" cy="548640"/>
          </a:xfrm>
          <a:prstGeom prst="rect">
            <a:avLst/>
          </a:prstGeom>
          <a:noFill/>
          <a:ln/>
        </p:spPr>
        <p:txBody>
          <a:bodyPr wrap="square" lIns="0" tIns="0" rIns="0" bIns="0" rtlCol="0" anchor="ctr"/>
          <a:lstStyle/>
          <a:p>
            <a:pPr marL="0" indent="0">
              <a:lnSpc>
                <a:spcPct val="115000"/>
              </a:lnSpc>
              <a:buNone/>
            </a:pPr>
            <a:r>
              <a:rPr lang="en-US" sz="1200" b="1" dirty="0">
                <a:solidFill>
                  <a:srgbClr val="111827"/>
                </a:solidFill>
                <a:latin typeface="Pretendard" pitchFamily="34" charset="0"/>
                <a:ea typeface="Pretendard" pitchFamily="34" charset="-122"/>
                <a:cs typeface="Pretendard" pitchFamily="34" charset="-120"/>
              </a:rPr>
              <a:t>Instructions와 knowledge 구성   </a:t>
            </a:r>
            <a:r>
              <a:rPr lang="en-US" sz="1000" dirty="0">
                <a:solidFill>
                  <a:srgbClr val="4B5563"/>
                </a:solidFill>
                <a:latin typeface="Pretendard" pitchFamily="34" charset="0"/>
                <a:ea typeface="Pretendard" pitchFamily="34" charset="-122"/>
                <a:cs typeface="Pretendard" pitchFamily="34" charset="-120"/>
              </a:rPr>
              <a:t>동작을 정의하고 신뢰할 수 있는 원본에 연결했습니다.</a:t>
            </a:r>
            <a:endParaRPr lang="en-US" sz="1200" dirty="0"/>
          </a:p>
        </p:txBody>
      </p:sp>
      <p:sp>
        <p:nvSpPr>
          <p:cNvPr id="11" name="check accent">
            <a:extLst>
              <a:ext uri="{C183D7F6-B498-43B3-948B-1728B52AA6E4}">
                <adec:decorative xmlns:adec="http://schemas.microsoft.com/office/drawing/2017/decorative" val="1"/>
              </a:ext>
            </a:extLst>
          </p:cNvPr>
          <p:cNvSpPr/>
          <p:nvPr/>
        </p:nvSpPr>
        <p:spPr>
          <a:xfrm>
            <a:off x="548640" y="2852928"/>
            <a:ext cx="45720" cy="548640"/>
          </a:xfrm>
          <a:prstGeom prst="rect">
            <a:avLst/>
          </a:prstGeom>
          <a:solidFill>
            <a:srgbClr val="3B82F6"/>
          </a:solidFill>
          <a:ln w="12700">
            <a:solidFill>
              <a:srgbClr val="3B82F6"/>
            </a:solidFill>
            <a:prstDash val="solid"/>
          </a:ln>
        </p:spPr>
        <p:txBody>
          <a:bodyPr/>
          <a:lstStyle/>
          <a:p>
            <a:endParaRPr lang="en-US"/>
          </a:p>
        </p:txBody>
      </p:sp>
      <p:sp>
        <p:nvSpPr>
          <p:cNvPr id="12" name="Text 10">
            <a:extLst>
              <a:ext uri="{C183D7F6-B498-43B3-948B-1728B52AA6E4}">
                <adec:decorative xmlns:adec="http://schemas.microsoft.com/office/drawing/2017/decorative" val="1"/>
              </a:ext>
            </a:extLst>
          </p:cNvPr>
          <p:cNvSpPr/>
          <p:nvPr/>
        </p:nvSpPr>
        <p:spPr>
          <a:xfrm>
            <a:off x="749808" y="2852928"/>
            <a:ext cx="5303520" cy="548640"/>
          </a:xfrm>
          <a:prstGeom prst="rect">
            <a:avLst/>
          </a:prstGeom>
          <a:noFill/>
          <a:ln/>
        </p:spPr>
        <p:txBody>
          <a:bodyPr wrap="square" lIns="0" tIns="0" rIns="0" bIns="0" rtlCol="0" anchor="ctr"/>
          <a:lstStyle/>
          <a:p>
            <a:pPr marL="0" indent="0">
              <a:lnSpc>
                <a:spcPct val="115000"/>
              </a:lnSpc>
              <a:buNone/>
            </a:pPr>
            <a:r>
              <a:rPr lang="en-US" sz="1200" b="1" dirty="0">
                <a:solidFill>
                  <a:srgbClr val="111827"/>
                </a:solidFill>
                <a:latin typeface="Pretendard" pitchFamily="34" charset="0"/>
                <a:ea typeface="Pretendard" pitchFamily="34" charset="-122"/>
                <a:cs typeface="Pretendard" pitchFamily="34" charset="-120"/>
              </a:rPr>
              <a:t>에이전트를 솔루션에 추가   </a:t>
            </a:r>
            <a:r>
              <a:rPr lang="en-US" sz="1000" dirty="0">
                <a:solidFill>
                  <a:srgbClr val="4B5563"/>
                </a:solidFill>
                <a:latin typeface="Pretendard" pitchFamily="34" charset="0"/>
                <a:ea typeface="Pretendard" pitchFamily="34" charset="-122"/>
                <a:cs typeface="Pretendard" pitchFamily="34" charset="-120"/>
              </a:rPr>
              <a:t>구성 요소가 ALM 패키지 안에 담겼습니다.</a:t>
            </a:r>
            <a:endParaRPr lang="en-US" sz="1200" dirty="0"/>
          </a:p>
        </p:txBody>
      </p:sp>
      <p:sp>
        <p:nvSpPr>
          <p:cNvPr id="13" name="check accent">
            <a:extLst>
              <a:ext uri="{C183D7F6-B498-43B3-948B-1728B52AA6E4}">
                <adec:decorative xmlns:adec="http://schemas.microsoft.com/office/drawing/2017/decorative" val="1"/>
              </a:ext>
            </a:extLst>
          </p:cNvPr>
          <p:cNvSpPr/>
          <p:nvPr/>
        </p:nvSpPr>
        <p:spPr>
          <a:xfrm>
            <a:off x="548640" y="3493008"/>
            <a:ext cx="45720" cy="548640"/>
          </a:xfrm>
          <a:prstGeom prst="rect">
            <a:avLst/>
          </a:prstGeom>
          <a:solidFill>
            <a:srgbClr val="3B82F6"/>
          </a:solidFill>
          <a:ln w="12700">
            <a:solidFill>
              <a:srgbClr val="3B82F6"/>
            </a:solidFill>
            <a:prstDash val="solid"/>
          </a:ln>
        </p:spPr>
        <p:txBody>
          <a:bodyPr/>
          <a:lstStyle/>
          <a:p>
            <a:endParaRPr lang="ko-KR" altLang="en-US"/>
          </a:p>
        </p:txBody>
      </p:sp>
      <p:sp>
        <p:nvSpPr>
          <p:cNvPr id="14" name="Text 12"/>
          <p:cNvSpPr/>
          <p:nvPr/>
        </p:nvSpPr>
        <p:spPr>
          <a:xfrm>
            <a:off x="749808" y="3493008"/>
            <a:ext cx="5303520" cy="548640"/>
          </a:xfrm>
          <a:prstGeom prst="rect">
            <a:avLst/>
          </a:prstGeom>
          <a:noFill/>
          <a:ln/>
        </p:spPr>
        <p:txBody>
          <a:bodyPr wrap="square" lIns="0" tIns="0" rIns="0" bIns="0" rtlCol="0" anchor="ctr"/>
          <a:lstStyle/>
          <a:p>
            <a:pPr marL="0" indent="0">
              <a:lnSpc>
                <a:spcPct val="115000"/>
              </a:lnSpc>
              <a:buNone/>
            </a:pPr>
            <a:r>
              <a:rPr lang="en-US" sz="1200" b="1" dirty="0">
                <a:solidFill>
                  <a:srgbClr val="111827"/>
                </a:solidFill>
                <a:latin typeface="Pretendard" pitchFamily="34" charset="0"/>
                <a:ea typeface="Pretendard" pitchFamily="34" charset="-122"/>
                <a:cs typeface="Pretendard" pitchFamily="34" charset="-120"/>
              </a:rPr>
              <a:t>기준선 Preview 테스트   </a:t>
            </a:r>
            <a:r>
              <a:rPr lang="en-US" sz="1000" dirty="0">
                <a:solidFill>
                  <a:srgbClr val="4B5563"/>
                </a:solidFill>
                <a:latin typeface="Pretendard" pitchFamily="34" charset="0"/>
                <a:ea typeface="Pretendard" pitchFamily="34" charset="-122"/>
                <a:cs typeface="Pretendard" pitchFamily="34" charset="-120"/>
              </a:rPr>
              <a:t>인용과 함께 응답하는지 확인했습니다.</a:t>
            </a:r>
            <a:endParaRPr lang="en-US" sz="1200" dirty="0"/>
          </a:p>
        </p:txBody>
      </p:sp>
      <p:sp>
        <p:nvSpPr>
          <p:cNvPr id="15" name="next panel">
            <a:extLst>
              <a:ext uri="{C183D7F6-B498-43B3-948B-1728B52AA6E4}">
                <adec:decorative xmlns:adec="http://schemas.microsoft.com/office/drawing/2017/decorative" val="1"/>
              </a:ext>
            </a:extLst>
          </p:cNvPr>
          <p:cNvSpPr/>
          <p:nvPr/>
        </p:nvSpPr>
        <p:spPr>
          <a:xfrm>
            <a:off x="6126480" y="1572768"/>
            <a:ext cx="2468880" cy="1874520"/>
          </a:xfrm>
          <a:prstGeom prst="rect">
            <a:avLst/>
          </a:prstGeom>
          <a:solidFill>
            <a:srgbClr val="F3F5F9"/>
          </a:solidFill>
          <a:ln w="12700">
            <a:solidFill>
              <a:srgbClr val="F3F5F9"/>
            </a:solidFill>
            <a:prstDash val="solid"/>
          </a:ln>
        </p:spPr>
        <p:txBody>
          <a:bodyPr/>
          <a:lstStyle/>
          <a:p>
            <a:endParaRPr lang="ko-KR" altLang="en-US"/>
          </a:p>
        </p:txBody>
      </p:sp>
      <p:sp>
        <p:nvSpPr>
          <p:cNvPr id="16" name="Text 14"/>
          <p:cNvSpPr/>
          <p:nvPr/>
        </p:nvSpPr>
        <p:spPr>
          <a:xfrm>
            <a:off x="6355080" y="1783080"/>
            <a:ext cx="2011680" cy="237744"/>
          </a:xfrm>
          <a:prstGeom prst="rect">
            <a:avLst/>
          </a:prstGeom>
          <a:noFill/>
          <a:ln/>
        </p:spPr>
        <p:txBody>
          <a:bodyPr wrap="square" lIns="0" tIns="0" rIns="0" bIns="0" rtlCol="0" anchor="ctr"/>
          <a:lstStyle/>
          <a:p>
            <a:pPr marL="0" indent="0">
              <a:buNone/>
            </a:pPr>
            <a:r>
              <a:rPr lang="en-US" sz="1050" b="1" kern="0" spc="100" dirty="0">
                <a:solidFill>
                  <a:srgbClr val="1D4ED8"/>
                </a:solidFill>
                <a:latin typeface="Pretendard" pitchFamily="34" charset="0"/>
                <a:ea typeface="Pretendard" pitchFamily="34" charset="-122"/>
                <a:cs typeface="Pretendard" pitchFamily="34" charset="-120"/>
              </a:rPr>
              <a:t>다음 작업</a:t>
            </a:r>
            <a:endParaRPr lang="en-US" sz="1050" dirty="0"/>
          </a:p>
        </p:txBody>
      </p:sp>
      <p:sp>
        <p:nvSpPr>
          <p:cNvPr id="17" name="Text 15"/>
          <p:cNvSpPr/>
          <p:nvPr/>
        </p:nvSpPr>
        <p:spPr>
          <a:xfrm>
            <a:off x="6355080" y="2075688"/>
            <a:ext cx="2011680" cy="914400"/>
          </a:xfrm>
          <a:prstGeom prst="rect">
            <a:avLst/>
          </a:prstGeom>
          <a:noFill/>
          <a:ln/>
        </p:spPr>
        <p:txBody>
          <a:bodyPr wrap="square" lIns="0" tIns="0" rIns="0" bIns="0" rtlCol="0" anchor="ctr"/>
          <a:lstStyle/>
          <a:p>
            <a:pPr marL="0" indent="0">
              <a:lnSpc>
                <a:spcPct val="120000"/>
              </a:lnSpc>
              <a:buNone/>
            </a:pPr>
            <a:r>
              <a:rPr lang="en-US" sz="1350" b="1" dirty="0">
                <a:solidFill>
                  <a:srgbClr val="111827"/>
                </a:solidFill>
                <a:latin typeface="Pretendard" pitchFamily="34" charset="0"/>
                <a:ea typeface="Pretendard" pitchFamily="34" charset="-122"/>
                <a:cs typeface="Pretendard" pitchFamily="34" charset="-120"/>
              </a:rPr>
              <a:t>작업 05</a:t>
            </a:r>
            <a:endParaRPr lang="en-US" sz="1350" dirty="0"/>
          </a:p>
          <a:p>
            <a:pPr marL="0" indent="0">
              <a:lnSpc>
                <a:spcPct val="120000"/>
              </a:lnSpc>
              <a:buNone/>
            </a:pPr>
            <a:r>
              <a:rPr lang="en-US" sz="1350" b="1" dirty="0">
                <a:solidFill>
                  <a:srgbClr val="111827"/>
                </a:solidFill>
                <a:latin typeface="Pretendard" pitchFamily="34" charset="0"/>
                <a:ea typeface="Pretendard" pitchFamily="34" charset="-122"/>
                <a:cs typeface="Pretendard" pitchFamily="34" charset="-120"/>
              </a:rPr>
              <a:t>에이전트에</a:t>
            </a:r>
            <a:endParaRPr lang="en-US" sz="1350" dirty="0"/>
          </a:p>
          <a:p>
            <a:pPr marL="0" indent="0">
              <a:lnSpc>
                <a:spcPct val="120000"/>
              </a:lnSpc>
              <a:buNone/>
            </a:pPr>
            <a:r>
              <a:rPr lang="en-US" sz="1350" b="1" dirty="0">
                <a:solidFill>
                  <a:srgbClr val="111827"/>
                </a:solidFill>
                <a:latin typeface="Pretendard" pitchFamily="34" charset="0"/>
                <a:ea typeface="Pretendard" pitchFamily="34" charset="-122"/>
                <a:cs typeface="Pretendard" pitchFamily="34" charset="-120"/>
              </a:rPr>
              <a:t>도구 추가하기</a:t>
            </a:r>
            <a:endParaRPr lang="en-US" sz="1350" dirty="0"/>
          </a:p>
        </p:txBody>
      </p:sp>
      <p:sp>
        <p:nvSpPr>
          <p:cNvPr id="18" name="Text 16"/>
          <p:cNvSpPr/>
          <p:nvPr/>
        </p:nvSpPr>
        <p:spPr>
          <a:xfrm>
            <a:off x="6355080" y="2971800"/>
            <a:ext cx="2011680" cy="402336"/>
          </a:xfrm>
          <a:prstGeom prst="rect">
            <a:avLst/>
          </a:prstGeom>
          <a:noFill/>
          <a:ln/>
        </p:spPr>
        <p:txBody>
          <a:bodyPr wrap="square" lIns="0" tIns="0" rIns="0" bIns="0" rtlCol="0" anchor="ctr"/>
          <a:lstStyle/>
          <a:p>
            <a:pPr marL="0" indent="0">
              <a:lnSpc>
                <a:spcPct val="125000"/>
              </a:lnSpc>
              <a:buNone/>
            </a:pPr>
            <a:r>
              <a:rPr lang="en-US" sz="1000" dirty="0">
                <a:solidFill>
                  <a:srgbClr val="4B5563"/>
                </a:solidFill>
                <a:latin typeface="Pretendard" pitchFamily="34" charset="0"/>
                <a:ea typeface="Pretendard" pitchFamily="34" charset="-122"/>
                <a:cs typeface="Pretendard" pitchFamily="34" charset="-120"/>
              </a:rPr>
              <a:t>답변만 하던 에이전트가 행동하기 시작합니다.</a:t>
            </a:r>
            <a:endParaRPr lang="en-US" sz="1000" dirty="0"/>
          </a:p>
        </p:txBody>
      </p:sp>
      <p:sp>
        <p:nvSpPr>
          <p:cNvPr id="19" name="reference frame">
            <a:extLst>
              <a:ext uri="{C183D7F6-B498-43B3-948B-1728B52AA6E4}">
                <adec:decorative xmlns:adec="http://schemas.microsoft.com/office/drawing/2017/decorative" val="1"/>
              </a:ext>
            </a:extLst>
          </p:cNvPr>
          <p:cNvSpPr/>
          <p:nvPr/>
        </p:nvSpPr>
        <p:spPr>
          <a:xfrm>
            <a:off x="548640" y="3968496"/>
            <a:ext cx="8046720" cy="658368"/>
          </a:xfrm>
          <a:prstGeom prst="rect">
            <a:avLst/>
          </a:prstGeom>
          <a:solidFill>
            <a:srgbClr val="FFFFFF"/>
          </a:solidFill>
          <a:ln w="12700">
            <a:solidFill>
              <a:srgbClr val="E5E7EB"/>
            </a:solidFill>
            <a:prstDash val="solid"/>
          </a:ln>
        </p:spPr>
        <p:txBody>
          <a:bodyPr/>
          <a:lstStyle/>
          <a:p>
            <a:endParaRPr lang="ko-KR" altLang="en-US"/>
          </a:p>
        </p:txBody>
      </p:sp>
      <p:sp>
        <p:nvSpPr>
          <p:cNvPr id="20" name="Text 18"/>
          <p:cNvSpPr/>
          <p:nvPr/>
        </p:nvSpPr>
        <p:spPr>
          <a:xfrm>
            <a:off x="777240" y="3968496"/>
            <a:ext cx="7589520" cy="658368"/>
          </a:xfrm>
          <a:prstGeom prst="rect">
            <a:avLst/>
          </a:prstGeom>
          <a:noFill/>
          <a:ln/>
        </p:spPr>
        <p:txBody>
          <a:bodyPr wrap="square" lIns="0" tIns="0" rIns="0" bIns="0" rtlCol="0" anchor="ctr"/>
          <a:lstStyle/>
          <a:p>
            <a:pPr marL="0" indent="0">
              <a:buNone/>
            </a:pPr>
            <a:r>
              <a:rPr lang="en-US" sz="1050" b="1" dirty="0">
                <a:solidFill>
                  <a:srgbClr val="1D4ED8"/>
                </a:solidFill>
                <a:latin typeface="Pretendard" pitchFamily="34" charset="0"/>
                <a:ea typeface="Pretendard" pitchFamily="34" charset="-122"/>
                <a:cs typeface="Pretendard" pitchFamily="34" charset="-120"/>
              </a:rPr>
              <a:t>참고 자료   </a:t>
            </a:r>
            <a:r>
              <a:rPr lang="en-US" sz="1000" dirty="0">
                <a:solidFill>
                  <a:srgbClr val="4B5563"/>
                </a:solidFill>
                <a:latin typeface="Pretendard" pitchFamily="34" charset="0"/>
                <a:ea typeface="Pretendard" pitchFamily="34" charset="-122"/>
                <a:cs typeface="Pretendard" pitchFamily="34" charset="-120"/>
              </a:rPr>
              <a:t>에이전트 개요  ·  에이전트 시작하기  ·  에이전트 구축하기  ·  에이전트 세부 정보 및 지침 구성  ·  에이전트용 지식 개요</a:t>
            </a:r>
            <a:endParaRPr lang="en-US" sz="10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pic>
        <p:nvPicPr>
          <p:cNvPr id="2" name="Image 0" descr="도구 블록과 데이터 목록에 연결된 AI 에이전트 일러스트"/>
          <p:cNvPicPr>
            <a:picLocks noChangeAspect="1"/>
          </p:cNvPicPr>
          <p:nvPr/>
        </p:nvPicPr>
        <p:blipFill>
          <a:blip r:embed="rId3"/>
          <a:srcRect l="26416" r="26416"/>
          <a:stretch/>
        </p:blipFill>
        <p:spPr>
          <a:xfrm>
            <a:off x="4892040" y="0"/>
            <a:ext cx="4251960" cy="5143500"/>
          </a:xfrm>
          <a:prstGeom prst="rect">
            <a:avLst/>
          </a:prstGeom>
        </p:spPr>
      </p:pic>
      <p:sp>
        <p:nvSpPr>
          <p:cNvPr id="3" name="left accent">
            <a:extLst>
              <a:ext uri="{C183D7F6-B498-43B3-948B-1728B52AA6E4}">
                <adec:decorative xmlns:adec="http://schemas.microsoft.com/office/drawing/2017/decorative" val="1"/>
              </a:ext>
            </a:extLst>
          </p:cNvPr>
          <p:cNvSpPr/>
          <p:nvPr/>
        </p:nvSpPr>
        <p:spPr>
          <a:xfrm>
            <a:off x="0" y="0"/>
            <a:ext cx="82296" cy="5143500"/>
          </a:xfrm>
          <a:prstGeom prst="rect">
            <a:avLst/>
          </a:prstGeom>
          <a:solidFill>
            <a:srgbClr val="1D4ED8"/>
          </a:solidFill>
          <a:ln w="12700">
            <a:solidFill>
              <a:srgbClr val="1D4ED8"/>
            </a:solidFill>
            <a:prstDash val="solid"/>
          </a:ln>
        </p:spPr>
        <p:txBody>
          <a:bodyPr/>
          <a:lstStyle/>
          <a:p>
            <a:endParaRPr lang="en-US"/>
          </a:p>
        </p:txBody>
      </p:sp>
      <p:sp>
        <p:nvSpPr>
          <p:cNvPr id="4" name="Text 1"/>
          <p:cNvSpPr/>
          <p:nvPr/>
        </p:nvSpPr>
        <p:spPr>
          <a:xfrm>
            <a:off x="640080" y="914400"/>
            <a:ext cx="4023360" cy="256032"/>
          </a:xfrm>
          <a:prstGeom prst="rect">
            <a:avLst/>
          </a:prstGeom>
          <a:noFill/>
          <a:ln/>
        </p:spPr>
        <p:txBody>
          <a:bodyPr wrap="square" lIns="0" tIns="0" rIns="0" bIns="0" rtlCol="0" anchor="ctr"/>
          <a:lstStyle/>
          <a:p>
            <a:pPr marL="0" indent="0">
              <a:buNone/>
            </a:pPr>
            <a:endParaRPr lang="en-US" sz="1050" dirty="0"/>
          </a:p>
        </p:txBody>
      </p:sp>
      <p:sp>
        <p:nvSpPr>
          <p:cNvPr id="5" name="Text 2">
            <a:extLst>
              <a:ext uri="{C183D7F6-B498-43B3-948B-1728B52AA6E4}">
                <adec:decorative xmlns:adec="http://schemas.microsoft.com/office/drawing/2017/decorative" val="1"/>
              </a:ext>
            </a:extLst>
          </p:cNvPr>
          <p:cNvSpPr/>
          <p:nvPr/>
        </p:nvSpPr>
        <p:spPr>
          <a:xfrm>
            <a:off x="640080" y="1261872"/>
            <a:ext cx="4023360" cy="457200"/>
          </a:xfrm>
          <a:prstGeom prst="rect">
            <a:avLst/>
          </a:prstGeom>
          <a:noFill/>
          <a:ln/>
        </p:spPr>
        <p:txBody>
          <a:bodyPr wrap="square" lIns="0" tIns="0" rIns="0" bIns="0" rtlCol="0" anchor="ctr"/>
          <a:lstStyle/>
          <a:p>
            <a:pPr marL="0" indent="0">
              <a:buNone/>
            </a:pPr>
            <a:r>
              <a:rPr lang="en-US" sz="1500" b="1" dirty="0">
                <a:solidFill>
                  <a:srgbClr val="6B7280"/>
                </a:solidFill>
                <a:latin typeface="Pretendard" pitchFamily="34" charset="0"/>
                <a:ea typeface="Pretendard" pitchFamily="34" charset="-122"/>
                <a:cs typeface="Pretendard" pitchFamily="34" charset="-120"/>
              </a:rPr>
              <a:t>작업 05</a:t>
            </a:r>
            <a:endParaRPr lang="en-US" sz="1500" dirty="0"/>
          </a:p>
        </p:txBody>
      </p:sp>
      <p:sp>
        <p:nvSpPr>
          <p:cNvPr id="6" name="Text 3"/>
          <p:cNvSpPr/>
          <p:nvPr/>
        </p:nvSpPr>
        <p:spPr>
          <a:xfrm>
            <a:off x="640080" y="1627632"/>
            <a:ext cx="4206240" cy="1005840"/>
          </a:xfrm>
          <a:prstGeom prst="rect">
            <a:avLst/>
          </a:prstGeom>
          <a:noFill/>
          <a:ln/>
        </p:spPr>
        <p:txBody>
          <a:bodyPr wrap="square" lIns="0" tIns="0" rIns="0" bIns="0" rtlCol="0" anchor="t"/>
          <a:lstStyle/>
          <a:p>
            <a:pPr marL="0" indent="0">
              <a:lnSpc>
                <a:spcPct val="115000"/>
              </a:lnSpc>
              <a:buNone/>
            </a:pPr>
            <a:r>
              <a:rPr lang="en-US" sz="3200" b="1" dirty="0">
                <a:solidFill>
                  <a:srgbClr val="111827"/>
                </a:solidFill>
                <a:latin typeface="Pretendard" pitchFamily="34" charset="0"/>
                <a:ea typeface="Pretendard" pitchFamily="34" charset="-122"/>
                <a:cs typeface="Pretendard" pitchFamily="34" charset="-120"/>
              </a:rPr>
              <a:t>에이전트에</a:t>
            </a:r>
            <a:endParaRPr lang="en-US" sz="3200" dirty="0"/>
          </a:p>
          <a:p>
            <a:pPr marL="0" indent="0">
              <a:lnSpc>
                <a:spcPct val="115000"/>
              </a:lnSpc>
              <a:buNone/>
            </a:pPr>
            <a:r>
              <a:rPr lang="en-US" sz="3200" b="1" dirty="0">
                <a:solidFill>
                  <a:srgbClr val="111827"/>
                </a:solidFill>
                <a:latin typeface="Pretendard" pitchFamily="34" charset="0"/>
                <a:ea typeface="Pretendard" pitchFamily="34" charset="-122"/>
                <a:cs typeface="Pretendard" pitchFamily="34" charset="-120"/>
              </a:rPr>
              <a:t>도구 추가하기</a:t>
            </a:r>
            <a:endParaRPr lang="en-US" sz="3200" dirty="0"/>
          </a:p>
        </p:txBody>
      </p:sp>
      <p:sp>
        <p:nvSpPr>
          <p:cNvPr id="7" name="rule">
            <a:extLst>
              <a:ext uri="{C183D7F6-B498-43B3-948B-1728B52AA6E4}">
                <adec:decorative xmlns:adec="http://schemas.microsoft.com/office/drawing/2017/decorative" val="1"/>
              </a:ext>
            </a:extLst>
          </p:cNvPr>
          <p:cNvSpPr/>
          <p:nvPr/>
        </p:nvSpPr>
        <p:spPr>
          <a:xfrm>
            <a:off x="640080" y="2743200"/>
            <a:ext cx="822960" cy="32004"/>
          </a:xfrm>
          <a:prstGeom prst="rect">
            <a:avLst/>
          </a:prstGeom>
          <a:solidFill>
            <a:srgbClr val="1D4ED8"/>
          </a:solidFill>
          <a:ln w="12700">
            <a:solidFill>
              <a:srgbClr val="1D4ED8"/>
            </a:solidFill>
            <a:prstDash val="solid"/>
          </a:ln>
        </p:spPr>
        <p:txBody>
          <a:bodyPr/>
          <a:lstStyle/>
          <a:p>
            <a:endParaRPr lang="ko-KR" altLang="en-US"/>
          </a:p>
        </p:txBody>
      </p:sp>
      <p:sp>
        <p:nvSpPr>
          <p:cNvPr id="8" name="Text 5">
            <a:extLst>
              <a:ext uri="{C183D7F6-B498-43B3-948B-1728B52AA6E4}">
                <adec:decorative xmlns:adec="http://schemas.microsoft.com/office/drawing/2017/decorative" val="1"/>
              </a:ext>
            </a:extLst>
          </p:cNvPr>
          <p:cNvSpPr/>
          <p:nvPr/>
        </p:nvSpPr>
        <p:spPr>
          <a:xfrm>
            <a:off x="640080" y="2944368"/>
            <a:ext cx="4023360" cy="640080"/>
          </a:xfrm>
          <a:prstGeom prst="rect">
            <a:avLst/>
          </a:prstGeom>
          <a:noFill/>
          <a:ln/>
        </p:spPr>
        <p:txBody>
          <a:bodyPr wrap="square" lIns="0" tIns="0" rIns="0" bIns="0" rtlCol="0" anchor="ctr"/>
          <a:lstStyle/>
          <a:p>
            <a:pPr marL="0" indent="0">
              <a:lnSpc>
                <a:spcPct val="130000"/>
              </a:lnSpc>
              <a:buNone/>
            </a:pPr>
            <a:r>
              <a:rPr lang="en-US" sz="1300" dirty="0">
                <a:solidFill>
                  <a:srgbClr val="4B5563"/>
                </a:solidFill>
                <a:latin typeface="Pretendard" pitchFamily="34" charset="0"/>
                <a:ea typeface="Pretendard" pitchFamily="34" charset="-122"/>
                <a:cs typeface="Pretendard" pitchFamily="34" charset="-120"/>
              </a:rPr>
              <a:t>답변하던 에이전트가</a:t>
            </a:r>
            <a:endParaRPr lang="en-US" sz="1300" dirty="0"/>
          </a:p>
          <a:p>
            <a:pPr marL="0" indent="0">
              <a:lnSpc>
                <a:spcPct val="130000"/>
              </a:lnSpc>
              <a:buNone/>
            </a:pPr>
            <a:r>
              <a:rPr lang="en-US" sz="1300" dirty="0">
                <a:solidFill>
                  <a:srgbClr val="4B5563"/>
                </a:solidFill>
                <a:latin typeface="Pretendard" pitchFamily="34" charset="0"/>
                <a:ea typeface="Pretendard" pitchFamily="34" charset="-122"/>
                <a:cs typeface="Pretendard" pitchFamily="34" charset="-120"/>
              </a:rPr>
              <a:t>실시간 데이터로 행동하기 시작합니다.</a:t>
            </a:r>
            <a:endParaRPr lang="en-US" sz="1300" dirty="0"/>
          </a:p>
        </p:txBody>
      </p:sp>
      <p:sp>
        <p:nvSpPr>
          <p:cNvPr id="9" name="Text 6"/>
          <p:cNvSpPr/>
          <p:nvPr/>
        </p:nvSpPr>
        <p:spPr>
          <a:xfrm>
            <a:off x="640080" y="3931920"/>
            <a:ext cx="1920240" cy="219456"/>
          </a:xfrm>
          <a:prstGeom prst="rect">
            <a:avLst/>
          </a:prstGeom>
          <a:noFill/>
          <a:ln/>
        </p:spPr>
        <p:txBody>
          <a:bodyPr wrap="square" lIns="0" tIns="0" rIns="0" bIns="0" rtlCol="0" anchor="ctr"/>
          <a:lstStyle/>
          <a:p>
            <a:pPr marL="0" indent="0">
              <a:buNone/>
            </a:pPr>
            <a:r>
              <a:rPr lang="en-US" sz="950" b="1" dirty="0">
                <a:solidFill>
                  <a:srgbClr val="1D4ED8"/>
                </a:solidFill>
                <a:latin typeface="Pretendard" pitchFamily="34" charset="0"/>
                <a:ea typeface="Pretendard" pitchFamily="34" charset="-122"/>
                <a:cs typeface="Pretendard" pitchFamily="34" charset="-120"/>
              </a:rPr>
              <a:t>선행 작업</a:t>
            </a:r>
            <a:endParaRPr lang="en-US" sz="950" dirty="0"/>
          </a:p>
        </p:txBody>
      </p:sp>
      <p:sp>
        <p:nvSpPr>
          <p:cNvPr id="10" name="Text 7">
            <a:extLst>
              <a:ext uri="{C183D7F6-B498-43B3-948B-1728B52AA6E4}">
                <adec:decorative xmlns:adec="http://schemas.microsoft.com/office/drawing/2017/decorative" val="1"/>
              </a:ext>
            </a:extLst>
          </p:cNvPr>
          <p:cNvSpPr/>
          <p:nvPr/>
        </p:nvSpPr>
        <p:spPr>
          <a:xfrm>
            <a:off x="640080" y="4169664"/>
            <a:ext cx="1920240" cy="457200"/>
          </a:xfrm>
          <a:prstGeom prst="rect">
            <a:avLst/>
          </a:prstGeom>
          <a:noFill/>
          <a:ln/>
        </p:spPr>
        <p:txBody>
          <a:bodyPr wrap="square" lIns="0" tIns="0" rIns="0" bIns="0" rtlCol="0" anchor="ctr"/>
          <a:lstStyle/>
          <a:p>
            <a:pPr marL="0" indent="0">
              <a:lnSpc>
                <a:spcPct val="120000"/>
              </a:lnSpc>
              <a:buNone/>
            </a:pPr>
            <a:r>
              <a:rPr lang="en-US" sz="1050" dirty="0">
                <a:solidFill>
                  <a:srgbClr val="4B5563"/>
                </a:solidFill>
                <a:latin typeface="Pretendard" pitchFamily="34" charset="0"/>
                <a:ea typeface="Pretendard" pitchFamily="34" charset="-122"/>
                <a:cs typeface="Pretendard" pitchFamily="34" charset="-120"/>
              </a:rPr>
              <a:t>작업 04 · 에이전트 구축 완료</a:t>
            </a:r>
            <a:endParaRPr lang="en-US" sz="1050" dirty="0"/>
          </a:p>
        </p:txBody>
      </p:sp>
      <p:sp>
        <p:nvSpPr>
          <p:cNvPr id="11" name="Text 8">
            <a:extLst>
              <a:ext uri="{C183D7F6-B498-43B3-948B-1728B52AA6E4}">
                <adec:decorative xmlns:adec="http://schemas.microsoft.com/office/drawing/2017/decorative" val="1"/>
              </a:ext>
            </a:extLst>
          </p:cNvPr>
          <p:cNvSpPr/>
          <p:nvPr/>
        </p:nvSpPr>
        <p:spPr>
          <a:xfrm>
            <a:off x="2743200" y="3931920"/>
            <a:ext cx="1920240" cy="219456"/>
          </a:xfrm>
          <a:prstGeom prst="rect">
            <a:avLst/>
          </a:prstGeom>
          <a:noFill/>
          <a:ln/>
        </p:spPr>
        <p:txBody>
          <a:bodyPr wrap="square" lIns="0" tIns="0" rIns="0" bIns="0" rtlCol="0" anchor="ctr"/>
          <a:lstStyle/>
          <a:p>
            <a:pPr marL="0" indent="0">
              <a:buNone/>
            </a:pPr>
            <a:r>
              <a:rPr lang="en-US" sz="950" b="1" dirty="0">
                <a:solidFill>
                  <a:srgbClr val="1D4ED8"/>
                </a:solidFill>
                <a:latin typeface="Pretendard" pitchFamily="34" charset="0"/>
                <a:ea typeface="Pretendard" pitchFamily="34" charset="-122"/>
                <a:cs typeface="Pretendard" pitchFamily="34" charset="-120"/>
              </a:rPr>
              <a:t>이 작업의 성격</a:t>
            </a:r>
            <a:endParaRPr lang="en-US" sz="950" dirty="0"/>
          </a:p>
        </p:txBody>
      </p:sp>
      <p:sp>
        <p:nvSpPr>
          <p:cNvPr id="12" name="Text 9">
            <a:extLst>
              <a:ext uri="{C183D7F6-B498-43B3-948B-1728B52AA6E4}">
                <adec:decorative xmlns:adec="http://schemas.microsoft.com/office/drawing/2017/decorative" val="1"/>
              </a:ext>
            </a:extLst>
          </p:cNvPr>
          <p:cNvSpPr/>
          <p:nvPr/>
        </p:nvSpPr>
        <p:spPr>
          <a:xfrm>
            <a:off x="2743200" y="4169664"/>
            <a:ext cx="1920240" cy="457200"/>
          </a:xfrm>
          <a:prstGeom prst="rect">
            <a:avLst/>
          </a:prstGeom>
          <a:noFill/>
          <a:ln/>
        </p:spPr>
        <p:txBody>
          <a:bodyPr wrap="square" lIns="0" tIns="0" rIns="0" bIns="0" rtlCol="0" anchor="ctr"/>
          <a:lstStyle/>
          <a:p>
            <a:pPr marL="0" indent="0">
              <a:lnSpc>
                <a:spcPct val="120000"/>
              </a:lnSpc>
              <a:buNone/>
            </a:pPr>
            <a:r>
              <a:rPr lang="en-US" sz="1050" dirty="0">
                <a:solidFill>
                  <a:srgbClr val="4B5563"/>
                </a:solidFill>
                <a:latin typeface="Pretendard" pitchFamily="34" charset="0"/>
                <a:ea typeface="Pretendard" pitchFamily="34" charset="-122"/>
                <a:cs typeface="Pretendard" pitchFamily="34" charset="-120"/>
              </a:rPr>
              <a:t>첫 커넥터 도구를 연결합니다</a:t>
            </a:r>
            <a:endParaRPr lang="en-US" sz="10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작업 브리핑</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이 작업을 마치면 할 수 있는 것</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ko-KR" alt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05  ·  학습 목표</a:t>
            </a:r>
            <a:endParaRPr lang="en-US" sz="950" dirty="0"/>
          </a:p>
        </p:txBody>
      </p:sp>
      <p:sp>
        <p:nvSpPr>
          <p:cNvPr id="7" name="key message band">
            <a:extLst>
              <a:ext uri="{C183D7F6-B498-43B3-948B-1728B52AA6E4}">
                <adec:decorative xmlns:adec="http://schemas.microsoft.com/office/drawing/2017/decorative" val="1"/>
              </a:ext>
            </a:extLst>
          </p:cNvPr>
          <p:cNvSpPr/>
          <p:nvPr/>
        </p:nvSpPr>
        <p:spPr>
          <a:xfrm>
            <a:off x="548640" y="1417320"/>
            <a:ext cx="8046720" cy="566928"/>
          </a:xfrm>
          <a:prstGeom prst="rect">
            <a:avLst/>
          </a:prstGeom>
          <a:solidFill>
            <a:srgbClr val="F3F5F9"/>
          </a:solidFill>
          <a:ln w="12700">
            <a:solidFill>
              <a:srgbClr val="F3F5F9"/>
            </a:solidFill>
            <a:prstDash val="solid"/>
          </a:ln>
        </p:spPr>
        <p:txBody>
          <a:bodyPr/>
          <a:lstStyle/>
          <a:p>
            <a:endParaRPr lang="ko-KR" altLang="en-US"/>
          </a:p>
        </p:txBody>
      </p:sp>
      <p:sp>
        <p:nvSpPr>
          <p:cNvPr id="8" name="accent bar">
            <a:extLst>
              <a:ext uri="{C183D7F6-B498-43B3-948B-1728B52AA6E4}">
                <adec:decorative xmlns:adec="http://schemas.microsoft.com/office/drawing/2017/decorative" val="1"/>
              </a:ext>
            </a:extLst>
          </p:cNvPr>
          <p:cNvSpPr/>
          <p:nvPr/>
        </p:nvSpPr>
        <p:spPr>
          <a:xfrm>
            <a:off x="548640" y="1417320"/>
            <a:ext cx="50292" cy="566928"/>
          </a:xfrm>
          <a:prstGeom prst="rect">
            <a:avLst/>
          </a:prstGeom>
          <a:solidFill>
            <a:srgbClr val="1D4ED8"/>
          </a:solidFill>
          <a:ln w="12700">
            <a:solidFill>
              <a:srgbClr val="1D4ED8"/>
            </a:solidFill>
            <a:prstDash val="solid"/>
          </a:ln>
        </p:spPr>
        <p:txBody>
          <a:bodyPr/>
          <a:lstStyle/>
          <a:p>
            <a:endParaRPr lang="ko-KR" altLang="en-US"/>
          </a:p>
        </p:txBody>
      </p:sp>
      <p:sp>
        <p:nvSpPr>
          <p:cNvPr id="9" name="Text 7"/>
          <p:cNvSpPr/>
          <p:nvPr/>
        </p:nvSpPr>
        <p:spPr>
          <a:xfrm>
            <a:off x="749808" y="1417320"/>
            <a:ext cx="7680960" cy="566928"/>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도구를 잘 고르는 것은 결국 이름과 설명을 잘 짓는 일입니다.</a:t>
            </a:r>
            <a:endParaRPr lang="en-US" sz="1350" dirty="0"/>
          </a:p>
        </p:txBody>
      </p:sp>
      <p:sp>
        <p:nvSpPr>
          <p:cNvPr id="10" name="objective card">
            <a:extLst>
              <a:ext uri="{C183D7F6-B498-43B3-948B-1728B52AA6E4}">
                <adec:decorative xmlns:adec="http://schemas.microsoft.com/office/drawing/2017/decorative" val="1"/>
              </a:ext>
            </a:extLst>
          </p:cNvPr>
          <p:cNvSpPr/>
          <p:nvPr/>
        </p:nvSpPr>
        <p:spPr>
          <a:xfrm>
            <a:off x="548640" y="2331720"/>
            <a:ext cx="1572768" cy="2011680"/>
          </a:xfrm>
          <a:prstGeom prst="rect">
            <a:avLst/>
          </a:prstGeom>
          <a:solidFill>
            <a:srgbClr val="FFFFFF"/>
          </a:solidFill>
          <a:ln w="12700">
            <a:solidFill>
              <a:srgbClr val="E5E7EB"/>
            </a:solidFill>
            <a:prstDash val="solid"/>
          </a:ln>
        </p:spPr>
        <p:txBody>
          <a:bodyPr/>
          <a:lstStyle/>
          <a:p>
            <a:endParaRPr lang="ko-KR" altLang="en-US"/>
          </a:p>
        </p:txBody>
      </p:sp>
      <p:sp>
        <p:nvSpPr>
          <p:cNvPr id="11" name="card rule">
            <a:extLst>
              <a:ext uri="{C183D7F6-B498-43B3-948B-1728B52AA6E4}">
                <adec:decorative xmlns:adec="http://schemas.microsoft.com/office/drawing/2017/decorative" val="1"/>
              </a:ext>
            </a:extLst>
          </p:cNvPr>
          <p:cNvSpPr/>
          <p:nvPr/>
        </p:nvSpPr>
        <p:spPr>
          <a:xfrm>
            <a:off x="548640" y="2331720"/>
            <a:ext cx="1572768" cy="36576"/>
          </a:xfrm>
          <a:prstGeom prst="rect">
            <a:avLst/>
          </a:prstGeom>
          <a:solidFill>
            <a:srgbClr val="3B82F6"/>
          </a:solidFill>
          <a:ln w="12700">
            <a:solidFill>
              <a:srgbClr val="3B82F6"/>
            </a:solidFill>
            <a:prstDash val="solid"/>
          </a:ln>
        </p:spPr>
        <p:txBody>
          <a:bodyPr/>
          <a:lstStyle/>
          <a:p>
            <a:endParaRPr lang="en-US"/>
          </a:p>
        </p:txBody>
      </p:sp>
      <p:sp>
        <p:nvSpPr>
          <p:cNvPr id="12" name="Text 10">
            <a:extLst>
              <a:ext uri="{C183D7F6-B498-43B3-948B-1728B52AA6E4}">
                <adec:decorative xmlns:adec="http://schemas.microsoft.com/office/drawing/2017/decorative" val="1"/>
              </a:ext>
            </a:extLst>
          </p:cNvPr>
          <p:cNvSpPr/>
          <p:nvPr/>
        </p:nvSpPr>
        <p:spPr>
          <a:xfrm>
            <a:off x="731520" y="2514600"/>
            <a:ext cx="1207008"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01</a:t>
            </a:r>
            <a:endParaRPr lang="en-US" sz="1300" dirty="0"/>
          </a:p>
        </p:txBody>
      </p:sp>
      <p:sp>
        <p:nvSpPr>
          <p:cNvPr id="13" name="Text 11">
            <a:extLst>
              <a:ext uri="{C183D7F6-B498-43B3-948B-1728B52AA6E4}">
                <adec:decorative xmlns:adec="http://schemas.microsoft.com/office/drawing/2017/decorative" val="1"/>
              </a:ext>
            </a:extLst>
          </p:cNvPr>
          <p:cNvSpPr/>
          <p:nvPr/>
        </p:nvSpPr>
        <p:spPr>
          <a:xfrm>
            <a:off x="731520" y="2798064"/>
            <a:ext cx="1207008" cy="310896"/>
          </a:xfrm>
          <a:prstGeom prst="rect">
            <a:avLst/>
          </a:prstGeom>
          <a:noFill/>
          <a:ln/>
        </p:spPr>
        <p:txBody>
          <a:bodyPr wrap="square" lIns="0" tIns="0" rIns="0" bIns="0" rtlCol="0" anchor="t"/>
          <a:lstStyle/>
          <a:p>
            <a:pPr marL="0" indent="0">
              <a:lnSpc>
                <a:spcPct val="115000"/>
              </a:lnSpc>
              <a:buNone/>
            </a:pPr>
            <a:r>
              <a:rPr lang="en-US" sz="1250" b="1" dirty="0">
                <a:solidFill>
                  <a:srgbClr val="111827"/>
                </a:solidFill>
                <a:latin typeface="Pretendard" pitchFamily="34" charset="0"/>
                <a:ea typeface="Pretendard" pitchFamily="34" charset="-122"/>
                <a:cs typeface="Pretendard" pitchFamily="34" charset="-120"/>
              </a:rPr>
              <a:t>Topics 대신</a:t>
            </a:r>
            <a:endParaRPr lang="en-US" sz="1250" dirty="0"/>
          </a:p>
        </p:txBody>
      </p:sp>
      <p:sp>
        <p:nvSpPr>
          <p:cNvPr id="14" name="Text 12">
            <a:extLst>
              <a:ext uri="{C183D7F6-B498-43B3-948B-1728B52AA6E4}">
                <adec:decorative xmlns:adec="http://schemas.microsoft.com/office/drawing/2017/decorative" val="1"/>
              </a:ext>
            </a:extLst>
          </p:cNvPr>
          <p:cNvSpPr/>
          <p:nvPr/>
        </p:nvSpPr>
        <p:spPr>
          <a:xfrm>
            <a:off x="731520" y="3163824"/>
            <a:ext cx="1207008" cy="1005840"/>
          </a:xfrm>
          <a:prstGeom prst="rect">
            <a:avLst/>
          </a:prstGeom>
          <a:noFill/>
          <a:ln/>
        </p:spPr>
        <p:txBody>
          <a:bodyPr wrap="square" lIns="0" tIns="0" rIns="0" bIns="0" rtlCol="0" anchor="t"/>
          <a:lstStyle/>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instructions와 tools를</a:t>
            </a:r>
            <a:endParaRPr lang="en-US" sz="950" dirty="0"/>
          </a:p>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쓰는 이유</a:t>
            </a:r>
            <a:endParaRPr lang="en-US" sz="950" dirty="0"/>
          </a:p>
        </p:txBody>
      </p:sp>
      <p:sp>
        <p:nvSpPr>
          <p:cNvPr id="15" name="objective card">
            <a:extLst>
              <a:ext uri="{C183D7F6-B498-43B3-948B-1728B52AA6E4}">
                <adec:decorative xmlns:adec="http://schemas.microsoft.com/office/drawing/2017/decorative" val="1"/>
              </a:ext>
            </a:extLst>
          </p:cNvPr>
          <p:cNvSpPr/>
          <p:nvPr/>
        </p:nvSpPr>
        <p:spPr>
          <a:xfrm>
            <a:off x="2167128" y="2331720"/>
            <a:ext cx="1572768" cy="2011680"/>
          </a:xfrm>
          <a:prstGeom prst="rect">
            <a:avLst/>
          </a:prstGeom>
          <a:solidFill>
            <a:srgbClr val="FFFFFF"/>
          </a:solidFill>
          <a:ln w="12700">
            <a:solidFill>
              <a:srgbClr val="E5E7EB"/>
            </a:solidFill>
            <a:prstDash val="solid"/>
          </a:ln>
        </p:spPr>
        <p:txBody>
          <a:bodyPr/>
          <a:lstStyle/>
          <a:p>
            <a:endParaRPr lang="en-US"/>
          </a:p>
        </p:txBody>
      </p:sp>
      <p:sp>
        <p:nvSpPr>
          <p:cNvPr id="16" name="card rule">
            <a:extLst>
              <a:ext uri="{C183D7F6-B498-43B3-948B-1728B52AA6E4}">
                <adec:decorative xmlns:adec="http://schemas.microsoft.com/office/drawing/2017/decorative" val="1"/>
              </a:ext>
            </a:extLst>
          </p:cNvPr>
          <p:cNvSpPr/>
          <p:nvPr/>
        </p:nvSpPr>
        <p:spPr>
          <a:xfrm>
            <a:off x="2167128" y="2331720"/>
            <a:ext cx="1572768" cy="36576"/>
          </a:xfrm>
          <a:prstGeom prst="rect">
            <a:avLst/>
          </a:prstGeom>
          <a:solidFill>
            <a:srgbClr val="3B82F6"/>
          </a:solidFill>
          <a:ln w="12700">
            <a:solidFill>
              <a:srgbClr val="3B82F6"/>
            </a:solidFill>
            <a:prstDash val="solid"/>
          </a:ln>
        </p:spPr>
        <p:txBody>
          <a:bodyPr/>
          <a:lstStyle/>
          <a:p>
            <a:endParaRPr lang="ko-KR" altLang="en-US"/>
          </a:p>
        </p:txBody>
      </p:sp>
      <p:sp>
        <p:nvSpPr>
          <p:cNvPr id="17" name="Text 15"/>
          <p:cNvSpPr/>
          <p:nvPr/>
        </p:nvSpPr>
        <p:spPr>
          <a:xfrm>
            <a:off x="2350008" y="2514600"/>
            <a:ext cx="1207008"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02</a:t>
            </a:r>
            <a:endParaRPr lang="en-US" sz="1300" dirty="0"/>
          </a:p>
        </p:txBody>
      </p:sp>
      <p:sp>
        <p:nvSpPr>
          <p:cNvPr id="18" name="Text 16"/>
          <p:cNvSpPr/>
          <p:nvPr/>
        </p:nvSpPr>
        <p:spPr>
          <a:xfrm>
            <a:off x="2350008" y="2798064"/>
            <a:ext cx="1207008" cy="310896"/>
          </a:xfrm>
          <a:prstGeom prst="rect">
            <a:avLst/>
          </a:prstGeom>
          <a:noFill/>
          <a:ln/>
        </p:spPr>
        <p:txBody>
          <a:bodyPr wrap="square" lIns="0" tIns="0" rIns="0" bIns="0" rtlCol="0" anchor="t"/>
          <a:lstStyle/>
          <a:p>
            <a:pPr marL="0" indent="0">
              <a:lnSpc>
                <a:spcPct val="115000"/>
              </a:lnSpc>
              <a:buNone/>
            </a:pPr>
            <a:r>
              <a:rPr lang="en-US" sz="1250" b="1" dirty="0">
                <a:solidFill>
                  <a:srgbClr val="111827"/>
                </a:solidFill>
                <a:latin typeface="Pretendard" pitchFamily="34" charset="0"/>
                <a:ea typeface="Pretendard" pitchFamily="34" charset="-122"/>
                <a:cs typeface="Pretendard" pitchFamily="34" charset="-120"/>
              </a:rPr>
              <a:t>도구의 정의</a:t>
            </a:r>
            <a:endParaRPr lang="en-US" sz="1250" dirty="0"/>
          </a:p>
        </p:txBody>
      </p:sp>
      <p:sp>
        <p:nvSpPr>
          <p:cNvPr id="19" name="Text 17"/>
          <p:cNvSpPr/>
          <p:nvPr/>
        </p:nvSpPr>
        <p:spPr>
          <a:xfrm>
            <a:off x="2350008" y="3163824"/>
            <a:ext cx="1207008" cy="1005840"/>
          </a:xfrm>
          <a:prstGeom prst="rect">
            <a:avLst/>
          </a:prstGeom>
          <a:noFill/>
          <a:ln/>
        </p:spPr>
        <p:txBody>
          <a:bodyPr wrap="square" lIns="0" tIns="0" rIns="0" bIns="0" rtlCol="0" anchor="t"/>
          <a:lstStyle/>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사용 시점을</a:t>
            </a:r>
            <a:endParaRPr lang="en-US" sz="950" dirty="0"/>
          </a:p>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정하는 방식</a:t>
            </a:r>
            <a:endParaRPr lang="en-US" sz="950" dirty="0"/>
          </a:p>
        </p:txBody>
      </p:sp>
      <p:sp>
        <p:nvSpPr>
          <p:cNvPr id="20" name="objective card">
            <a:extLst>
              <a:ext uri="{C183D7F6-B498-43B3-948B-1728B52AA6E4}">
                <adec:decorative xmlns:adec="http://schemas.microsoft.com/office/drawing/2017/decorative" val="1"/>
              </a:ext>
            </a:extLst>
          </p:cNvPr>
          <p:cNvSpPr/>
          <p:nvPr/>
        </p:nvSpPr>
        <p:spPr>
          <a:xfrm>
            <a:off x="3785616" y="2331720"/>
            <a:ext cx="1572768" cy="2011680"/>
          </a:xfrm>
          <a:prstGeom prst="rect">
            <a:avLst/>
          </a:prstGeom>
          <a:solidFill>
            <a:srgbClr val="FFFFFF"/>
          </a:solidFill>
          <a:ln w="12700">
            <a:solidFill>
              <a:srgbClr val="E5E7EB"/>
            </a:solidFill>
            <a:prstDash val="solid"/>
          </a:ln>
        </p:spPr>
        <p:txBody>
          <a:bodyPr/>
          <a:lstStyle/>
          <a:p>
            <a:endParaRPr lang="ko-KR" altLang="en-US"/>
          </a:p>
        </p:txBody>
      </p:sp>
      <p:sp>
        <p:nvSpPr>
          <p:cNvPr id="21" name="card rule">
            <a:extLst>
              <a:ext uri="{C183D7F6-B498-43B3-948B-1728B52AA6E4}">
                <adec:decorative xmlns:adec="http://schemas.microsoft.com/office/drawing/2017/decorative" val="1"/>
              </a:ext>
            </a:extLst>
          </p:cNvPr>
          <p:cNvSpPr/>
          <p:nvPr/>
        </p:nvSpPr>
        <p:spPr>
          <a:xfrm>
            <a:off x="3785616" y="2331720"/>
            <a:ext cx="1572768" cy="36576"/>
          </a:xfrm>
          <a:prstGeom prst="rect">
            <a:avLst/>
          </a:prstGeom>
          <a:solidFill>
            <a:srgbClr val="3B82F6"/>
          </a:solidFill>
          <a:ln w="12700">
            <a:solidFill>
              <a:srgbClr val="3B82F6"/>
            </a:solidFill>
            <a:prstDash val="solid"/>
          </a:ln>
        </p:spPr>
        <p:txBody>
          <a:bodyPr/>
          <a:lstStyle/>
          <a:p>
            <a:endParaRPr lang="ko-KR" altLang="en-US"/>
          </a:p>
        </p:txBody>
      </p:sp>
      <p:sp>
        <p:nvSpPr>
          <p:cNvPr id="22" name="Text 20"/>
          <p:cNvSpPr/>
          <p:nvPr/>
        </p:nvSpPr>
        <p:spPr>
          <a:xfrm>
            <a:off x="3968496" y="2514600"/>
            <a:ext cx="1207008"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03</a:t>
            </a:r>
            <a:endParaRPr lang="en-US" sz="1300" dirty="0"/>
          </a:p>
        </p:txBody>
      </p:sp>
      <p:sp>
        <p:nvSpPr>
          <p:cNvPr id="23" name="Text 21"/>
          <p:cNvSpPr/>
          <p:nvPr/>
        </p:nvSpPr>
        <p:spPr>
          <a:xfrm>
            <a:off x="3968496" y="2798064"/>
            <a:ext cx="1207008" cy="310896"/>
          </a:xfrm>
          <a:prstGeom prst="rect">
            <a:avLst/>
          </a:prstGeom>
          <a:noFill/>
          <a:ln/>
        </p:spPr>
        <p:txBody>
          <a:bodyPr wrap="square" lIns="0" tIns="0" rIns="0" bIns="0" rtlCol="0" anchor="t"/>
          <a:lstStyle/>
          <a:p>
            <a:pPr marL="0" indent="0">
              <a:lnSpc>
                <a:spcPct val="115000"/>
              </a:lnSpc>
              <a:buNone/>
            </a:pPr>
            <a:r>
              <a:rPr lang="en-US" sz="1250" b="1" dirty="0">
                <a:solidFill>
                  <a:srgbClr val="111827"/>
                </a:solidFill>
                <a:latin typeface="Pretendard" pitchFamily="34" charset="0"/>
                <a:ea typeface="Pretendard" pitchFamily="34" charset="-122"/>
                <a:cs typeface="Pretendard" pitchFamily="34" charset="-120"/>
              </a:rPr>
              <a:t>커넥터 추가</a:t>
            </a:r>
            <a:endParaRPr lang="en-US" sz="1250" dirty="0"/>
          </a:p>
        </p:txBody>
      </p:sp>
      <p:sp>
        <p:nvSpPr>
          <p:cNvPr id="24" name="Text 22"/>
          <p:cNvSpPr/>
          <p:nvPr/>
        </p:nvSpPr>
        <p:spPr>
          <a:xfrm>
            <a:off x="3968496" y="3163824"/>
            <a:ext cx="1207008" cy="1005840"/>
          </a:xfrm>
          <a:prstGeom prst="rect">
            <a:avLst/>
          </a:prstGeom>
          <a:noFill/>
          <a:ln/>
        </p:spPr>
        <p:txBody>
          <a:bodyPr wrap="square" lIns="0" tIns="0" rIns="0" bIns="0" rtlCol="0" anchor="t"/>
          <a:lstStyle/>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항목 가져오기</a:t>
            </a:r>
            <a:endParaRPr lang="en-US" sz="950" dirty="0"/>
          </a:p>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액션 연결</a:t>
            </a:r>
            <a:endParaRPr lang="en-US" sz="950" dirty="0"/>
          </a:p>
        </p:txBody>
      </p:sp>
      <p:sp>
        <p:nvSpPr>
          <p:cNvPr id="25" name="objective card">
            <a:extLst>
              <a:ext uri="{C183D7F6-B498-43B3-948B-1728B52AA6E4}">
                <adec:decorative xmlns:adec="http://schemas.microsoft.com/office/drawing/2017/decorative" val="1"/>
              </a:ext>
            </a:extLst>
          </p:cNvPr>
          <p:cNvSpPr/>
          <p:nvPr/>
        </p:nvSpPr>
        <p:spPr>
          <a:xfrm>
            <a:off x="5404104" y="2331720"/>
            <a:ext cx="1572768" cy="2011680"/>
          </a:xfrm>
          <a:prstGeom prst="rect">
            <a:avLst/>
          </a:prstGeom>
          <a:solidFill>
            <a:srgbClr val="FFFFFF"/>
          </a:solidFill>
          <a:ln w="12700">
            <a:solidFill>
              <a:srgbClr val="E5E7EB"/>
            </a:solidFill>
            <a:prstDash val="solid"/>
          </a:ln>
        </p:spPr>
        <p:txBody>
          <a:bodyPr/>
          <a:lstStyle/>
          <a:p>
            <a:endParaRPr lang="ko-KR" altLang="en-US"/>
          </a:p>
        </p:txBody>
      </p:sp>
      <p:sp>
        <p:nvSpPr>
          <p:cNvPr id="26" name="card rule">
            <a:extLst>
              <a:ext uri="{C183D7F6-B498-43B3-948B-1728B52AA6E4}">
                <adec:decorative xmlns:adec="http://schemas.microsoft.com/office/drawing/2017/decorative" val="1"/>
              </a:ext>
            </a:extLst>
          </p:cNvPr>
          <p:cNvSpPr/>
          <p:nvPr/>
        </p:nvSpPr>
        <p:spPr>
          <a:xfrm>
            <a:off x="5404104" y="2331720"/>
            <a:ext cx="1572768" cy="36576"/>
          </a:xfrm>
          <a:prstGeom prst="rect">
            <a:avLst/>
          </a:prstGeom>
          <a:solidFill>
            <a:srgbClr val="3B82F6"/>
          </a:solidFill>
          <a:ln w="12700">
            <a:solidFill>
              <a:srgbClr val="3B82F6"/>
            </a:solidFill>
            <a:prstDash val="solid"/>
          </a:ln>
        </p:spPr>
        <p:txBody>
          <a:bodyPr/>
          <a:lstStyle/>
          <a:p>
            <a:endParaRPr lang="ko-KR" altLang="en-US"/>
          </a:p>
        </p:txBody>
      </p:sp>
      <p:sp>
        <p:nvSpPr>
          <p:cNvPr id="27" name="Text 25"/>
          <p:cNvSpPr/>
          <p:nvPr/>
        </p:nvSpPr>
        <p:spPr>
          <a:xfrm>
            <a:off x="5586984" y="2514600"/>
            <a:ext cx="1207008"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04</a:t>
            </a:r>
            <a:endParaRPr lang="en-US" sz="1300" dirty="0"/>
          </a:p>
        </p:txBody>
      </p:sp>
      <p:sp>
        <p:nvSpPr>
          <p:cNvPr id="28" name="Text 26"/>
          <p:cNvSpPr/>
          <p:nvPr/>
        </p:nvSpPr>
        <p:spPr>
          <a:xfrm>
            <a:off x="5586984" y="2798064"/>
            <a:ext cx="1207008" cy="310896"/>
          </a:xfrm>
          <a:prstGeom prst="rect">
            <a:avLst/>
          </a:prstGeom>
          <a:noFill/>
          <a:ln/>
        </p:spPr>
        <p:txBody>
          <a:bodyPr wrap="square" lIns="0" tIns="0" rIns="0" bIns="0" rtlCol="0" anchor="t"/>
          <a:lstStyle/>
          <a:p>
            <a:pPr marL="0" indent="0">
              <a:lnSpc>
                <a:spcPct val="115000"/>
              </a:lnSpc>
              <a:buNone/>
            </a:pPr>
            <a:r>
              <a:rPr lang="en-US" sz="1250" b="1" dirty="0">
                <a:solidFill>
                  <a:srgbClr val="111827"/>
                </a:solidFill>
                <a:latin typeface="Pretendard" pitchFamily="34" charset="0"/>
                <a:ea typeface="Pretendard" pitchFamily="34" charset="-122"/>
                <a:cs typeface="Pretendard" pitchFamily="34" charset="-120"/>
              </a:rPr>
              <a:t>이름 바꾸기</a:t>
            </a:r>
            <a:endParaRPr lang="en-US" sz="1250" dirty="0"/>
          </a:p>
        </p:txBody>
      </p:sp>
      <p:sp>
        <p:nvSpPr>
          <p:cNvPr id="29" name="Text 27"/>
          <p:cNvSpPr/>
          <p:nvPr/>
        </p:nvSpPr>
        <p:spPr>
          <a:xfrm>
            <a:off x="5586984" y="3163824"/>
            <a:ext cx="1207008" cy="1005840"/>
          </a:xfrm>
          <a:prstGeom prst="rect">
            <a:avLst/>
          </a:prstGeom>
          <a:noFill/>
          <a:ln/>
        </p:spPr>
        <p:txBody>
          <a:bodyPr wrap="square" lIns="0" tIns="0" rIns="0" bIns="0" rtlCol="0" anchor="t"/>
          <a:lstStyle/>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목적이 드러나는</a:t>
            </a:r>
            <a:endParaRPr lang="en-US" sz="950" dirty="0"/>
          </a:p>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이름 짓기</a:t>
            </a:r>
            <a:endParaRPr lang="en-US" sz="950" dirty="0"/>
          </a:p>
        </p:txBody>
      </p:sp>
      <p:sp>
        <p:nvSpPr>
          <p:cNvPr id="30" name="objective card">
            <a:extLst>
              <a:ext uri="{C183D7F6-B498-43B3-948B-1728B52AA6E4}">
                <adec:decorative xmlns:adec="http://schemas.microsoft.com/office/drawing/2017/decorative" val="1"/>
              </a:ext>
            </a:extLst>
          </p:cNvPr>
          <p:cNvSpPr/>
          <p:nvPr/>
        </p:nvSpPr>
        <p:spPr>
          <a:xfrm>
            <a:off x="7022592" y="2331720"/>
            <a:ext cx="1572768" cy="2011680"/>
          </a:xfrm>
          <a:prstGeom prst="rect">
            <a:avLst/>
          </a:prstGeom>
          <a:solidFill>
            <a:srgbClr val="FFFFFF"/>
          </a:solidFill>
          <a:ln w="12700">
            <a:solidFill>
              <a:srgbClr val="E5E7EB"/>
            </a:solidFill>
            <a:prstDash val="solid"/>
          </a:ln>
        </p:spPr>
        <p:txBody>
          <a:bodyPr/>
          <a:lstStyle/>
          <a:p>
            <a:endParaRPr lang="ko-KR" altLang="en-US"/>
          </a:p>
        </p:txBody>
      </p:sp>
      <p:sp>
        <p:nvSpPr>
          <p:cNvPr id="31" name="card rule">
            <a:extLst>
              <a:ext uri="{C183D7F6-B498-43B3-948B-1728B52AA6E4}">
                <adec:decorative xmlns:adec="http://schemas.microsoft.com/office/drawing/2017/decorative" val="1"/>
              </a:ext>
            </a:extLst>
          </p:cNvPr>
          <p:cNvSpPr/>
          <p:nvPr/>
        </p:nvSpPr>
        <p:spPr>
          <a:xfrm>
            <a:off x="7022592" y="2331720"/>
            <a:ext cx="1572768" cy="36576"/>
          </a:xfrm>
          <a:prstGeom prst="rect">
            <a:avLst/>
          </a:prstGeom>
          <a:solidFill>
            <a:srgbClr val="3B82F6"/>
          </a:solidFill>
          <a:ln w="12700">
            <a:solidFill>
              <a:srgbClr val="3B82F6"/>
            </a:solidFill>
            <a:prstDash val="solid"/>
          </a:ln>
        </p:spPr>
        <p:txBody>
          <a:bodyPr/>
          <a:lstStyle/>
          <a:p>
            <a:endParaRPr lang="ko-KR" altLang="en-US"/>
          </a:p>
        </p:txBody>
      </p:sp>
      <p:sp>
        <p:nvSpPr>
          <p:cNvPr id="32" name="Text 30"/>
          <p:cNvSpPr/>
          <p:nvPr/>
        </p:nvSpPr>
        <p:spPr>
          <a:xfrm>
            <a:off x="7205472" y="2514600"/>
            <a:ext cx="1207008"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05</a:t>
            </a:r>
            <a:endParaRPr lang="en-US" sz="1300" dirty="0"/>
          </a:p>
        </p:txBody>
      </p:sp>
      <p:sp>
        <p:nvSpPr>
          <p:cNvPr id="33" name="Text 31"/>
          <p:cNvSpPr/>
          <p:nvPr/>
        </p:nvSpPr>
        <p:spPr>
          <a:xfrm>
            <a:off x="7205472" y="2798064"/>
            <a:ext cx="1207008" cy="310896"/>
          </a:xfrm>
          <a:prstGeom prst="rect">
            <a:avLst/>
          </a:prstGeom>
          <a:noFill/>
          <a:ln/>
        </p:spPr>
        <p:txBody>
          <a:bodyPr wrap="square" lIns="0" tIns="0" rIns="0" bIns="0" rtlCol="0" anchor="t"/>
          <a:lstStyle/>
          <a:p>
            <a:pPr marL="0" indent="0">
              <a:lnSpc>
                <a:spcPct val="115000"/>
              </a:lnSpc>
              <a:buNone/>
            </a:pPr>
            <a:r>
              <a:rPr lang="en-US" sz="1250" b="1" dirty="0">
                <a:solidFill>
                  <a:srgbClr val="111827"/>
                </a:solidFill>
                <a:latin typeface="Pretendard" pitchFamily="34" charset="0"/>
                <a:ea typeface="Pretendard" pitchFamily="34" charset="-122"/>
                <a:cs typeface="Pretendard" pitchFamily="34" charset="-120"/>
              </a:rPr>
              <a:t>입력 구성</a:t>
            </a:r>
            <a:endParaRPr lang="en-US" sz="1250" dirty="0"/>
          </a:p>
        </p:txBody>
      </p:sp>
      <p:sp>
        <p:nvSpPr>
          <p:cNvPr id="34" name="Text 32"/>
          <p:cNvSpPr/>
          <p:nvPr/>
        </p:nvSpPr>
        <p:spPr>
          <a:xfrm>
            <a:off x="7205472" y="3163824"/>
            <a:ext cx="1207008" cy="1005840"/>
          </a:xfrm>
          <a:prstGeom prst="rect">
            <a:avLst/>
          </a:prstGeom>
          <a:noFill/>
          <a:ln/>
        </p:spPr>
        <p:txBody>
          <a:bodyPr wrap="square" lIns="0" tIns="0" rIns="0" bIns="0" rtlCol="0" anchor="t"/>
          <a:lstStyle/>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사이트와 목록</a:t>
            </a:r>
            <a:endParaRPr lang="en-US" sz="950" dirty="0"/>
          </a:p>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매핑하기</a:t>
            </a:r>
            <a:endParaRPr lang="en-US" sz="9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관점 전환</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잠깐만요, Topics는 어디로 갔나요</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ko-KR" alt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05  ·  관점 전환</a:t>
            </a:r>
            <a:endParaRPr lang="en-US" sz="950" dirty="0"/>
          </a:p>
        </p:txBody>
      </p:sp>
      <p:sp>
        <p:nvSpPr>
          <p:cNvPr id="7" name="key message band">
            <a:extLst>
              <a:ext uri="{C183D7F6-B498-43B3-948B-1728B52AA6E4}">
                <adec:decorative xmlns:adec="http://schemas.microsoft.com/office/drawing/2017/decorative" val="1"/>
              </a:ext>
            </a:extLst>
          </p:cNvPr>
          <p:cNvSpPr/>
          <p:nvPr/>
        </p:nvSpPr>
        <p:spPr>
          <a:xfrm>
            <a:off x="548640" y="1417320"/>
            <a:ext cx="8046720" cy="566928"/>
          </a:xfrm>
          <a:prstGeom prst="rect">
            <a:avLst/>
          </a:prstGeom>
          <a:solidFill>
            <a:srgbClr val="F3F5F9"/>
          </a:solidFill>
          <a:ln w="12700">
            <a:solidFill>
              <a:srgbClr val="F3F5F9"/>
            </a:solidFill>
            <a:prstDash val="solid"/>
          </a:ln>
        </p:spPr>
        <p:txBody>
          <a:bodyPr/>
          <a:lstStyle/>
          <a:p>
            <a:endParaRPr lang="ko-KR" altLang="en-US"/>
          </a:p>
        </p:txBody>
      </p:sp>
      <p:sp>
        <p:nvSpPr>
          <p:cNvPr id="8" name="accent bar">
            <a:extLst>
              <a:ext uri="{C183D7F6-B498-43B3-948B-1728B52AA6E4}">
                <adec:decorative xmlns:adec="http://schemas.microsoft.com/office/drawing/2017/decorative" val="1"/>
              </a:ext>
            </a:extLst>
          </p:cNvPr>
          <p:cNvSpPr/>
          <p:nvPr/>
        </p:nvSpPr>
        <p:spPr>
          <a:xfrm>
            <a:off x="548640" y="1417320"/>
            <a:ext cx="50292" cy="566928"/>
          </a:xfrm>
          <a:prstGeom prst="rect">
            <a:avLst/>
          </a:prstGeom>
          <a:solidFill>
            <a:srgbClr val="1D4ED8"/>
          </a:solidFill>
          <a:ln w="12700">
            <a:solidFill>
              <a:srgbClr val="1D4ED8"/>
            </a:solidFill>
            <a:prstDash val="solid"/>
          </a:ln>
        </p:spPr>
        <p:txBody>
          <a:bodyPr/>
          <a:lstStyle/>
          <a:p>
            <a:endParaRPr lang="ko-KR" altLang="en-US"/>
          </a:p>
        </p:txBody>
      </p:sp>
      <p:sp>
        <p:nvSpPr>
          <p:cNvPr id="9" name="Text 7"/>
          <p:cNvSpPr/>
          <p:nvPr/>
        </p:nvSpPr>
        <p:spPr>
          <a:xfrm>
            <a:off x="749808" y="1417320"/>
            <a:ext cx="7680960" cy="566928"/>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대화를 손으로 연결하는 대신, 모델이 대화를 오케스트레이션합니다.</a:t>
            </a:r>
            <a:endParaRPr lang="en-US" sz="135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548640" y="2194560"/>
          <a:ext cx="8046720" cy="1487932"/>
        </p:xfrm>
        <a:graphic>
          <a:graphicData uri="http://schemas.openxmlformats.org/drawingml/2006/table">
            <a:tbl>
              <a:tblPr/>
              <a:tblGrid>
                <a:gridCol w="109728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274320">
                <a:tc>
                  <a:txBody>
                    <a:bodyPr/>
                    <a:lstStyle/>
                    <a:p>
                      <a:pPr marL="0" indent="0">
                        <a:buNone/>
                      </a:pPr>
                      <a:endParaRPr lang="en-US" sz="11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D4ED8"/>
                    </a:solidFill>
                  </a:tcPr>
                </a:tc>
                <a:tc>
                  <a:txBody>
                    <a:bodyPr/>
                    <a:lstStyle/>
                    <a:p>
                      <a:pPr marL="0" indent="0">
                        <a:buNone/>
                      </a:pPr>
                      <a:r>
                        <a:rPr lang="en-US" sz="1100" b="1" dirty="0">
                          <a:solidFill>
                            <a:srgbClr val="FFFFFF"/>
                          </a:solidFill>
                          <a:latin typeface="Pretendard" pitchFamily="34" charset="0"/>
                          <a:ea typeface="Pretendard" pitchFamily="34" charset="-122"/>
                          <a:cs typeface="Pretendard" pitchFamily="34" charset="-120"/>
                        </a:rPr>
                        <a:t>기존 Topics 방식</a:t>
                      </a:r>
                      <a:endParaRPr lang="en-US" sz="11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D4ED8"/>
                    </a:solidFill>
                  </a:tcPr>
                </a:tc>
                <a:tc>
                  <a:txBody>
                    <a:bodyPr/>
                    <a:lstStyle/>
                    <a:p>
                      <a:pPr marL="0" indent="0">
                        <a:buNone/>
                      </a:pPr>
                      <a:r>
                        <a:rPr lang="en-US" sz="1100" b="1" dirty="0">
                          <a:solidFill>
                            <a:srgbClr val="FFFFFF"/>
                          </a:solidFill>
                          <a:latin typeface="Pretendard" pitchFamily="34" charset="0"/>
                          <a:ea typeface="Pretendard" pitchFamily="34" charset="-122"/>
                          <a:cs typeface="Pretendard" pitchFamily="34" charset="-120"/>
                        </a:rPr>
                        <a:t>GitHub Copilot harness</a:t>
                      </a:r>
                      <a:endParaRPr lang="en-US" sz="11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D4ED8"/>
                    </a:solidFill>
                  </a:tcPr>
                </a:tc>
                <a:extLst>
                  <a:ext uri="{0D108BD9-81ED-4DB2-BD59-A6C34878D82A}">
                    <a16:rowId xmlns:a16="http://schemas.microsoft.com/office/drawing/2014/main" val="10000"/>
                  </a:ext>
                </a:extLst>
              </a:tr>
              <a:tr h="402336">
                <a:tc>
                  <a:txBody>
                    <a:bodyPr/>
                    <a:lstStyle/>
                    <a:p>
                      <a:pPr marL="0" indent="0">
                        <a:buNone/>
                      </a:pPr>
                      <a:r>
                        <a:rPr lang="en-US" sz="1050" b="1" dirty="0">
                          <a:solidFill>
                            <a:srgbClr val="111827"/>
                          </a:solidFill>
                          <a:latin typeface="Pretendard" pitchFamily="34" charset="0"/>
                          <a:ea typeface="Pretendard" pitchFamily="34" charset="-122"/>
                          <a:cs typeface="Pretendard" pitchFamily="34" charset="-120"/>
                        </a:rPr>
                        <a:t>구성 단위</a:t>
                      </a:r>
                      <a:endParaRPr lang="en-US" sz="10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5F9"/>
                    </a:solidFill>
                  </a:tcPr>
                </a:tc>
                <a:tc>
                  <a:txBody>
                    <a:bodyPr/>
                    <a:lstStyle/>
                    <a:p>
                      <a:pPr marL="0" indent="0">
                        <a:buNone/>
                      </a:pPr>
                      <a:r>
                        <a:rPr lang="en-US" sz="1000" dirty="0">
                          <a:solidFill>
                            <a:srgbClr val="4B5563"/>
                          </a:solidFill>
                          <a:latin typeface="Pretendard" pitchFamily="34" charset="0"/>
                          <a:ea typeface="Pretendard" pitchFamily="34" charset="-122"/>
                          <a:cs typeface="Pretendard" pitchFamily="34" charset="-120"/>
                        </a:rPr>
                        <a:t>트리거 문구와 노드로 이루어진 수동 대화 흐름</a:t>
                      </a:r>
                      <a:endParaRPr lang="en-US" sz="10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1000" b="1" dirty="0">
                          <a:solidFill>
                            <a:srgbClr val="111827"/>
                          </a:solidFill>
                          <a:latin typeface="Pretendard" pitchFamily="34" charset="0"/>
                          <a:ea typeface="Pretendard" pitchFamily="34" charset="-122"/>
                          <a:cs typeface="Pretendard" pitchFamily="34" charset="-120"/>
                        </a:rPr>
                        <a:t>Instructions와 활용 가능한 기능 집합</a:t>
                      </a:r>
                      <a:endParaRPr lang="en-US" sz="10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402336">
                <a:tc>
                  <a:txBody>
                    <a:bodyPr/>
                    <a:lstStyle/>
                    <a:p>
                      <a:pPr marL="0" indent="0">
                        <a:buNone/>
                      </a:pPr>
                      <a:r>
                        <a:rPr lang="en-US" sz="1050" b="1" dirty="0">
                          <a:solidFill>
                            <a:srgbClr val="111827"/>
                          </a:solidFill>
                          <a:latin typeface="Pretendard" pitchFamily="34" charset="0"/>
                          <a:ea typeface="Pretendard" pitchFamily="34" charset="-122"/>
                          <a:cs typeface="Pretendard" pitchFamily="34" charset="-120"/>
                        </a:rPr>
                        <a:t>경로 결정</a:t>
                      </a:r>
                      <a:endParaRPr lang="en-US" sz="10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5F9"/>
                    </a:solidFill>
                  </a:tcPr>
                </a:tc>
                <a:tc>
                  <a:txBody>
                    <a:bodyPr/>
                    <a:lstStyle/>
                    <a:p>
                      <a:pPr marL="0" indent="0">
                        <a:buNone/>
                      </a:pPr>
                      <a:r>
                        <a:rPr lang="en-US" sz="1000" dirty="0">
                          <a:solidFill>
                            <a:srgbClr val="4B5563"/>
                          </a:solidFill>
                          <a:latin typeface="Pretendard" pitchFamily="34" charset="0"/>
                          <a:ea typeface="Pretendard" pitchFamily="34" charset="-122"/>
                          <a:cs typeface="Pretendard" pitchFamily="34" charset="-120"/>
                        </a:rPr>
                        <a:t>제작자가 대화를 라우팅하고 로직을 노드로 연결</a:t>
                      </a:r>
                      <a:endParaRPr lang="en-US" sz="10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1000" b="1" dirty="0">
                          <a:solidFill>
                            <a:srgbClr val="111827"/>
                          </a:solidFill>
                          <a:latin typeface="Pretendard" pitchFamily="34" charset="0"/>
                          <a:ea typeface="Pretendard" pitchFamily="34" charset="-122"/>
                          <a:cs typeface="Pretendard" pitchFamily="34" charset="-120"/>
                        </a:rPr>
                        <a:t>모델이 의도를 이해하고 호출 시점을 결정</a:t>
                      </a:r>
                      <a:endParaRPr lang="en-US" sz="10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marL="0" indent="0">
                        <a:buNone/>
                      </a:pPr>
                      <a:r>
                        <a:rPr lang="en-US" sz="1050" b="1" dirty="0">
                          <a:solidFill>
                            <a:srgbClr val="111827"/>
                          </a:solidFill>
                          <a:latin typeface="Pretendard" pitchFamily="34" charset="0"/>
                          <a:ea typeface="Pretendard" pitchFamily="34" charset="-122"/>
                          <a:cs typeface="Pretendard" pitchFamily="34" charset="-120"/>
                        </a:rPr>
                        <a:t>결과</a:t>
                      </a:r>
                      <a:endParaRPr lang="en-US" sz="10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5F9"/>
                    </a:solidFill>
                  </a:tcPr>
                </a:tc>
                <a:tc>
                  <a:txBody>
                    <a:bodyPr/>
                    <a:lstStyle/>
                    <a:p>
                      <a:pPr marL="0" indent="0">
                        <a:buNone/>
                      </a:pPr>
                      <a:r>
                        <a:rPr lang="en-US" sz="1000" dirty="0">
                          <a:solidFill>
                            <a:srgbClr val="4B5563"/>
                          </a:solidFill>
                          <a:latin typeface="Pretendard" pitchFamily="34" charset="0"/>
                          <a:ea typeface="Pretendard" pitchFamily="34" charset="-122"/>
                          <a:cs typeface="Pretendard" pitchFamily="34" charset="-120"/>
                        </a:rPr>
                        <a:t>정교하지만 유지 비용이 큽니다</a:t>
                      </a:r>
                      <a:endParaRPr lang="en-US" sz="10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1000" b="1" dirty="0">
                          <a:solidFill>
                            <a:srgbClr val="1D4ED8"/>
                          </a:solidFill>
                          <a:latin typeface="Pretendard" pitchFamily="34" charset="0"/>
                          <a:ea typeface="Pretendard" pitchFamily="34" charset="-122"/>
                          <a:cs typeface="Pretendard" pitchFamily="34" charset="-120"/>
                        </a:rPr>
                        <a:t>더 단순하고 빠르며 훨씬 유연합니다</a:t>
                      </a:r>
                      <a:endParaRPr lang="en-US" sz="10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1" name="Text 8">
            <a:extLst>
              <a:ext uri="{C183D7F6-B498-43B3-948B-1728B52AA6E4}">
                <adec:decorative xmlns:adec="http://schemas.microsoft.com/office/drawing/2017/decorative" val="1"/>
              </a:ext>
            </a:extLst>
          </p:cNvPr>
          <p:cNvSpPr/>
          <p:nvPr/>
        </p:nvSpPr>
        <p:spPr>
          <a:xfrm>
            <a:off x="548640" y="3913632"/>
            <a:ext cx="4572000" cy="237744"/>
          </a:xfrm>
          <a:prstGeom prst="rect">
            <a:avLst/>
          </a:prstGeom>
          <a:noFill/>
          <a:ln/>
        </p:spPr>
        <p:txBody>
          <a:bodyPr wrap="square" lIns="0" tIns="0" rIns="0" bIns="0" rtlCol="0" anchor="ctr"/>
          <a:lstStyle/>
          <a:p>
            <a:pPr marL="0" indent="0">
              <a:buNone/>
            </a:pPr>
            <a:r>
              <a:rPr lang="en-US" sz="1100" b="1" dirty="0">
                <a:solidFill>
                  <a:srgbClr val="1D4ED8"/>
                </a:solidFill>
                <a:latin typeface="Pretendard" pitchFamily="34" charset="0"/>
                <a:ea typeface="Pretendard" pitchFamily="34" charset="-122"/>
                <a:cs typeface="Pretendard" pitchFamily="34" charset="-120"/>
              </a:rPr>
              <a:t>에이전트에 제공하는 것은 두 가지뿐입니다</a:t>
            </a:r>
            <a:endParaRPr lang="en-US" sz="1100" dirty="0"/>
          </a:p>
        </p:txBody>
      </p:sp>
      <p:sp>
        <p:nvSpPr>
          <p:cNvPr id="12" name="provide card">
            <a:extLst>
              <a:ext uri="{C183D7F6-B498-43B3-948B-1728B52AA6E4}">
                <adec:decorative xmlns:adec="http://schemas.microsoft.com/office/drawing/2017/decorative" val="1"/>
              </a:ext>
            </a:extLst>
          </p:cNvPr>
          <p:cNvSpPr/>
          <p:nvPr/>
        </p:nvSpPr>
        <p:spPr>
          <a:xfrm>
            <a:off x="548640" y="4224528"/>
            <a:ext cx="3931920" cy="420624"/>
          </a:xfrm>
          <a:prstGeom prst="rect">
            <a:avLst/>
          </a:prstGeom>
          <a:solidFill>
            <a:srgbClr val="F3F5F9"/>
          </a:solidFill>
          <a:ln w="12700">
            <a:solidFill>
              <a:srgbClr val="F3F5F9"/>
            </a:solidFill>
            <a:prstDash val="solid"/>
          </a:ln>
        </p:spPr>
        <p:txBody>
          <a:bodyPr/>
          <a:lstStyle/>
          <a:p>
            <a:endParaRPr lang="en-US"/>
          </a:p>
        </p:txBody>
      </p:sp>
      <p:sp>
        <p:nvSpPr>
          <p:cNvPr id="13" name="Text 10">
            <a:extLst>
              <a:ext uri="{C183D7F6-B498-43B3-948B-1728B52AA6E4}">
                <adec:decorative xmlns:adec="http://schemas.microsoft.com/office/drawing/2017/decorative" val="1"/>
              </a:ext>
            </a:extLst>
          </p:cNvPr>
          <p:cNvSpPr/>
          <p:nvPr/>
        </p:nvSpPr>
        <p:spPr>
          <a:xfrm>
            <a:off x="731520" y="4224528"/>
            <a:ext cx="3566160" cy="420624"/>
          </a:xfrm>
          <a:prstGeom prst="rect">
            <a:avLst/>
          </a:prstGeom>
          <a:noFill/>
          <a:ln/>
        </p:spPr>
        <p:txBody>
          <a:bodyPr wrap="square" lIns="0" tIns="0" rIns="0" bIns="0" rtlCol="0" anchor="ctr"/>
          <a:lstStyle/>
          <a:p>
            <a:pPr marL="0" indent="0">
              <a:buNone/>
            </a:pPr>
            <a:r>
              <a:rPr lang="en-US" sz="1050" b="1" dirty="0">
                <a:solidFill>
                  <a:srgbClr val="1D4ED8"/>
                </a:solidFill>
                <a:latin typeface="Pretendard" pitchFamily="34" charset="0"/>
                <a:ea typeface="Pretendard" pitchFamily="34" charset="-122"/>
                <a:cs typeface="Pretendard" pitchFamily="34" charset="-120"/>
              </a:rPr>
              <a:t>Instructions     </a:t>
            </a:r>
            <a:r>
              <a:rPr lang="en-US" sz="1000" dirty="0">
                <a:solidFill>
                  <a:srgbClr val="4B5563"/>
                </a:solidFill>
                <a:latin typeface="Pretendard" pitchFamily="34" charset="0"/>
                <a:ea typeface="Pretendard" pitchFamily="34" charset="-122"/>
                <a:cs typeface="Pretendard" pitchFamily="34" charset="-120"/>
              </a:rPr>
              <a:t>동작 방식을 설명하는 일반 언어 지침</a:t>
            </a:r>
            <a:endParaRPr lang="en-US" sz="1050" dirty="0"/>
          </a:p>
        </p:txBody>
      </p:sp>
      <p:sp>
        <p:nvSpPr>
          <p:cNvPr id="14" name="provide card">
            <a:extLst>
              <a:ext uri="{C183D7F6-B498-43B3-948B-1728B52AA6E4}">
                <adec:decorative xmlns:adec="http://schemas.microsoft.com/office/drawing/2017/decorative" val="1"/>
              </a:ext>
            </a:extLst>
          </p:cNvPr>
          <p:cNvSpPr/>
          <p:nvPr/>
        </p:nvSpPr>
        <p:spPr>
          <a:xfrm>
            <a:off x="4663440" y="4224528"/>
            <a:ext cx="3931920" cy="420624"/>
          </a:xfrm>
          <a:prstGeom prst="rect">
            <a:avLst/>
          </a:prstGeom>
          <a:solidFill>
            <a:srgbClr val="F3F5F9"/>
          </a:solidFill>
          <a:ln w="12700">
            <a:solidFill>
              <a:srgbClr val="F3F5F9"/>
            </a:solidFill>
            <a:prstDash val="solid"/>
          </a:ln>
        </p:spPr>
        <p:txBody>
          <a:bodyPr/>
          <a:lstStyle/>
          <a:p>
            <a:endParaRPr lang="en-US"/>
          </a:p>
        </p:txBody>
      </p:sp>
      <p:sp>
        <p:nvSpPr>
          <p:cNvPr id="15" name="Text 12">
            <a:extLst>
              <a:ext uri="{C183D7F6-B498-43B3-948B-1728B52AA6E4}">
                <adec:decorative xmlns:adec="http://schemas.microsoft.com/office/drawing/2017/decorative" val="1"/>
              </a:ext>
            </a:extLst>
          </p:cNvPr>
          <p:cNvSpPr/>
          <p:nvPr/>
        </p:nvSpPr>
        <p:spPr>
          <a:xfrm>
            <a:off x="4846320" y="4224528"/>
            <a:ext cx="3566160" cy="420624"/>
          </a:xfrm>
          <a:prstGeom prst="rect">
            <a:avLst/>
          </a:prstGeom>
          <a:noFill/>
          <a:ln/>
        </p:spPr>
        <p:txBody>
          <a:bodyPr wrap="square" lIns="0" tIns="0" rIns="0" bIns="0" rtlCol="0" anchor="ctr"/>
          <a:lstStyle/>
          <a:p>
            <a:pPr marL="0" indent="0">
              <a:buNone/>
            </a:pPr>
            <a:r>
              <a:rPr lang="en-US" sz="1050" b="1" dirty="0">
                <a:solidFill>
                  <a:srgbClr val="1D4ED8"/>
                </a:solidFill>
                <a:latin typeface="Pretendard" pitchFamily="34" charset="0"/>
                <a:ea typeface="Pretendard" pitchFamily="34" charset="-122"/>
                <a:cs typeface="Pretendard" pitchFamily="34" charset="-120"/>
              </a:rPr>
              <a:t>Tools · Knowledge · Skills     </a:t>
            </a:r>
            <a:r>
              <a:rPr lang="en-US" sz="1000" dirty="0">
                <a:solidFill>
                  <a:srgbClr val="4B5563"/>
                </a:solidFill>
                <a:latin typeface="Pretendard" pitchFamily="34" charset="0"/>
                <a:ea typeface="Pretendard" pitchFamily="34" charset="-122"/>
                <a:cs typeface="Pretendard" pitchFamily="34" charset="-120"/>
              </a:rPr>
              <a:t>에이전트가 활용할 수 있는 기능</a:t>
            </a:r>
            <a:endParaRPr lang="en-US" sz="10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핵심 개념</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도구란 무엇인가</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ko-KR" alt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05  ·  도구의 정의와 출처</a:t>
            </a:r>
            <a:endParaRPr lang="en-US" sz="950" dirty="0"/>
          </a:p>
        </p:txBody>
      </p:sp>
      <p:sp>
        <p:nvSpPr>
          <p:cNvPr id="7" name="key message band">
            <a:extLst>
              <a:ext uri="{C183D7F6-B498-43B3-948B-1728B52AA6E4}">
                <adec:decorative xmlns:adec="http://schemas.microsoft.com/office/drawing/2017/decorative" val="1"/>
              </a:ext>
            </a:extLst>
          </p:cNvPr>
          <p:cNvSpPr/>
          <p:nvPr/>
        </p:nvSpPr>
        <p:spPr>
          <a:xfrm>
            <a:off x="548640" y="1417320"/>
            <a:ext cx="8046720" cy="566928"/>
          </a:xfrm>
          <a:prstGeom prst="rect">
            <a:avLst/>
          </a:prstGeom>
          <a:solidFill>
            <a:srgbClr val="F3F5F9"/>
          </a:solidFill>
          <a:ln w="12700">
            <a:solidFill>
              <a:srgbClr val="F3F5F9"/>
            </a:solidFill>
            <a:prstDash val="solid"/>
          </a:ln>
        </p:spPr>
        <p:txBody>
          <a:bodyPr/>
          <a:lstStyle/>
          <a:p>
            <a:endParaRPr lang="ko-KR" altLang="en-US"/>
          </a:p>
        </p:txBody>
      </p:sp>
      <p:sp>
        <p:nvSpPr>
          <p:cNvPr id="8" name="accent bar">
            <a:extLst>
              <a:ext uri="{C183D7F6-B498-43B3-948B-1728B52AA6E4}">
                <adec:decorative xmlns:adec="http://schemas.microsoft.com/office/drawing/2017/decorative" val="1"/>
              </a:ext>
            </a:extLst>
          </p:cNvPr>
          <p:cNvSpPr/>
          <p:nvPr/>
        </p:nvSpPr>
        <p:spPr>
          <a:xfrm>
            <a:off x="548640" y="1417320"/>
            <a:ext cx="50292" cy="566928"/>
          </a:xfrm>
          <a:prstGeom prst="rect">
            <a:avLst/>
          </a:prstGeom>
          <a:solidFill>
            <a:srgbClr val="1D4ED8"/>
          </a:solidFill>
          <a:ln w="12700">
            <a:solidFill>
              <a:srgbClr val="1D4ED8"/>
            </a:solidFill>
            <a:prstDash val="solid"/>
          </a:ln>
        </p:spPr>
        <p:txBody>
          <a:bodyPr/>
          <a:lstStyle/>
          <a:p>
            <a:endParaRPr lang="en-US"/>
          </a:p>
        </p:txBody>
      </p:sp>
      <p:sp>
        <p:nvSpPr>
          <p:cNvPr id="9" name="Text 7">
            <a:extLst>
              <a:ext uri="{C183D7F6-B498-43B3-948B-1728B52AA6E4}">
                <adec:decorative xmlns:adec="http://schemas.microsoft.com/office/drawing/2017/decorative" val="1"/>
              </a:ext>
            </a:extLst>
          </p:cNvPr>
          <p:cNvSpPr/>
          <p:nvPr/>
        </p:nvSpPr>
        <p:spPr>
          <a:xfrm>
            <a:off x="749808" y="1417320"/>
            <a:ext cx="7680960" cy="566928"/>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도구는 에이전트에 초능력을 부여하는 action blocks입니다.</a:t>
            </a:r>
            <a:endParaRPr lang="en-US" sz="1350" dirty="0"/>
          </a:p>
        </p:txBody>
      </p:sp>
      <p:sp>
        <p:nvSpPr>
          <p:cNvPr id="10" name="point card">
            <a:extLst>
              <a:ext uri="{C183D7F6-B498-43B3-948B-1728B52AA6E4}">
                <adec:decorative xmlns:adec="http://schemas.microsoft.com/office/drawing/2017/decorative" val="1"/>
              </a:ext>
            </a:extLst>
          </p:cNvPr>
          <p:cNvSpPr/>
          <p:nvPr/>
        </p:nvSpPr>
        <p:spPr>
          <a:xfrm>
            <a:off x="548640" y="2286000"/>
            <a:ext cx="5120640" cy="475488"/>
          </a:xfrm>
          <a:prstGeom prst="rect">
            <a:avLst/>
          </a:prstGeom>
          <a:solidFill>
            <a:srgbClr val="FFFFFF"/>
          </a:solidFill>
          <a:ln w="12700">
            <a:solidFill>
              <a:srgbClr val="E5E7EB"/>
            </a:solidFill>
            <a:prstDash val="solid"/>
          </a:ln>
        </p:spPr>
        <p:txBody>
          <a:bodyPr/>
          <a:lstStyle/>
          <a:p>
            <a:endParaRPr lang="en-US"/>
          </a:p>
        </p:txBody>
      </p:sp>
      <p:sp>
        <p:nvSpPr>
          <p:cNvPr id="11" name="point accent">
            <a:extLst>
              <a:ext uri="{C183D7F6-B498-43B3-948B-1728B52AA6E4}">
                <adec:decorative xmlns:adec="http://schemas.microsoft.com/office/drawing/2017/decorative" val="1"/>
              </a:ext>
            </a:extLst>
          </p:cNvPr>
          <p:cNvSpPr/>
          <p:nvPr/>
        </p:nvSpPr>
        <p:spPr>
          <a:xfrm>
            <a:off x="548640" y="2286000"/>
            <a:ext cx="45720" cy="475488"/>
          </a:xfrm>
          <a:prstGeom prst="rect">
            <a:avLst/>
          </a:prstGeom>
          <a:solidFill>
            <a:srgbClr val="3B82F6"/>
          </a:solidFill>
          <a:ln w="12700">
            <a:solidFill>
              <a:srgbClr val="3B82F6"/>
            </a:solidFill>
            <a:prstDash val="solid"/>
          </a:ln>
        </p:spPr>
        <p:txBody>
          <a:bodyPr/>
          <a:lstStyle/>
          <a:p>
            <a:endParaRPr lang="ko-KR" altLang="en-US"/>
          </a:p>
        </p:txBody>
      </p:sp>
      <p:sp>
        <p:nvSpPr>
          <p:cNvPr id="12" name="Text 10"/>
          <p:cNvSpPr/>
          <p:nvPr/>
        </p:nvSpPr>
        <p:spPr>
          <a:xfrm>
            <a:off x="777240" y="2286000"/>
            <a:ext cx="4800600" cy="475488"/>
          </a:xfrm>
          <a:prstGeom prst="rect">
            <a:avLst/>
          </a:prstGeom>
          <a:noFill/>
          <a:ln/>
        </p:spPr>
        <p:txBody>
          <a:bodyPr wrap="square" lIns="0" tIns="0" rIns="0" bIns="0" rtlCol="0" anchor="ctr"/>
          <a:lstStyle/>
          <a:p>
            <a:pPr marL="0" indent="0">
              <a:buNone/>
            </a:pPr>
            <a:r>
              <a:rPr lang="en-US" sz="1100" b="1" dirty="0">
                <a:solidFill>
                  <a:srgbClr val="1D4ED8"/>
                </a:solidFill>
                <a:latin typeface="Pretendard" pitchFamily="34" charset="0"/>
                <a:ea typeface="Pretendard" pitchFamily="34" charset="-122"/>
                <a:cs typeface="Pretendard" pitchFamily="34" charset="-120"/>
              </a:rPr>
              <a:t>커넥터     </a:t>
            </a:r>
            <a:r>
              <a:rPr lang="en-US" sz="1050" dirty="0">
                <a:solidFill>
                  <a:srgbClr val="111827"/>
                </a:solidFill>
                <a:latin typeface="Pretendard" pitchFamily="34" charset="0"/>
                <a:ea typeface="Pretendard" pitchFamily="34" charset="-122"/>
                <a:cs typeface="Pretendard" pitchFamily="34" charset="-120"/>
              </a:rPr>
              <a:t>SharePoint, Outlook, Dataverse 등 비즈니스 시스템</a:t>
            </a:r>
            <a:endParaRPr lang="en-US" sz="1100" dirty="0"/>
          </a:p>
        </p:txBody>
      </p:sp>
      <p:sp>
        <p:nvSpPr>
          <p:cNvPr id="13" name="point card">
            <a:extLst>
              <a:ext uri="{C183D7F6-B498-43B3-948B-1728B52AA6E4}">
                <adec:decorative xmlns:adec="http://schemas.microsoft.com/office/drawing/2017/decorative" val="1"/>
              </a:ext>
            </a:extLst>
          </p:cNvPr>
          <p:cNvSpPr/>
          <p:nvPr/>
        </p:nvSpPr>
        <p:spPr>
          <a:xfrm>
            <a:off x="548640" y="2834640"/>
            <a:ext cx="5120640" cy="475488"/>
          </a:xfrm>
          <a:prstGeom prst="rect">
            <a:avLst/>
          </a:prstGeom>
          <a:solidFill>
            <a:srgbClr val="FFFFFF"/>
          </a:solidFill>
          <a:ln w="12700">
            <a:solidFill>
              <a:srgbClr val="E5E7EB"/>
            </a:solidFill>
            <a:prstDash val="solid"/>
          </a:ln>
        </p:spPr>
        <p:txBody>
          <a:bodyPr/>
          <a:lstStyle/>
          <a:p>
            <a:endParaRPr lang="en-US"/>
          </a:p>
        </p:txBody>
      </p:sp>
      <p:sp>
        <p:nvSpPr>
          <p:cNvPr id="14" name="point accent">
            <a:extLst>
              <a:ext uri="{C183D7F6-B498-43B3-948B-1728B52AA6E4}">
                <adec:decorative xmlns:adec="http://schemas.microsoft.com/office/drawing/2017/decorative" val="1"/>
              </a:ext>
            </a:extLst>
          </p:cNvPr>
          <p:cNvSpPr/>
          <p:nvPr/>
        </p:nvSpPr>
        <p:spPr>
          <a:xfrm>
            <a:off x="548640" y="2834640"/>
            <a:ext cx="45720" cy="475488"/>
          </a:xfrm>
          <a:prstGeom prst="rect">
            <a:avLst/>
          </a:prstGeom>
          <a:solidFill>
            <a:srgbClr val="3B82F6"/>
          </a:solidFill>
          <a:ln w="12700">
            <a:solidFill>
              <a:srgbClr val="3B82F6"/>
            </a:solidFill>
            <a:prstDash val="solid"/>
          </a:ln>
        </p:spPr>
        <p:txBody>
          <a:bodyPr/>
          <a:lstStyle/>
          <a:p>
            <a:endParaRPr lang="en-US"/>
          </a:p>
        </p:txBody>
      </p:sp>
      <p:sp>
        <p:nvSpPr>
          <p:cNvPr id="15" name="Text 13">
            <a:extLst>
              <a:ext uri="{C183D7F6-B498-43B3-948B-1728B52AA6E4}">
                <adec:decorative xmlns:adec="http://schemas.microsoft.com/office/drawing/2017/decorative" val="1"/>
              </a:ext>
            </a:extLst>
          </p:cNvPr>
          <p:cNvSpPr/>
          <p:nvPr/>
        </p:nvSpPr>
        <p:spPr>
          <a:xfrm>
            <a:off x="777240" y="2834640"/>
            <a:ext cx="4800600" cy="475488"/>
          </a:xfrm>
          <a:prstGeom prst="rect">
            <a:avLst/>
          </a:prstGeom>
          <a:noFill/>
          <a:ln/>
        </p:spPr>
        <p:txBody>
          <a:bodyPr wrap="square" lIns="0" tIns="0" rIns="0" bIns="0" rtlCol="0" anchor="ctr"/>
          <a:lstStyle/>
          <a:p>
            <a:pPr marL="0" indent="0">
              <a:buNone/>
            </a:pPr>
            <a:r>
              <a:rPr lang="en-US" sz="1100" b="1" dirty="0">
                <a:solidFill>
                  <a:srgbClr val="1D4ED8"/>
                </a:solidFill>
                <a:latin typeface="Pretendard" pitchFamily="34" charset="0"/>
                <a:ea typeface="Pretendard" pitchFamily="34" charset="-122"/>
                <a:cs typeface="Pretendard" pitchFamily="34" charset="-120"/>
              </a:rPr>
              <a:t>MCP 서버     </a:t>
            </a:r>
            <a:r>
              <a:rPr lang="en-US" sz="1050" dirty="0">
                <a:solidFill>
                  <a:srgbClr val="111827"/>
                </a:solidFill>
                <a:latin typeface="Pretendard" pitchFamily="34" charset="0"/>
                <a:ea typeface="Pretendard" pitchFamily="34" charset="-122"/>
                <a:cs typeface="Pretendard" pitchFamily="34" charset="-120"/>
              </a:rPr>
              <a:t>외부 데이터와 기능을 표준 방식으로 노출</a:t>
            </a:r>
            <a:endParaRPr lang="en-US" sz="1100" dirty="0"/>
          </a:p>
        </p:txBody>
      </p:sp>
      <p:sp>
        <p:nvSpPr>
          <p:cNvPr id="16" name="point card">
            <a:extLst>
              <a:ext uri="{C183D7F6-B498-43B3-948B-1728B52AA6E4}">
                <adec:decorative xmlns:adec="http://schemas.microsoft.com/office/drawing/2017/decorative" val="1"/>
              </a:ext>
            </a:extLst>
          </p:cNvPr>
          <p:cNvSpPr/>
          <p:nvPr/>
        </p:nvSpPr>
        <p:spPr>
          <a:xfrm>
            <a:off x="548640" y="3383280"/>
            <a:ext cx="5120640" cy="475488"/>
          </a:xfrm>
          <a:prstGeom prst="rect">
            <a:avLst/>
          </a:prstGeom>
          <a:solidFill>
            <a:srgbClr val="FFFFFF"/>
          </a:solidFill>
          <a:ln w="12700">
            <a:solidFill>
              <a:srgbClr val="E5E7EB"/>
            </a:solidFill>
            <a:prstDash val="solid"/>
          </a:ln>
        </p:spPr>
        <p:txBody>
          <a:bodyPr/>
          <a:lstStyle/>
          <a:p>
            <a:endParaRPr lang="en-US"/>
          </a:p>
        </p:txBody>
      </p:sp>
      <p:sp>
        <p:nvSpPr>
          <p:cNvPr id="17" name="point accent">
            <a:extLst>
              <a:ext uri="{C183D7F6-B498-43B3-948B-1728B52AA6E4}">
                <adec:decorative xmlns:adec="http://schemas.microsoft.com/office/drawing/2017/decorative" val="1"/>
              </a:ext>
            </a:extLst>
          </p:cNvPr>
          <p:cNvSpPr/>
          <p:nvPr/>
        </p:nvSpPr>
        <p:spPr>
          <a:xfrm>
            <a:off x="548640" y="3383280"/>
            <a:ext cx="45720" cy="475488"/>
          </a:xfrm>
          <a:prstGeom prst="rect">
            <a:avLst/>
          </a:prstGeom>
          <a:solidFill>
            <a:srgbClr val="3B82F6"/>
          </a:solidFill>
          <a:ln w="12700">
            <a:solidFill>
              <a:srgbClr val="3B82F6"/>
            </a:solidFill>
            <a:prstDash val="solid"/>
          </a:ln>
        </p:spPr>
        <p:txBody>
          <a:bodyPr/>
          <a:lstStyle/>
          <a:p>
            <a:endParaRPr lang="en-US"/>
          </a:p>
        </p:txBody>
      </p:sp>
      <p:sp>
        <p:nvSpPr>
          <p:cNvPr id="18" name="Text 16"/>
          <p:cNvSpPr/>
          <p:nvPr/>
        </p:nvSpPr>
        <p:spPr>
          <a:xfrm>
            <a:off x="777240" y="3383280"/>
            <a:ext cx="4800600" cy="475488"/>
          </a:xfrm>
          <a:prstGeom prst="rect">
            <a:avLst/>
          </a:prstGeom>
          <a:noFill/>
          <a:ln/>
        </p:spPr>
        <p:txBody>
          <a:bodyPr wrap="square" lIns="0" tIns="0" rIns="0" bIns="0" rtlCol="0" anchor="ctr"/>
          <a:lstStyle/>
          <a:p>
            <a:pPr marL="0" indent="0">
              <a:buNone/>
            </a:pPr>
            <a:r>
              <a:rPr lang="en-US" sz="1100" b="1" dirty="0">
                <a:solidFill>
                  <a:srgbClr val="1D4ED8"/>
                </a:solidFill>
                <a:latin typeface="Pretendard" pitchFamily="34" charset="0"/>
                <a:ea typeface="Pretendard" pitchFamily="34" charset="-122"/>
                <a:cs typeface="Pretendard" pitchFamily="34" charset="-120"/>
              </a:rPr>
              <a:t>Workflows     </a:t>
            </a:r>
            <a:r>
              <a:rPr lang="en-US" sz="1050" dirty="0">
                <a:solidFill>
                  <a:srgbClr val="111827"/>
                </a:solidFill>
                <a:latin typeface="Pretendard" pitchFamily="34" charset="0"/>
                <a:ea typeface="Pretendard" pitchFamily="34" charset="-122"/>
                <a:cs typeface="Pretendard" pitchFamily="34" charset="-120"/>
              </a:rPr>
              <a:t>반복 가능하고 결정적인 비즈니스 프로세스</a:t>
            </a:r>
            <a:endParaRPr lang="en-US" sz="1100" dirty="0"/>
          </a:p>
        </p:txBody>
      </p:sp>
      <p:sp>
        <p:nvSpPr>
          <p:cNvPr id="19" name="point card">
            <a:extLst>
              <a:ext uri="{C183D7F6-B498-43B3-948B-1728B52AA6E4}">
                <adec:decorative xmlns:adec="http://schemas.microsoft.com/office/drawing/2017/decorative" val="1"/>
              </a:ext>
            </a:extLst>
          </p:cNvPr>
          <p:cNvSpPr/>
          <p:nvPr/>
        </p:nvSpPr>
        <p:spPr>
          <a:xfrm>
            <a:off x="548640" y="3931920"/>
            <a:ext cx="5120640" cy="475488"/>
          </a:xfrm>
          <a:prstGeom prst="rect">
            <a:avLst/>
          </a:prstGeom>
          <a:solidFill>
            <a:srgbClr val="FFFFFF"/>
          </a:solidFill>
          <a:ln w="12700">
            <a:solidFill>
              <a:srgbClr val="E5E7EB"/>
            </a:solidFill>
            <a:prstDash val="solid"/>
          </a:ln>
        </p:spPr>
        <p:txBody>
          <a:bodyPr/>
          <a:lstStyle/>
          <a:p>
            <a:endParaRPr lang="en-US"/>
          </a:p>
        </p:txBody>
      </p:sp>
      <p:sp>
        <p:nvSpPr>
          <p:cNvPr id="20" name="point accent">
            <a:extLst>
              <a:ext uri="{C183D7F6-B498-43B3-948B-1728B52AA6E4}">
                <adec:decorative xmlns:adec="http://schemas.microsoft.com/office/drawing/2017/decorative" val="1"/>
              </a:ext>
            </a:extLst>
          </p:cNvPr>
          <p:cNvSpPr/>
          <p:nvPr/>
        </p:nvSpPr>
        <p:spPr>
          <a:xfrm>
            <a:off x="548640" y="3931920"/>
            <a:ext cx="45720" cy="475488"/>
          </a:xfrm>
          <a:prstGeom prst="rect">
            <a:avLst/>
          </a:prstGeom>
          <a:solidFill>
            <a:srgbClr val="3B82F6"/>
          </a:solidFill>
          <a:ln w="12700">
            <a:solidFill>
              <a:srgbClr val="3B82F6"/>
            </a:solidFill>
            <a:prstDash val="solid"/>
          </a:ln>
        </p:spPr>
        <p:txBody>
          <a:bodyPr/>
          <a:lstStyle/>
          <a:p>
            <a:endParaRPr lang="ko-KR" altLang="en-US"/>
          </a:p>
        </p:txBody>
      </p:sp>
      <p:sp>
        <p:nvSpPr>
          <p:cNvPr id="21" name="Text 19">
            <a:extLst>
              <a:ext uri="{C183D7F6-B498-43B3-948B-1728B52AA6E4}">
                <adec:decorative xmlns:adec="http://schemas.microsoft.com/office/drawing/2017/decorative" val="1"/>
              </a:ext>
            </a:extLst>
          </p:cNvPr>
          <p:cNvSpPr/>
          <p:nvPr/>
        </p:nvSpPr>
        <p:spPr>
          <a:xfrm>
            <a:off x="777240" y="3931920"/>
            <a:ext cx="4800600" cy="475488"/>
          </a:xfrm>
          <a:prstGeom prst="rect">
            <a:avLst/>
          </a:prstGeom>
          <a:noFill/>
          <a:ln/>
        </p:spPr>
        <p:txBody>
          <a:bodyPr wrap="square" lIns="0" tIns="0" rIns="0" bIns="0" rtlCol="0" anchor="ctr"/>
          <a:lstStyle/>
          <a:p>
            <a:pPr marL="0" indent="0">
              <a:buNone/>
            </a:pPr>
            <a:r>
              <a:rPr lang="en-US" sz="1100" b="1" dirty="0">
                <a:solidFill>
                  <a:srgbClr val="1D4ED8"/>
                </a:solidFill>
                <a:latin typeface="Pretendard" pitchFamily="34" charset="0"/>
                <a:ea typeface="Pretendard" pitchFamily="34" charset="-122"/>
                <a:cs typeface="Pretendard" pitchFamily="34" charset="-120"/>
              </a:rPr>
              <a:t>다른 에이전트     </a:t>
            </a:r>
            <a:r>
              <a:rPr lang="en-US" sz="1050" dirty="0">
                <a:solidFill>
                  <a:srgbClr val="111827"/>
                </a:solidFill>
                <a:latin typeface="Pretendard" pitchFamily="34" charset="0"/>
                <a:ea typeface="Pretendard" pitchFamily="34" charset="-122"/>
                <a:cs typeface="Pretendard" pitchFamily="34" charset="-120"/>
              </a:rPr>
              <a:t>특화된 기능을 제공하는 연결된 에이전트</a:t>
            </a:r>
            <a:endParaRPr lang="en-US" sz="1100" dirty="0"/>
          </a:p>
        </p:txBody>
      </p:sp>
      <p:sp>
        <p:nvSpPr>
          <p:cNvPr id="22" name="flow panel">
            <a:extLst>
              <a:ext uri="{C183D7F6-B498-43B3-948B-1728B52AA6E4}">
                <adec:decorative xmlns:adec="http://schemas.microsoft.com/office/drawing/2017/decorative" val="1"/>
              </a:ext>
            </a:extLst>
          </p:cNvPr>
          <p:cNvSpPr/>
          <p:nvPr/>
        </p:nvSpPr>
        <p:spPr>
          <a:xfrm>
            <a:off x="5943600" y="2286000"/>
            <a:ext cx="2651760" cy="2212848"/>
          </a:xfrm>
          <a:prstGeom prst="rect">
            <a:avLst/>
          </a:prstGeom>
          <a:solidFill>
            <a:srgbClr val="F3F5F9"/>
          </a:solidFill>
          <a:ln w="12700">
            <a:solidFill>
              <a:srgbClr val="F3F5F9"/>
            </a:solidFill>
            <a:prstDash val="solid"/>
          </a:ln>
        </p:spPr>
        <p:txBody>
          <a:bodyPr/>
          <a:lstStyle/>
          <a:p>
            <a:endParaRPr lang="en-US"/>
          </a:p>
        </p:txBody>
      </p:sp>
      <p:sp>
        <p:nvSpPr>
          <p:cNvPr id="23" name="Text 21"/>
          <p:cNvSpPr/>
          <p:nvPr/>
        </p:nvSpPr>
        <p:spPr>
          <a:xfrm>
            <a:off x="6172200" y="2487168"/>
            <a:ext cx="2194560" cy="256032"/>
          </a:xfrm>
          <a:prstGeom prst="rect">
            <a:avLst/>
          </a:prstGeom>
          <a:noFill/>
          <a:ln/>
        </p:spPr>
        <p:txBody>
          <a:bodyPr wrap="square" lIns="0" tIns="0" rIns="0" bIns="0" rtlCol="0" anchor="ctr"/>
          <a:lstStyle/>
          <a:p>
            <a:pPr marL="0" indent="0">
              <a:buNone/>
            </a:pPr>
            <a:r>
              <a:rPr lang="en-US" sz="1150" b="1" dirty="0">
                <a:solidFill>
                  <a:srgbClr val="1D4ED8"/>
                </a:solidFill>
                <a:latin typeface="Pretendard" pitchFamily="34" charset="0"/>
                <a:ea typeface="Pretendard" pitchFamily="34" charset="-122"/>
                <a:cs typeface="Pretendard" pitchFamily="34" charset="-120"/>
              </a:rPr>
              <a:t>호출되는 과정</a:t>
            </a:r>
            <a:endParaRPr lang="en-US" sz="1150" dirty="0"/>
          </a:p>
        </p:txBody>
      </p:sp>
      <p:sp>
        <p:nvSpPr>
          <p:cNvPr id="24" name="Text 22"/>
          <p:cNvSpPr/>
          <p:nvPr/>
        </p:nvSpPr>
        <p:spPr>
          <a:xfrm>
            <a:off x="6172200" y="2816352"/>
            <a:ext cx="2194560" cy="1463040"/>
          </a:xfrm>
          <a:prstGeom prst="rect">
            <a:avLst/>
          </a:prstGeom>
          <a:noFill/>
          <a:ln/>
        </p:spPr>
        <p:txBody>
          <a:bodyPr wrap="square" lIns="0" tIns="0" rIns="0" bIns="0" rtlCol="0" anchor="t"/>
          <a:lstStyle/>
          <a:p>
            <a:pPr marL="0" indent="0">
              <a:lnSpc>
                <a:spcPct val="115000"/>
              </a:lnSpc>
              <a:buNone/>
            </a:pPr>
            <a:r>
              <a:rPr lang="en-US" sz="1050" dirty="0">
                <a:solidFill>
                  <a:srgbClr val="4B5563"/>
                </a:solidFill>
                <a:latin typeface="Pretendard" pitchFamily="34" charset="0"/>
                <a:ea typeface="Pretendard" pitchFamily="34" charset="-122"/>
                <a:cs typeface="Pretendard" pitchFamily="34" charset="-120"/>
              </a:rPr>
              <a:t>1  요청과 도구 설명을 매칭</a:t>
            </a:r>
            <a:endParaRPr lang="en-US" sz="1050" dirty="0"/>
          </a:p>
          <a:p>
            <a:pPr marL="0" indent="0">
              <a:lnSpc>
                <a:spcPct val="115000"/>
              </a:lnSpc>
              <a:buNone/>
            </a:pPr>
            <a:endParaRPr lang="en-US" sz="1050" dirty="0"/>
          </a:p>
          <a:p>
            <a:pPr marL="0" indent="0">
              <a:lnSpc>
                <a:spcPct val="115000"/>
              </a:lnSpc>
              <a:buNone/>
            </a:pPr>
            <a:r>
              <a:rPr lang="en-US" sz="1050" dirty="0">
                <a:solidFill>
                  <a:srgbClr val="4B5563"/>
                </a:solidFill>
                <a:latin typeface="Pretendard" pitchFamily="34" charset="0"/>
                <a:ea typeface="Pretendard" pitchFamily="34" charset="-122"/>
                <a:cs typeface="Pretendard" pitchFamily="34" charset="-120"/>
              </a:rPr>
              <a:t>2  도구 입력을 채움</a:t>
            </a:r>
            <a:endParaRPr lang="en-US" sz="1050" dirty="0"/>
          </a:p>
          <a:p>
            <a:pPr marL="0" indent="0">
              <a:lnSpc>
                <a:spcPct val="115000"/>
              </a:lnSpc>
              <a:buNone/>
            </a:pPr>
            <a:endParaRPr lang="en-US" sz="1050" dirty="0"/>
          </a:p>
          <a:p>
            <a:pPr marL="0" indent="0">
              <a:lnSpc>
                <a:spcPct val="115000"/>
              </a:lnSpc>
              <a:buNone/>
            </a:pPr>
            <a:r>
              <a:rPr lang="en-US" sz="1050" dirty="0">
                <a:solidFill>
                  <a:srgbClr val="4B5563"/>
                </a:solidFill>
                <a:latin typeface="Pretendard" pitchFamily="34" charset="0"/>
                <a:ea typeface="Pretendard" pitchFamily="34" charset="-122"/>
                <a:cs typeface="Pretendard" pitchFamily="34" charset="-120"/>
              </a:rPr>
              <a:t>3  도구를 실행</a:t>
            </a:r>
            <a:endParaRPr lang="en-US" sz="1050" dirty="0"/>
          </a:p>
          <a:p>
            <a:pPr marL="0" indent="0">
              <a:lnSpc>
                <a:spcPct val="115000"/>
              </a:lnSpc>
              <a:buNone/>
            </a:pPr>
            <a:endParaRPr lang="en-US" sz="1050" dirty="0"/>
          </a:p>
          <a:p>
            <a:pPr marL="0" indent="0">
              <a:lnSpc>
                <a:spcPct val="115000"/>
              </a:lnSpc>
              <a:buNone/>
            </a:pPr>
            <a:r>
              <a:rPr lang="en-US" sz="1050" dirty="0">
                <a:solidFill>
                  <a:srgbClr val="4B5563"/>
                </a:solidFill>
                <a:latin typeface="Pretendard" pitchFamily="34" charset="0"/>
                <a:ea typeface="Pretendard" pitchFamily="34" charset="-122"/>
                <a:cs typeface="Pretendard" pitchFamily="34" charset="-120"/>
              </a:rPr>
              <a:t>4  결과를 응답에 활용</a:t>
            </a:r>
            <a:endParaRPr lang="en-US" sz="10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a:extLst>
              <a:ext uri="{C183D7F6-B498-43B3-948B-1728B52AA6E4}">
                <adec:decorative xmlns:adec="http://schemas.microsoft.com/office/drawing/2017/decorative" val="1"/>
              </a:ext>
            </a:extLst>
          </p:cNvPr>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판단 기준</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Work IQ, MCP, 커넥터 중 무엇을 쓸까</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05  ·  범위 선택</a:t>
            </a:r>
            <a:endParaRPr lang="en-US" sz="950" dirty="0"/>
          </a:p>
        </p:txBody>
      </p:sp>
      <p:sp>
        <p:nvSpPr>
          <p:cNvPr id="7" name="key message band">
            <a:extLst>
              <a:ext uri="{C183D7F6-B498-43B3-948B-1728B52AA6E4}">
                <adec:decorative xmlns:adec="http://schemas.microsoft.com/office/drawing/2017/decorative" val="1"/>
              </a:ext>
            </a:extLst>
          </p:cNvPr>
          <p:cNvSpPr/>
          <p:nvPr/>
        </p:nvSpPr>
        <p:spPr>
          <a:xfrm>
            <a:off x="548640" y="1417320"/>
            <a:ext cx="8046720" cy="566928"/>
          </a:xfrm>
          <a:prstGeom prst="rect">
            <a:avLst/>
          </a:prstGeom>
          <a:solidFill>
            <a:srgbClr val="F3F5F9"/>
          </a:solidFill>
          <a:ln w="12700">
            <a:solidFill>
              <a:srgbClr val="F3F5F9"/>
            </a:solidFill>
            <a:prstDash val="solid"/>
          </a:ln>
        </p:spPr>
        <p:txBody>
          <a:bodyPr/>
          <a:lstStyle/>
          <a:p>
            <a:endParaRPr lang="ko-KR" altLang="en-US"/>
          </a:p>
        </p:txBody>
      </p:sp>
      <p:sp>
        <p:nvSpPr>
          <p:cNvPr id="8" name="accent bar">
            <a:extLst>
              <a:ext uri="{C183D7F6-B498-43B3-948B-1728B52AA6E4}">
                <adec:decorative xmlns:adec="http://schemas.microsoft.com/office/drawing/2017/decorative" val="1"/>
              </a:ext>
            </a:extLst>
          </p:cNvPr>
          <p:cNvSpPr/>
          <p:nvPr/>
        </p:nvSpPr>
        <p:spPr>
          <a:xfrm>
            <a:off x="548640" y="1417320"/>
            <a:ext cx="50292" cy="566928"/>
          </a:xfrm>
          <a:prstGeom prst="rect">
            <a:avLst/>
          </a:prstGeom>
          <a:solidFill>
            <a:srgbClr val="1D4ED8"/>
          </a:solidFill>
          <a:ln w="12700">
            <a:solidFill>
              <a:srgbClr val="1D4ED8"/>
            </a:solidFill>
            <a:prstDash val="solid"/>
          </a:ln>
        </p:spPr>
        <p:txBody>
          <a:bodyPr/>
          <a:lstStyle/>
          <a:p>
            <a:endParaRPr lang="en-US"/>
          </a:p>
        </p:txBody>
      </p:sp>
      <p:sp>
        <p:nvSpPr>
          <p:cNvPr id="9" name="Text 7">
            <a:extLst>
              <a:ext uri="{C183D7F6-B498-43B3-948B-1728B52AA6E4}">
                <adec:decorative xmlns:adec="http://schemas.microsoft.com/office/drawing/2017/decorative" val="1"/>
              </a:ext>
            </a:extLst>
          </p:cNvPr>
          <p:cNvSpPr/>
          <p:nvPr/>
        </p:nvSpPr>
        <p:spPr>
          <a:xfrm>
            <a:off x="749808" y="1417320"/>
            <a:ext cx="7680960" cy="566928"/>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필요한 범위만큼만 여는 것이 좋은 도구 설계입니다.</a:t>
            </a:r>
            <a:endParaRPr lang="en-US" sz="1350" dirty="0"/>
          </a:p>
        </p:txBody>
      </p:sp>
      <p:sp>
        <p:nvSpPr>
          <p:cNvPr id="10" name="card frame">
            <a:extLst>
              <a:ext uri="{C183D7F6-B498-43B3-948B-1728B52AA6E4}">
                <adec:decorative xmlns:adec="http://schemas.microsoft.com/office/drawing/2017/decorative" val="1"/>
              </a:ext>
            </a:extLst>
          </p:cNvPr>
          <p:cNvSpPr/>
          <p:nvPr/>
        </p:nvSpPr>
        <p:spPr>
          <a:xfrm>
            <a:off x="548640" y="2286000"/>
            <a:ext cx="2560320" cy="1645920"/>
          </a:xfrm>
          <a:prstGeom prst="rect">
            <a:avLst/>
          </a:prstGeom>
          <a:solidFill>
            <a:srgbClr val="FFFFFF"/>
          </a:solidFill>
          <a:ln w="12700">
            <a:solidFill>
              <a:srgbClr val="E5E7EB"/>
            </a:solidFill>
            <a:prstDash val="solid"/>
          </a:ln>
        </p:spPr>
        <p:txBody>
          <a:bodyPr/>
          <a:lstStyle/>
          <a:p>
            <a:endParaRPr lang="en-US"/>
          </a:p>
        </p:txBody>
      </p:sp>
      <p:sp>
        <p:nvSpPr>
          <p:cNvPr id="11" name="card top rule">
            <a:extLst>
              <a:ext uri="{C183D7F6-B498-43B3-948B-1728B52AA6E4}">
                <adec:decorative xmlns:adec="http://schemas.microsoft.com/office/drawing/2017/decorative" val="1"/>
              </a:ext>
            </a:extLst>
          </p:cNvPr>
          <p:cNvSpPr/>
          <p:nvPr/>
        </p:nvSpPr>
        <p:spPr>
          <a:xfrm>
            <a:off x="548640" y="2286000"/>
            <a:ext cx="2560320" cy="36576"/>
          </a:xfrm>
          <a:prstGeom prst="rect">
            <a:avLst/>
          </a:prstGeom>
          <a:solidFill>
            <a:srgbClr val="3B82F6"/>
          </a:solidFill>
          <a:ln w="12700">
            <a:solidFill>
              <a:srgbClr val="3B82F6"/>
            </a:solidFill>
            <a:prstDash val="solid"/>
          </a:ln>
        </p:spPr>
        <p:txBody>
          <a:bodyPr/>
          <a:lstStyle/>
          <a:p>
            <a:endParaRPr lang="en-US"/>
          </a:p>
        </p:txBody>
      </p:sp>
      <p:sp>
        <p:nvSpPr>
          <p:cNvPr id="12" name="Text 10"/>
          <p:cNvSpPr/>
          <p:nvPr/>
        </p:nvSpPr>
        <p:spPr>
          <a:xfrm>
            <a:off x="786384" y="2487168"/>
            <a:ext cx="2084832"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01</a:t>
            </a:r>
            <a:endParaRPr lang="en-US" sz="1300" dirty="0"/>
          </a:p>
        </p:txBody>
      </p:sp>
      <p:sp>
        <p:nvSpPr>
          <p:cNvPr id="13" name="Text 11">
            <a:extLst>
              <a:ext uri="{C183D7F6-B498-43B3-948B-1728B52AA6E4}">
                <adec:decorative xmlns:adec="http://schemas.microsoft.com/office/drawing/2017/decorative" val="1"/>
              </a:ext>
            </a:extLst>
          </p:cNvPr>
          <p:cNvSpPr/>
          <p:nvPr/>
        </p:nvSpPr>
        <p:spPr>
          <a:xfrm>
            <a:off x="786384" y="2788920"/>
            <a:ext cx="2084832" cy="310896"/>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Work IQ MCP</a:t>
            </a:r>
            <a:endParaRPr lang="en-US" sz="1350" dirty="0"/>
          </a:p>
        </p:txBody>
      </p:sp>
      <p:sp>
        <p:nvSpPr>
          <p:cNvPr id="14" name="Text 12"/>
          <p:cNvSpPr/>
          <p:nvPr/>
        </p:nvSpPr>
        <p:spPr>
          <a:xfrm>
            <a:off x="786384" y="3127248"/>
            <a:ext cx="2084832" cy="603504"/>
          </a:xfrm>
          <a:prstGeom prst="rect">
            <a:avLst/>
          </a:prstGeom>
          <a:noFill/>
          <a:ln/>
        </p:spPr>
        <p:txBody>
          <a:bodyPr wrap="square" lIns="0" tIns="0" rIns="0" bIns="0" rtlCol="0" anchor="t"/>
          <a:lstStyle/>
          <a:p>
            <a:pPr marL="0" indent="0">
              <a:lnSpc>
                <a:spcPct val="125000"/>
              </a:lnSpc>
              <a:buNone/>
            </a:pPr>
            <a:r>
              <a:rPr lang="en-US" sz="1050" dirty="0">
                <a:solidFill>
                  <a:srgbClr val="4B5563"/>
                </a:solidFill>
                <a:latin typeface="Pretendard" pitchFamily="34" charset="0"/>
                <a:ea typeface="Pretendard" pitchFamily="34" charset="-122"/>
                <a:cs typeface="Pretendard" pitchFamily="34" charset="-120"/>
              </a:rPr>
              <a:t>파일 · 이메일 · 회의 · 채팅 등</a:t>
            </a:r>
            <a:endParaRPr lang="en-US" sz="1050" dirty="0"/>
          </a:p>
          <a:p>
            <a:pPr marL="0" indent="0">
              <a:lnSpc>
                <a:spcPct val="125000"/>
              </a:lnSpc>
              <a:buNone/>
            </a:pPr>
            <a:r>
              <a:rPr lang="en-US" sz="1050" dirty="0">
                <a:solidFill>
                  <a:srgbClr val="4B5563"/>
                </a:solidFill>
                <a:latin typeface="Pretendard" pitchFamily="34" charset="0"/>
                <a:ea typeface="Pretendard" pitchFamily="34" charset="-122"/>
                <a:cs typeface="Pretendard" pitchFamily="34" charset="-120"/>
              </a:rPr>
              <a:t>Microsoft 365 전반의</a:t>
            </a:r>
            <a:endParaRPr lang="en-US" sz="1050" dirty="0"/>
          </a:p>
          <a:p>
            <a:pPr marL="0" indent="0">
              <a:lnSpc>
                <a:spcPct val="125000"/>
              </a:lnSpc>
              <a:buNone/>
            </a:pPr>
            <a:r>
              <a:rPr lang="en-US" sz="1050" dirty="0">
                <a:solidFill>
                  <a:srgbClr val="4B5563"/>
                </a:solidFill>
                <a:latin typeface="Pretendard" pitchFamily="34" charset="0"/>
                <a:ea typeface="Pretendard" pitchFamily="34" charset="-122"/>
                <a:cs typeface="Pretendard" pitchFamily="34" charset="-120"/>
              </a:rPr>
              <a:t>권한 적용된 넓은 컨텍스트</a:t>
            </a:r>
            <a:endParaRPr lang="en-US" sz="1050" dirty="0"/>
          </a:p>
        </p:txBody>
      </p:sp>
      <p:sp>
        <p:nvSpPr>
          <p:cNvPr id="15" name="card frame">
            <a:extLst>
              <a:ext uri="{C183D7F6-B498-43B3-948B-1728B52AA6E4}">
                <adec:decorative xmlns:adec="http://schemas.microsoft.com/office/drawing/2017/decorative" val="1"/>
              </a:ext>
            </a:extLst>
          </p:cNvPr>
          <p:cNvSpPr/>
          <p:nvPr/>
        </p:nvSpPr>
        <p:spPr>
          <a:xfrm>
            <a:off x="3291840" y="2286000"/>
            <a:ext cx="2560320" cy="1645920"/>
          </a:xfrm>
          <a:prstGeom prst="rect">
            <a:avLst/>
          </a:prstGeom>
          <a:solidFill>
            <a:srgbClr val="FFFFFF"/>
          </a:solidFill>
          <a:ln w="12700">
            <a:solidFill>
              <a:srgbClr val="E5E7EB"/>
            </a:solidFill>
            <a:prstDash val="solid"/>
          </a:ln>
        </p:spPr>
        <p:txBody>
          <a:bodyPr/>
          <a:lstStyle/>
          <a:p>
            <a:endParaRPr lang="en-US"/>
          </a:p>
        </p:txBody>
      </p:sp>
      <p:sp>
        <p:nvSpPr>
          <p:cNvPr id="16" name="card top rule">
            <a:extLst>
              <a:ext uri="{C183D7F6-B498-43B3-948B-1728B52AA6E4}">
                <adec:decorative xmlns:adec="http://schemas.microsoft.com/office/drawing/2017/decorative" val="1"/>
              </a:ext>
            </a:extLst>
          </p:cNvPr>
          <p:cNvSpPr/>
          <p:nvPr/>
        </p:nvSpPr>
        <p:spPr>
          <a:xfrm>
            <a:off x="3291840" y="2286000"/>
            <a:ext cx="2560320" cy="36576"/>
          </a:xfrm>
          <a:prstGeom prst="rect">
            <a:avLst/>
          </a:prstGeom>
          <a:solidFill>
            <a:srgbClr val="3B82F6"/>
          </a:solidFill>
          <a:ln w="12700">
            <a:solidFill>
              <a:srgbClr val="3B82F6"/>
            </a:solidFill>
            <a:prstDash val="solid"/>
          </a:ln>
        </p:spPr>
        <p:txBody>
          <a:bodyPr/>
          <a:lstStyle/>
          <a:p>
            <a:endParaRPr lang="en-US"/>
          </a:p>
        </p:txBody>
      </p:sp>
      <p:sp>
        <p:nvSpPr>
          <p:cNvPr id="17" name="Text 15">
            <a:extLst>
              <a:ext uri="{C183D7F6-B498-43B3-948B-1728B52AA6E4}">
                <adec:decorative xmlns:adec="http://schemas.microsoft.com/office/drawing/2017/decorative" val="1"/>
              </a:ext>
            </a:extLst>
          </p:cNvPr>
          <p:cNvSpPr/>
          <p:nvPr/>
        </p:nvSpPr>
        <p:spPr>
          <a:xfrm>
            <a:off x="3529584" y="2487168"/>
            <a:ext cx="2084832"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02</a:t>
            </a:r>
            <a:endParaRPr lang="en-US" sz="1300" dirty="0"/>
          </a:p>
        </p:txBody>
      </p:sp>
      <p:sp>
        <p:nvSpPr>
          <p:cNvPr id="18" name="Text 16"/>
          <p:cNvSpPr/>
          <p:nvPr/>
        </p:nvSpPr>
        <p:spPr>
          <a:xfrm>
            <a:off x="3529584" y="2788920"/>
            <a:ext cx="2084832" cy="310896"/>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SharePoint MCP</a:t>
            </a:r>
            <a:endParaRPr lang="en-US" sz="1350" dirty="0"/>
          </a:p>
        </p:txBody>
      </p:sp>
      <p:sp>
        <p:nvSpPr>
          <p:cNvPr id="19" name="Text 17"/>
          <p:cNvSpPr/>
          <p:nvPr/>
        </p:nvSpPr>
        <p:spPr>
          <a:xfrm>
            <a:off x="3529584" y="3127248"/>
            <a:ext cx="2084832" cy="603504"/>
          </a:xfrm>
          <a:prstGeom prst="rect">
            <a:avLst/>
          </a:prstGeom>
          <a:noFill/>
          <a:ln/>
        </p:spPr>
        <p:txBody>
          <a:bodyPr wrap="square" lIns="0" tIns="0" rIns="0" bIns="0" rtlCol="0" anchor="t"/>
          <a:lstStyle/>
          <a:p>
            <a:pPr marL="0" indent="0">
              <a:lnSpc>
                <a:spcPct val="125000"/>
              </a:lnSpc>
              <a:buNone/>
            </a:pPr>
            <a:r>
              <a:rPr lang="en-US" sz="1050" dirty="0">
                <a:solidFill>
                  <a:srgbClr val="4B5563"/>
                </a:solidFill>
                <a:latin typeface="Pretendard" pitchFamily="34" charset="0"/>
                <a:ea typeface="Pretendard" pitchFamily="34" charset="-122"/>
                <a:cs typeface="Pretendard" pitchFamily="34" charset="-120"/>
              </a:rPr>
              <a:t>에이전트가 더 넓은</a:t>
            </a:r>
            <a:endParaRPr lang="en-US" sz="1050" dirty="0"/>
          </a:p>
          <a:p>
            <a:pPr marL="0" indent="0">
              <a:lnSpc>
                <a:spcPct val="125000"/>
              </a:lnSpc>
              <a:buNone/>
            </a:pPr>
            <a:r>
              <a:rPr lang="en-US" sz="1050" dirty="0">
                <a:solidFill>
                  <a:srgbClr val="4B5563"/>
                </a:solidFill>
                <a:latin typeface="Pretendard" pitchFamily="34" charset="0"/>
                <a:ea typeface="Pretendard" pitchFamily="34" charset="-122"/>
                <a:cs typeface="Pretendard" pitchFamily="34" charset="-120"/>
              </a:rPr>
              <a:t>SharePoint 작업을</a:t>
            </a:r>
            <a:endParaRPr lang="en-US" sz="1050" dirty="0"/>
          </a:p>
          <a:p>
            <a:pPr marL="0" indent="0">
              <a:lnSpc>
                <a:spcPct val="125000"/>
              </a:lnSpc>
              <a:buNone/>
            </a:pPr>
            <a:r>
              <a:rPr lang="en-US" sz="1050" dirty="0">
                <a:solidFill>
                  <a:srgbClr val="4B5563"/>
                </a:solidFill>
                <a:latin typeface="Pretendard" pitchFamily="34" charset="0"/>
                <a:ea typeface="Pretendard" pitchFamily="34" charset="-122"/>
                <a:cs typeface="Pretendard" pitchFamily="34" charset="-120"/>
              </a:rPr>
              <a:t>수행해야 할 때</a:t>
            </a:r>
            <a:endParaRPr lang="en-US" sz="1050" dirty="0"/>
          </a:p>
        </p:txBody>
      </p:sp>
      <p:sp>
        <p:nvSpPr>
          <p:cNvPr id="20" name="card frame">
            <a:extLst>
              <a:ext uri="{C183D7F6-B498-43B3-948B-1728B52AA6E4}">
                <adec:decorative xmlns:adec="http://schemas.microsoft.com/office/drawing/2017/decorative" val="1"/>
              </a:ext>
            </a:extLst>
          </p:cNvPr>
          <p:cNvSpPr/>
          <p:nvPr/>
        </p:nvSpPr>
        <p:spPr>
          <a:xfrm>
            <a:off x="6035040" y="2286000"/>
            <a:ext cx="2560320" cy="1645920"/>
          </a:xfrm>
          <a:prstGeom prst="rect">
            <a:avLst/>
          </a:prstGeom>
          <a:solidFill>
            <a:srgbClr val="FFFFFF"/>
          </a:solidFill>
          <a:ln w="12700">
            <a:solidFill>
              <a:srgbClr val="E5E7EB"/>
            </a:solidFill>
            <a:prstDash val="solid"/>
          </a:ln>
        </p:spPr>
        <p:txBody>
          <a:bodyPr/>
          <a:lstStyle/>
          <a:p>
            <a:endParaRPr lang="ko-KR" altLang="en-US"/>
          </a:p>
        </p:txBody>
      </p:sp>
      <p:sp>
        <p:nvSpPr>
          <p:cNvPr id="21" name="card top rule">
            <a:extLst>
              <a:ext uri="{C183D7F6-B498-43B3-948B-1728B52AA6E4}">
                <adec:decorative xmlns:adec="http://schemas.microsoft.com/office/drawing/2017/decorative" val="1"/>
              </a:ext>
            </a:extLst>
          </p:cNvPr>
          <p:cNvSpPr/>
          <p:nvPr/>
        </p:nvSpPr>
        <p:spPr>
          <a:xfrm>
            <a:off x="6035040" y="2286000"/>
            <a:ext cx="2560320" cy="36576"/>
          </a:xfrm>
          <a:prstGeom prst="rect">
            <a:avLst/>
          </a:prstGeom>
          <a:solidFill>
            <a:srgbClr val="3B82F6"/>
          </a:solidFill>
          <a:ln w="12700">
            <a:solidFill>
              <a:srgbClr val="3B82F6"/>
            </a:solidFill>
            <a:prstDash val="solid"/>
          </a:ln>
        </p:spPr>
        <p:txBody>
          <a:bodyPr/>
          <a:lstStyle/>
          <a:p>
            <a:endParaRPr lang="ko-KR" altLang="en-US"/>
          </a:p>
        </p:txBody>
      </p:sp>
      <p:sp>
        <p:nvSpPr>
          <p:cNvPr id="22" name="Text 20"/>
          <p:cNvSpPr/>
          <p:nvPr/>
        </p:nvSpPr>
        <p:spPr>
          <a:xfrm>
            <a:off x="6272784" y="2487168"/>
            <a:ext cx="2084832"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03</a:t>
            </a:r>
            <a:endParaRPr lang="en-US" sz="1300" dirty="0"/>
          </a:p>
        </p:txBody>
      </p:sp>
      <p:sp>
        <p:nvSpPr>
          <p:cNvPr id="23" name="Text 21"/>
          <p:cNvSpPr/>
          <p:nvPr/>
        </p:nvSpPr>
        <p:spPr>
          <a:xfrm>
            <a:off x="6272784" y="2788920"/>
            <a:ext cx="2084832" cy="310896"/>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커넥터 액션</a:t>
            </a:r>
            <a:endParaRPr lang="en-US" sz="1350" dirty="0"/>
          </a:p>
        </p:txBody>
      </p:sp>
      <p:sp>
        <p:nvSpPr>
          <p:cNvPr id="24" name="Text 22"/>
          <p:cNvSpPr/>
          <p:nvPr/>
        </p:nvSpPr>
        <p:spPr>
          <a:xfrm>
            <a:off x="6272784" y="3127248"/>
            <a:ext cx="2084832" cy="603504"/>
          </a:xfrm>
          <a:prstGeom prst="rect">
            <a:avLst/>
          </a:prstGeom>
          <a:noFill/>
          <a:ln/>
        </p:spPr>
        <p:txBody>
          <a:bodyPr wrap="square" lIns="0" tIns="0" rIns="0" bIns="0" rtlCol="0" anchor="t"/>
          <a:lstStyle/>
          <a:p>
            <a:pPr marL="0" indent="0">
              <a:lnSpc>
                <a:spcPct val="125000"/>
              </a:lnSpc>
              <a:buNone/>
            </a:pPr>
            <a:r>
              <a:rPr lang="en-US" sz="1050" dirty="0">
                <a:solidFill>
                  <a:srgbClr val="4B5563"/>
                </a:solidFill>
                <a:latin typeface="Pretendard" pitchFamily="34" charset="0"/>
                <a:ea typeface="Pretendard" pitchFamily="34" charset="-122"/>
                <a:cs typeface="Pretendard" pitchFamily="34" charset="-120"/>
              </a:rPr>
              <a:t>승인된 하나의 사이트와</a:t>
            </a:r>
            <a:endParaRPr lang="en-US" sz="1050" dirty="0"/>
          </a:p>
          <a:p>
            <a:pPr marL="0" indent="0">
              <a:lnSpc>
                <a:spcPct val="125000"/>
              </a:lnSpc>
              <a:buNone/>
            </a:pPr>
            <a:r>
              <a:rPr lang="en-US" sz="1050" dirty="0">
                <a:solidFill>
                  <a:srgbClr val="4B5563"/>
                </a:solidFill>
                <a:latin typeface="Pretendard" pitchFamily="34" charset="0"/>
                <a:ea typeface="Pretendard" pitchFamily="34" charset="-122"/>
                <a:cs typeface="Pretendard" pitchFamily="34" charset="-120"/>
              </a:rPr>
              <a:t>목록으로 범위를</a:t>
            </a:r>
            <a:endParaRPr lang="en-US" sz="1050" dirty="0"/>
          </a:p>
          <a:p>
            <a:pPr marL="0" indent="0">
              <a:lnSpc>
                <a:spcPct val="125000"/>
              </a:lnSpc>
              <a:buNone/>
            </a:pPr>
            <a:r>
              <a:rPr lang="en-US" sz="1050" dirty="0">
                <a:solidFill>
                  <a:srgbClr val="4B5563"/>
                </a:solidFill>
                <a:latin typeface="Pretendard" pitchFamily="34" charset="0"/>
                <a:ea typeface="Pretendard" pitchFamily="34" charset="-122"/>
                <a:cs typeface="Pretendard" pitchFamily="34" charset="-120"/>
              </a:rPr>
              <a:t>명시적으로 고정</a:t>
            </a:r>
            <a:endParaRPr lang="en-US" sz="1050" dirty="0"/>
          </a:p>
        </p:txBody>
      </p:sp>
      <p:sp>
        <p:nvSpPr>
          <p:cNvPr id="25" name="rule band">
            <a:extLst>
              <a:ext uri="{C183D7F6-B498-43B3-948B-1728B52AA6E4}">
                <adec:decorative xmlns:adec="http://schemas.microsoft.com/office/drawing/2017/decorative" val="1"/>
              </a:ext>
            </a:extLst>
          </p:cNvPr>
          <p:cNvSpPr/>
          <p:nvPr/>
        </p:nvSpPr>
        <p:spPr>
          <a:xfrm>
            <a:off x="548640" y="4114800"/>
            <a:ext cx="8046720" cy="566928"/>
          </a:xfrm>
          <a:prstGeom prst="rect">
            <a:avLst/>
          </a:prstGeom>
          <a:solidFill>
            <a:srgbClr val="F3F5F9"/>
          </a:solidFill>
          <a:ln w="12700">
            <a:solidFill>
              <a:srgbClr val="F3F5F9"/>
            </a:solidFill>
            <a:prstDash val="solid"/>
          </a:ln>
        </p:spPr>
        <p:txBody>
          <a:bodyPr/>
          <a:lstStyle/>
          <a:p>
            <a:endParaRPr lang="ko-KR" altLang="en-US"/>
          </a:p>
        </p:txBody>
      </p:sp>
      <p:sp>
        <p:nvSpPr>
          <p:cNvPr id="26" name="band accent">
            <a:extLst>
              <a:ext uri="{C183D7F6-B498-43B3-948B-1728B52AA6E4}">
                <adec:decorative xmlns:adec="http://schemas.microsoft.com/office/drawing/2017/decorative" val="1"/>
              </a:ext>
            </a:extLst>
          </p:cNvPr>
          <p:cNvSpPr/>
          <p:nvPr/>
        </p:nvSpPr>
        <p:spPr>
          <a:xfrm>
            <a:off x="548640" y="4114800"/>
            <a:ext cx="50292" cy="566928"/>
          </a:xfrm>
          <a:prstGeom prst="rect">
            <a:avLst/>
          </a:prstGeom>
          <a:solidFill>
            <a:srgbClr val="1D4ED8"/>
          </a:solidFill>
          <a:ln w="12700">
            <a:solidFill>
              <a:srgbClr val="1D4ED8"/>
            </a:solidFill>
            <a:prstDash val="solid"/>
          </a:ln>
        </p:spPr>
        <p:txBody>
          <a:bodyPr/>
          <a:lstStyle/>
          <a:p>
            <a:endParaRPr lang="ko-KR" altLang="en-US"/>
          </a:p>
        </p:txBody>
      </p:sp>
      <p:sp>
        <p:nvSpPr>
          <p:cNvPr id="27" name="Text 25"/>
          <p:cNvSpPr/>
          <p:nvPr/>
        </p:nvSpPr>
        <p:spPr>
          <a:xfrm>
            <a:off x="777240" y="4114800"/>
            <a:ext cx="7589520" cy="566928"/>
          </a:xfrm>
          <a:prstGeom prst="rect">
            <a:avLst/>
          </a:prstGeom>
          <a:noFill/>
          <a:ln/>
        </p:spPr>
        <p:txBody>
          <a:bodyPr wrap="square" lIns="0" tIns="0" rIns="0" bIns="0" rtlCol="0" anchor="ctr"/>
          <a:lstStyle/>
          <a:p>
            <a:pPr marL="0" indent="0">
              <a:lnSpc>
                <a:spcPct val="120000"/>
              </a:lnSpc>
              <a:buNone/>
            </a:pPr>
            <a:r>
              <a:rPr lang="en-US" sz="1100" b="1" dirty="0">
                <a:solidFill>
                  <a:srgbClr val="1D4ED8"/>
                </a:solidFill>
                <a:latin typeface="Pretendard" pitchFamily="34" charset="0"/>
                <a:ea typeface="Pretendard" pitchFamily="34" charset="-122"/>
                <a:cs typeface="Pretendard" pitchFamily="34" charset="-120"/>
              </a:rPr>
              <a:t>이 랩의 선택   </a:t>
            </a:r>
            <a:r>
              <a:rPr lang="en-US" sz="1050" dirty="0">
                <a:solidFill>
                  <a:srgbClr val="4B5563"/>
                </a:solidFill>
                <a:latin typeface="Pretendard" pitchFamily="34" charset="0"/>
                <a:ea typeface="Pretendard" pitchFamily="34" charset="-122"/>
                <a:cs typeface="Pretendard" pitchFamily="34" charset="-120"/>
              </a:rPr>
              <a:t>Contoso IT Concierge에 필요한 것은 좁은 기능입니다. 승인된 SharePoint 사이트와 목록에서 항목을 가져오면 되므로 커넥터 액션을 사용합니다.</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a:extLst>
              <a:ext uri="{C183D7F6-B498-43B3-948B-1728B52AA6E4}">
                <adec:decorative xmlns:adec="http://schemas.microsoft.com/office/drawing/2017/decorative" val="1"/>
              </a:ext>
            </a:extLst>
          </p:cNvPr>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실습</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랩 05 · SharePoint 항목 가져오기 도구 추가하기</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05  ·  실습 안내</a:t>
            </a:r>
            <a:endParaRPr lang="en-US" sz="950" dirty="0"/>
          </a:p>
        </p:txBody>
      </p:sp>
      <p:sp>
        <p:nvSpPr>
          <p:cNvPr id="7" name="usecase band">
            <a:extLst>
              <a:ext uri="{C183D7F6-B498-43B3-948B-1728B52AA6E4}">
                <adec:decorative xmlns:adec="http://schemas.microsoft.com/office/drawing/2017/decorative" val="1"/>
              </a:ext>
            </a:extLst>
          </p:cNvPr>
          <p:cNvSpPr/>
          <p:nvPr/>
        </p:nvSpPr>
        <p:spPr>
          <a:xfrm>
            <a:off x="548640" y="1371600"/>
            <a:ext cx="8046720" cy="512064"/>
          </a:xfrm>
          <a:prstGeom prst="rect">
            <a:avLst/>
          </a:prstGeom>
          <a:solidFill>
            <a:srgbClr val="F3F5F9"/>
          </a:solidFill>
          <a:ln w="12700">
            <a:solidFill>
              <a:srgbClr val="F3F5F9"/>
            </a:solidFill>
            <a:prstDash val="solid"/>
          </a:ln>
        </p:spPr>
        <p:txBody>
          <a:bodyPr/>
          <a:lstStyle/>
          <a:p>
            <a:endParaRPr lang="ko-KR" altLang="en-US"/>
          </a:p>
        </p:txBody>
      </p:sp>
      <p:sp>
        <p:nvSpPr>
          <p:cNvPr id="8" name="usecase accent">
            <a:extLst>
              <a:ext uri="{C183D7F6-B498-43B3-948B-1728B52AA6E4}">
                <adec:decorative xmlns:adec="http://schemas.microsoft.com/office/drawing/2017/decorative" val="1"/>
              </a:ext>
            </a:extLst>
          </p:cNvPr>
          <p:cNvSpPr/>
          <p:nvPr/>
        </p:nvSpPr>
        <p:spPr>
          <a:xfrm>
            <a:off x="548640" y="1371600"/>
            <a:ext cx="50292" cy="512064"/>
          </a:xfrm>
          <a:prstGeom prst="rect">
            <a:avLst/>
          </a:prstGeom>
          <a:solidFill>
            <a:srgbClr val="1D4ED8"/>
          </a:solidFill>
          <a:ln w="12700">
            <a:solidFill>
              <a:srgbClr val="1D4ED8"/>
            </a:solidFill>
            <a:prstDash val="solid"/>
          </a:ln>
        </p:spPr>
        <p:txBody>
          <a:bodyPr/>
          <a:lstStyle/>
          <a:p>
            <a:endParaRPr lang="en-US"/>
          </a:p>
        </p:txBody>
      </p:sp>
      <p:sp>
        <p:nvSpPr>
          <p:cNvPr id="9" name="Text 7">
            <a:extLst>
              <a:ext uri="{C183D7F6-B498-43B3-948B-1728B52AA6E4}">
                <adec:decorative xmlns:adec="http://schemas.microsoft.com/office/drawing/2017/decorative" val="1"/>
              </a:ext>
            </a:extLst>
          </p:cNvPr>
          <p:cNvSpPr/>
          <p:nvPr/>
        </p:nvSpPr>
        <p:spPr>
          <a:xfrm>
            <a:off x="777240" y="1371600"/>
            <a:ext cx="7589520" cy="512064"/>
          </a:xfrm>
          <a:prstGeom prst="rect">
            <a:avLst/>
          </a:prstGeom>
          <a:noFill/>
          <a:ln/>
        </p:spPr>
        <p:txBody>
          <a:bodyPr wrap="square" lIns="0" tIns="0" rIns="0" bIns="0" rtlCol="0" anchor="ctr"/>
          <a:lstStyle/>
          <a:p>
            <a:pPr marL="0" indent="0">
              <a:buNone/>
            </a:pPr>
            <a:r>
              <a:rPr lang="en-US" sz="1050" b="1" dirty="0">
                <a:solidFill>
                  <a:srgbClr val="1D4ED8"/>
                </a:solidFill>
                <a:latin typeface="Pretendard" pitchFamily="34" charset="0"/>
                <a:ea typeface="Pretendard" pitchFamily="34" charset="-122"/>
                <a:cs typeface="Pretendard" pitchFamily="34" charset="-120"/>
              </a:rPr>
              <a:t>사용 사례   </a:t>
            </a:r>
            <a:r>
              <a:rPr lang="en-US" sz="1100" dirty="0">
                <a:solidFill>
                  <a:srgbClr val="111827"/>
                </a:solidFill>
                <a:latin typeface="Pretendard" pitchFamily="34" charset="0"/>
                <a:ea typeface="Pretendard" pitchFamily="34" charset="-122"/>
                <a:cs typeface="Pretendard" pitchFamily="34" charset="-120"/>
              </a:rPr>
              <a:t>직원이 어떤 장치를 사용할 수 있는지 알고 싶어 합니다. 사용 가능한 장치 목록을 확보하게 돕습니다.</a:t>
            </a:r>
            <a:endParaRPr lang="en-US" sz="1050" dirty="0"/>
          </a:p>
        </p:txBody>
      </p:sp>
      <p:sp>
        <p:nvSpPr>
          <p:cNvPr id="10" name="step card">
            <a:extLst>
              <a:ext uri="{C183D7F6-B498-43B3-948B-1728B52AA6E4}">
                <adec:decorative xmlns:adec="http://schemas.microsoft.com/office/drawing/2017/decorative" val="1"/>
              </a:ext>
            </a:extLst>
          </p:cNvPr>
          <p:cNvSpPr/>
          <p:nvPr/>
        </p:nvSpPr>
        <p:spPr>
          <a:xfrm>
            <a:off x="548640" y="2048256"/>
            <a:ext cx="1572768" cy="1700784"/>
          </a:xfrm>
          <a:prstGeom prst="rect">
            <a:avLst/>
          </a:prstGeom>
          <a:solidFill>
            <a:srgbClr val="FFFFFF"/>
          </a:solidFill>
          <a:ln w="12700">
            <a:solidFill>
              <a:srgbClr val="E5E7EB"/>
            </a:solidFill>
            <a:prstDash val="solid"/>
          </a:ln>
        </p:spPr>
        <p:txBody>
          <a:bodyPr/>
          <a:lstStyle/>
          <a:p>
            <a:endParaRPr lang="en-US"/>
          </a:p>
        </p:txBody>
      </p:sp>
      <p:sp>
        <p:nvSpPr>
          <p:cNvPr id="11" name="card rule">
            <a:extLst>
              <a:ext uri="{C183D7F6-B498-43B3-948B-1728B52AA6E4}">
                <adec:decorative xmlns:adec="http://schemas.microsoft.com/office/drawing/2017/decorative" val="1"/>
              </a:ext>
            </a:extLst>
          </p:cNvPr>
          <p:cNvSpPr/>
          <p:nvPr/>
        </p:nvSpPr>
        <p:spPr>
          <a:xfrm>
            <a:off x="548640" y="2048256"/>
            <a:ext cx="1572768" cy="36576"/>
          </a:xfrm>
          <a:prstGeom prst="rect">
            <a:avLst/>
          </a:prstGeom>
          <a:solidFill>
            <a:srgbClr val="3B82F6"/>
          </a:solidFill>
          <a:ln w="12700">
            <a:solidFill>
              <a:srgbClr val="3B82F6"/>
            </a:solidFill>
            <a:prstDash val="solid"/>
          </a:ln>
        </p:spPr>
        <p:txBody>
          <a:bodyPr/>
          <a:lstStyle/>
          <a:p>
            <a:endParaRPr lang="en-US"/>
          </a:p>
        </p:txBody>
      </p:sp>
      <p:sp>
        <p:nvSpPr>
          <p:cNvPr id="12" name="Text 10"/>
          <p:cNvSpPr/>
          <p:nvPr/>
        </p:nvSpPr>
        <p:spPr>
          <a:xfrm>
            <a:off x="713232" y="2212848"/>
            <a:ext cx="1243584" cy="256032"/>
          </a:xfrm>
          <a:prstGeom prst="rect">
            <a:avLst/>
          </a:prstGeom>
          <a:noFill/>
          <a:ln/>
        </p:spPr>
        <p:txBody>
          <a:bodyPr wrap="square" lIns="0" tIns="0" rIns="0" bIns="0" rtlCol="0" anchor="ctr"/>
          <a:lstStyle/>
          <a:p>
            <a:pPr marL="0" indent="0">
              <a:buNone/>
            </a:pPr>
            <a:r>
              <a:rPr lang="en-US" sz="1250" b="1" dirty="0">
                <a:solidFill>
                  <a:srgbClr val="1D4ED8"/>
                </a:solidFill>
                <a:latin typeface="Pretendard" pitchFamily="34" charset="0"/>
                <a:ea typeface="Pretendard" pitchFamily="34" charset="-122"/>
                <a:cs typeface="Pretendard" pitchFamily="34" charset="-120"/>
              </a:rPr>
              <a:t>01</a:t>
            </a:r>
            <a:endParaRPr lang="en-US" sz="1250" dirty="0"/>
          </a:p>
        </p:txBody>
      </p:sp>
      <p:sp>
        <p:nvSpPr>
          <p:cNvPr id="13" name="Text 11">
            <a:extLst>
              <a:ext uri="{C183D7F6-B498-43B3-948B-1728B52AA6E4}">
                <adec:decorative xmlns:adec="http://schemas.microsoft.com/office/drawing/2017/decorative" val="1"/>
              </a:ext>
            </a:extLst>
          </p:cNvPr>
          <p:cNvSpPr/>
          <p:nvPr/>
        </p:nvSpPr>
        <p:spPr>
          <a:xfrm>
            <a:off x="713232" y="2487168"/>
            <a:ext cx="1243584" cy="274320"/>
          </a:xfrm>
          <a:prstGeom prst="rect">
            <a:avLst/>
          </a:prstGeom>
          <a:noFill/>
          <a:ln/>
        </p:spPr>
        <p:txBody>
          <a:bodyPr wrap="square" lIns="0" tIns="0" rIns="0" bIns="0" rtlCol="0" anchor="t"/>
          <a:lstStyle/>
          <a:p>
            <a:pPr marL="0" indent="0">
              <a:buNone/>
            </a:pPr>
            <a:r>
              <a:rPr lang="en-US" sz="1150" b="1" dirty="0">
                <a:solidFill>
                  <a:srgbClr val="111827"/>
                </a:solidFill>
                <a:latin typeface="Pretendard" pitchFamily="34" charset="0"/>
                <a:ea typeface="Pretendard" pitchFamily="34" charset="-122"/>
                <a:cs typeface="Pretendard" pitchFamily="34" charset="-120"/>
              </a:rPr>
              <a:t>도구 추가</a:t>
            </a:r>
            <a:endParaRPr lang="en-US" sz="1150" dirty="0"/>
          </a:p>
        </p:txBody>
      </p:sp>
      <p:sp>
        <p:nvSpPr>
          <p:cNvPr id="14" name="Text 12"/>
          <p:cNvSpPr/>
          <p:nvPr/>
        </p:nvSpPr>
        <p:spPr>
          <a:xfrm>
            <a:off x="713232" y="2798064"/>
            <a:ext cx="1243584" cy="841248"/>
          </a:xfrm>
          <a:prstGeom prst="rect">
            <a:avLst/>
          </a:prstGeom>
          <a:noFill/>
          <a:ln/>
        </p:spPr>
        <p:txBody>
          <a:bodyPr wrap="square" lIns="0" tIns="0" rIns="0" bIns="0" rtlCol="0" anchor="t"/>
          <a:lstStyle/>
          <a:p>
            <a:pPr marL="0" indent="0">
              <a:lnSpc>
                <a:spcPct val="122000"/>
              </a:lnSpc>
              <a:buNone/>
            </a:pPr>
            <a:r>
              <a:rPr lang="en-US" sz="900" dirty="0">
                <a:solidFill>
                  <a:srgbClr val="4B5563"/>
                </a:solidFill>
                <a:latin typeface="Pretendard" pitchFamily="34" charset="0"/>
                <a:ea typeface="Pretendard" pitchFamily="34" charset="-122"/>
                <a:cs typeface="Pretendard" pitchFamily="34" charset="-120"/>
              </a:rPr>
              <a:t>Build 보기의 Tools에서</a:t>
            </a:r>
            <a:endParaRPr lang="en-US" sz="900" dirty="0"/>
          </a:p>
          <a:p>
            <a:pPr marL="0" indent="0">
              <a:lnSpc>
                <a:spcPct val="122000"/>
              </a:lnSpc>
              <a:buNone/>
            </a:pPr>
            <a:r>
              <a:rPr lang="en-US" sz="900" dirty="0">
                <a:solidFill>
                  <a:srgbClr val="4B5563"/>
                </a:solidFill>
                <a:latin typeface="Pretendard" pitchFamily="34" charset="0"/>
                <a:ea typeface="Pretendard" pitchFamily="34" charset="-122"/>
                <a:cs typeface="Pretendard" pitchFamily="34" charset="-120"/>
              </a:rPr>
              <a:t>+ 를 선택합니다</a:t>
            </a:r>
            <a:endParaRPr lang="en-US" sz="900" dirty="0"/>
          </a:p>
        </p:txBody>
      </p:sp>
      <p:sp>
        <p:nvSpPr>
          <p:cNvPr id="15" name="step card">
            <a:extLst>
              <a:ext uri="{C183D7F6-B498-43B3-948B-1728B52AA6E4}">
                <adec:decorative xmlns:adec="http://schemas.microsoft.com/office/drawing/2017/decorative" val="1"/>
              </a:ext>
            </a:extLst>
          </p:cNvPr>
          <p:cNvSpPr/>
          <p:nvPr/>
        </p:nvSpPr>
        <p:spPr>
          <a:xfrm>
            <a:off x="2167128" y="2048256"/>
            <a:ext cx="1572768" cy="1700784"/>
          </a:xfrm>
          <a:prstGeom prst="rect">
            <a:avLst/>
          </a:prstGeom>
          <a:solidFill>
            <a:srgbClr val="FFFFFF"/>
          </a:solidFill>
          <a:ln w="12700">
            <a:solidFill>
              <a:srgbClr val="E5E7EB"/>
            </a:solidFill>
            <a:prstDash val="solid"/>
          </a:ln>
        </p:spPr>
        <p:txBody>
          <a:bodyPr/>
          <a:lstStyle/>
          <a:p>
            <a:endParaRPr lang="en-US"/>
          </a:p>
        </p:txBody>
      </p:sp>
      <p:sp>
        <p:nvSpPr>
          <p:cNvPr id="16" name="card rule">
            <a:extLst>
              <a:ext uri="{C183D7F6-B498-43B3-948B-1728B52AA6E4}">
                <adec:decorative xmlns:adec="http://schemas.microsoft.com/office/drawing/2017/decorative" val="1"/>
              </a:ext>
            </a:extLst>
          </p:cNvPr>
          <p:cNvSpPr/>
          <p:nvPr/>
        </p:nvSpPr>
        <p:spPr>
          <a:xfrm>
            <a:off x="2167128" y="2048256"/>
            <a:ext cx="1572768" cy="36576"/>
          </a:xfrm>
          <a:prstGeom prst="rect">
            <a:avLst/>
          </a:prstGeom>
          <a:solidFill>
            <a:srgbClr val="3B82F6"/>
          </a:solidFill>
          <a:ln w="12700">
            <a:solidFill>
              <a:srgbClr val="3B82F6"/>
            </a:solidFill>
            <a:prstDash val="solid"/>
          </a:ln>
        </p:spPr>
        <p:txBody>
          <a:bodyPr/>
          <a:lstStyle/>
          <a:p>
            <a:endParaRPr lang="en-US"/>
          </a:p>
        </p:txBody>
      </p:sp>
      <p:sp>
        <p:nvSpPr>
          <p:cNvPr id="17" name="Text 15">
            <a:extLst>
              <a:ext uri="{C183D7F6-B498-43B3-948B-1728B52AA6E4}">
                <adec:decorative xmlns:adec="http://schemas.microsoft.com/office/drawing/2017/decorative" val="1"/>
              </a:ext>
            </a:extLst>
          </p:cNvPr>
          <p:cNvSpPr/>
          <p:nvPr/>
        </p:nvSpPr>
        <p:spPr>
          <a:xfrm>
            <a:off x="2331720" y="2212848"/>
            <a:ext cx="1243584" cy="256032"/>
          </a:xfrm>
          <a:prstGeom prst="rect">
            <a:avLst/>
          </a:prstGeom>
          <a:noFill/>
          <a:ln/>
        </p:spPr>
        <p:txBody>
          <a:bodyPr wrap="square" lIns="0" tIns="0" rIns="0" bIns="0" rtlCol="0" anchor="ctr"/>
          <a:lstStyle/>
          <a:p>
            <a:pPr marL="0" indent="0">
              <a:buNone/>
            </a:pPr>
            <a:r>
              <a:rPr lang="en-US" sz="1250" b="1" dirty="0">
                <a:solidFill>
                  <a:srgbClr val="1D4ED8"/>
                </a:solidFill>
                <a:latin typeface="Pretendard" pitchFamily="34" charset="0"/>
                <a:ea typeface="Pretendard" pitchFamily="34" charset="-122"/>
                <a:cs typeface="Pretendard" pitchFamily="34" charset="-120"/>
              </a:rPr>
              <a:t>02</a:t>
            </a:r>
            <a:endParaRPr lang="en-US" sz="1250" dirty="0"/>
          </a:p>
        </p:txBody>
      </p:sp>
      <p:sp>
        <p:nvSpPr>
          <p:cNvPr id="18" name="Text 16"/>
          <p:cNvSpPr/>
          <p:nvPr/>
        </p:nvSpPr>
        <p:spPr>
          <a:xfrm>
            <a:off x="2331720" y="2487168"/>
            <a:ext cx="1243584" cy="274320"/>
          </a:xfrm>
          <a:prstGeom prst="rect">
            <a:avLst/>
          </a:prstGeom>
          <a:noFill/>
          <a:ln/>
        </p:spPr>
        <p:txBody>
          <a:bodyPr wrap="square" lIns="0" tIns="0" rIns="0" bIns="0" rtlCol="0" anchor="t"/>
          <a:lstStyle/>
          <a:p>
            <a:pPr marL="0" indent="0">
              <a:buNone/>
            </a:pPr>
            <a:r>
              <a:rPr lang="en-US" sz="1150" b="1" dirty="0">
                <a:solidFill>
                  <a:srgbClr val="111827"/>
                </a:solidFill>
                <a:latin typeface="Pretendard" pitchFamily="34" charset="0"/>
                <a:ea typeface="Pretendard" pitchFamily="34" charset="-122"/>
                <a:cs typeface="Pretendard" pitchFamily="34" charset="-120"/>
              </a:rPr>
              <a:t>유형 살펴보기</a:t>
            </a:r>
            <a:endParaRPr lang="en-US" sz="1150" dirty="0"/>
          </a:p>
        </p:txBody>
      </p:sp>
      <p:sp>
        <p:nvSpPr>
          <p:cNvPr id="19" name="Text 17"/>
          <p:cNvSpPr/>
          <p:nvPr/>
        </p:nvSpPr>
        <p:spPr>
          <a:xfrm>
            <a:off x="2331720" y="2798064"/>
            <a:ext cx="1243584" cy="841248"/>
          </a:xfrm>
          <a:prstGeom prst="rect">
            <a:avLst/>
          </a:prstGeom>
          <a:noFill/>
          <a:ln/>
        </p:spPr>
        <p:txBody>
          <a:bodyPr wrap="square" lIns="0" tIns="0" rIns="0" bIns="0" rtlCol="0" anchor="t"/>
          <a:lstStyle/>
          <a:p>
            <a:pPr marL="0" indent="0">
              <a:lnSpc>
                <a:spcPct val="122000"/>
              </a:lnSpc>
              <a:buNone/>
            </a:pPr>
            <a:r>
              <a:rPr lang="en-US" sz="900" dirty="0">
                <a:solidFill>
                  <a:srgbClr val="4B5563"/>
                </a:solidFill>
                <a:latin typeface="Pretendard" pitchFamily="34" charset="0"/>
                <a:ea typeface="Pretendard" pitchFamily="34" charset="-122"/>
                <a:cs typeface="Pretendard" pitchFamily="34" charset="-120"/>
              </a:rPr>
              <a:t>추천 · MCP · 커넥터 ·</a:t>
            </a:r>
            <a:endParaRPr lang="en-US" sz="900" dirty="0"/>
          </a:p>
          <a:p>
            <a:pPr marL="0" indent="0">
              <a:lnSpc>
                <a:spcPct val="122000"/>
              </a:lnSpc>
              <a:buNone/>
            </a:pPr>
            <a:r>
              <a:rPr lang="en-US" sz="900" dirty="0">
                <a:solidFill>
                  <a:srgbClr val="4B5563"/>
                </a:solidFill>
                <a:latin typeface="Pretendard" pitchFamily="34" charset="0"/>
                <a:ea typeface="Pretendard" pitchFamily="34" charset="-122"/>
                <a:cs typeface="Pretendard" pitchFamily="34" charset="-120"/>
              </a:rPr>
              <a:t>Workflows를 확인합니다</a:t>
            </a:r>
            <a:endParaRPr lang="en-US" sz="900" dirty="0"/>
          </a:p>
        </p:txBody>
      </p:sp>
      <p:sp>
        <p:nvSpPr>
          <p:cNvPr id="20" name="step card">
            <a:extLst>
              <a:ext uri="{C183D7F6-B498-43B3-948B-1728B52AA6E4}">
                <adec:decorative xmlns:adec="http://schemas.microsoft.com/office/drawing/2017/decorative" val="1"/>
              </a:ext>
            </a:extLst>
          </p:cNvPr>
          <p:cNvSpPr/>
          <p:nvPr/>
        </p:nvSpPr>
        <p:spPr>
          <a:xfrm>
            <a:off x="3785616" y="2048256"/>
            <a:ext cx="1572768" cy="1700784"/>
          </a:xfrm>
          <a:prstGeom prst="rect">
            <a:avLst/>
          </a:prstGeom>
          <a:solidFill>
            <a:srgbClr val="FFFFFF"/>
          </a:solidFill>
          <a:ln w="12700">
            <a:solidFill>
              <a:srgbClr val="E5E7EB"/>
            </a:solidFill>
            <a:prstDash val="solid"/>
          </a:ln>
        </p:spPr>
        <p:txBody>
          <a:bodyPr/>
          <a:lstStyle/>
          <a:p>
            <a:endParaRPr lang="ko-KR" altLang="en-US"/>
          </a:p>
        </p:txBody>
      </p:sp>
      <p:sp>
        <p:nvSpPr>
          <p:cNvPr id="21" name="card rule">
            <a:extLst>
              <a:ext uri="{C183D7F6-B498-43B3-948B-1728B52AA6E4}">
                <adec:decorative xmlns:adec="http://schemas.microsoft.com/office/drawing/2017/decorative" val="1"/>
              </a:ext>
            </a:extLst>
          </p:cNvPr>
          <p:cNvSpPr/>
          <p:nvPr/>
        </p:nvSpPr>
        <p:spPr>
          <a:xfrm>
            <a:off x="3785616" y="2048256"/>
            <a:ext cx="1572768" cy="36576"/>
          </a:xfrm>
          <a:prstGeom prst="rect">
            <a:avLst/>
          </a:prstGeom>
          <a:solidFill>
            <a:srgbClr val="3B82F6"/>
          </a:solidFill>
          <a:ln w="12700">
            <a:solidFill>
              <a:srgbClr val="3B82F6"/>
            </a:solidFill>
            <a:prstDash val="solid"/>
          </a:ln>
        </p:spPr>
        <p:txBody>
          <a:bodyPr/>
          <a:lstStyle/>
          <a:p>
            <a:endParaRPr lang="ko-KR" altLang="en-US"/>
          </a:p>
        </p:txBody>
      </p:sp>
      <p:sp>
        <p:nvSpPr>
          <p:cNvPr id="22" name="Text 20"/>
          <p:cNvSpPr/>
          <p:nvPr/>
        </p:nvSpPr>
        <p:spPr>
          <a:xfrm>
            <a:off x="3950208" y="2212848"/>
            <a:ext cx="1243584" cy="256032"/>
          </a:xfrm>
          <a:prstGeom prst="rect">
            <a:avLst/>
          </a:prstGeom>
          <a:noFill/>
          <a:ln/>
        </p:spPr>
        <p:txBody>
          <a:bodyPr wrap="square" lIns="0" tIns="0" rIns="0" bIns="0" rtlCol="0" anchor="ctr"/>
          <a:lstStyle/>
          <a:p>
            <a:pPr marL="0" indent="0">
              <a:buNone/>
            </a:pPr>
            <a:r>
              <a:rPr lang="en-US" sz="1250" b="1" dirty="0">
                <a:solidFill>
                  <a:srgbClr val="1D4ED8"/>
                </a:solidFill>
                <a:latin typeface="Pretendard" pitchFamily="34" charset="0"/>
                <a:ea typeface="Pretendard" pitchFamily="34" charset="-122"/>
                <a:cs typeface="Pretendard" pitchFamily="34" charset="-120"/>
              </a:rPr>
              <a:t>03</a:t>
            </a:r>
            <a:endParaRPr lang="en-US" sz="1250" dirty="0"/>
          </a:p>
        </p:txBody>
      </p:sp>
      <p:sp>
        <p:nvSpPr>
          <p:cNvPr id="23" name="Text 21"/>
          <p:cNvSpPr/>
          <p:nvPr/>
        </p:nvSpPr>
        <p:spPr>
          <a:xfrm>
            <a:off x="3950208" y="2487168"/>
            <a:ext cx="1243584" cy="274320"/>
          </a:xfrm>
          <a:prstGeom prst="rect">
            <a:avLst/>
          </a:prstGeom>
          <a:noFill/>
          <a:ln/>
        </p:spPr>
        <p:txBody>
          <a:bodyPr wrap="square" lIns="0" tIns="0" rIns="0" bIns="0" rtlCol="0" anchor="t"/>
          <a:lstStyle/>
          <a:p>
            <a:pPr marL="0" indent="0">
              <a:buNone/>
            </a:pPr>
            <a:r>
              <a:rPr lang="en-US" sz="1150" b="1" dirty="0">
                <a:solidFill>
                  <a:srgbClr val="111827"/>
                </a:solidFill>
                <a:latin typeface="Pretendard" pitchFamily="34" charset="0"/>
                <a:ea typeface="Pretendard" pitchFamily="34" charset="-122"/>
                <a:cs typeface="Pretendard" pitchFamily="34" charset="-120"/>
              </a:rPr>
              <a:t>커넥터 선택</a:t>
            </a:r>
            <a:endParaRPr lang="en-US" sz="1150" dirty="0"/>
          </a:p>
        </p:txBody>
      </p:sp>
      <p:sp>
        <p:nvSpPr>
          <p:cNvPr id="24" name="Text 22"/>
          <p:cNvSpPr/>
          <p:nvPr/>
        </p:nvSpPr>
        <p:spPr>
          <a:xfrm>
            <a:off x="3950208" y="2798064"/>
            <a:ext cx="1243584" cy="841248"/>
          </a:xfrm>
          <a:prstGeom prst="rect">
            <a:avLst/>
          </a:prstGeom>
          <a:noFill/>
          <a:ln/>
        </p:spPr>
        <p:txBody>
          <a:bodyPr wrap="square" lIns="0" tIns="0" rIns="0" bIns="0" rtlCol="0" anchor="t"/>
          <a:lstStyle/>
          <a:p>
            <a:pPr marL="0" indent="0">
              <a:lnSpc>
                <a:spcPct val="122000"/>
              </a:lnSpc>
              <a:buNone/>
            </a:pPr>
            <a:r>
              <a:rPr lang="en-US" sz="900" dirty="0">
                <a:solidFill>
                  <a:srgbClr val="4B5563"/>
                </a:solidFill>
                <a:latin typeface="Pretendard" pitchFamily="34" charset="0"/>
                <a:ea typeface="Pretendard" pitchFamily="34" charset="-122"/>
                <a:cs typeface="Pretendard" pitchFamily="34" charset="-120"/>
              </a:rPr>
              <a:t>항목 가져오기를 검색해</a:t>
            </a:r>
            <a:endParaRPr lang="en-US" sz="900" dirty="0"/>
          </a:p>
          <a:p>
            <a:pPr marL="0" indent="0">
              <a:lnSpc>
                <a:spcPct val="122000"/>
              </a:lnSpc>
              <a:buNone/>
            </a:pPr>
            <a:r>
              <a:rPr lang="en-US" sz="900" dirty="0">
                <a:solidFill>
                  <a:srgbClr val="4B5563"/>
                </a:solidFill>
                <a:latin typeface="Pretendard" pitchFamily="34" charset="0"/>
                <a:ea typeface="Pretendard" pitchFamily="34" charset="-122"/>
                <a:cs typeface="Pretendard" pitchFamily="34" charset="-120"/>
              </a:rPr>
              <a:t>추가합니다</a:t>
            </a:r>
            <a:endParaRPr lang="en-US" sz="900" dirty="0"/>
          </a:p>
        </p:txBody>
      </p:sp>
      <p:sp>
        <p:nvSpPr>
          <p:cNvPr id="25" name="step card">
            <a:extLst>
              <a:ext uri="{C183D7F6-B498-43B3-948B-1728B52AA6E4}">
                <adec:decorative xmlns:adec="http://schemas.microsoft.com/office/drawing/2017/decorative" val="1"/>
              </a:ext>
            </a:extLst>
          </p:cNvPr>
          <p:cNvSpPr/>
          <p:nvPr/>
        </p:nvSpPr>
        <p:spPr>
          <a:xfrm>
            <a:off x="5404104" y="2048256"/>
            <a:ext cx="1572768" cy="1700784"/>
          </a:xfrm>
          <a:prstGeom prst="rect">
            <a:avLst/>
          </a:prstGeom>
          <a:solidFill>
            <a:srgbClr val="FFFFFF"/>
          </a:solidFill>
          <a:ln w="12700">
            <a:solidFill>
              <a:srgbClr val="E5E7EB"/>
            </a:solidFill>
            <a:prstDash val="solid"/>
          </a:ln>
        </p:spPr>
        <p:txBody>
          <a:bodyPr/>
          <a:lstStyle/>
          <a:p>
            <a:endParaRPr lang="ko-KR" altLang="en-US"/>
          </a:p>
        </p:txBody>
      </p:sp>
      <p:sp>
        <p:nvSpPr>
          <p:cNvPr id="26" name="card rule">
            <a:extLst>
              <a:ext uri="{C183D7F6-B498-43B3-948B-1728B52AA6E4}">
                <adec:decorative xmlns:adec="http://schemas.microsoft.com/office/drawing/2017/decorative" val="1"/>
              </a:ext>
            </a:extLst>
          </p:cNvPr>
          <p:cNvSpPr/>
          <p:nvPr/>
        </p:nvSpPr>
        <p:spPr>
          <a:xfrm>
            <a:off x="5404104" y="2048256"/>
            <a:ext cx="1572768" cy="36576"/>
          </a:xfrm>
          <a:prstGeom prst="rect">
            <a:avLst/>
          </a:prstGeom>
          <a:solidFill>
            <a:srgbClr val="3B82F6"/>
          </a:solidFill>
          <a:ln w="12700">
            <a:solidFill>
              <a:srgbClr val="3B82F6"/>
            </a:solidFill>
            <a:prstDash val="solid"/>
          </a:ln>
        </p:spPr>
        <p:txBody>
          <a:bodyPr/>
          <a:lstStyle/>
          <a:p>
            <a:endParaRPr lang="ko-KR" altLang="en-US"/>
          </a:p>
        </p:txBody>
      </p:sp>
      <p:sp>
        <p:nvSpPr>
          <p:cNvPr id="27" name="Text 25"/>
          <p:cNvSpPr/>
          <p:nvPr/>
        </p:nvSpPr>
        <p:spPr>
          <a:xfrm>
            <a:off x="5568696" y="2212848"/>
            <a:ext cx="1243584" cy="256032"/>
          </a:xfrm>
          <a:prstGeom prst="rect">
            <a:avLst/>
          </a:prstGeom>
          <a:noFill/>
          <a:ln/>
        </p:spPr>
        <p:txBody>
          <a:bodyPr wrap="square" lIns="0" tIns="0" rIns="0" bIns="0" rtlCol="0" anchor="ctr"/>
          <a:lstStyle/>
          <a:p>
            <a:pPr marL="0" indent="0">
              <a:buNone/>
            </a:pPr>
            <a:r>
              <a:rPr lang="en-US" sz="1250" b="1" dirty="0">
                <a:solidFill>
                  <a:srgbClr val="1D4ED8"/>
                </a:solidFill>
                <a:latin typeface="Pretendard" pitchFamily="34" charset="0"/>
                <a:ea typeface="Pretendard" pitchFamily="34" charset="-122"/>
                <a:cs typeface="Pretendard" pitchFamily="34" charset="-120"/>
              </a:rPr>
              <a:t>04</a:t>
            </a:r>
            <a:endParaRPr lang="en-US" sz="1250" dirty="0"/>
          </a:p>
        </p:txBody>
      </p:sp>
      <p:sp>
        <p:nvSpPr>
          <p:cNvPr id="28" name="Text 26"/>
          <p:cNvSpPr/>
          <p:nvPr/>
        </p:nvSpPr>
        <p:spPr>
          <a:xfrm>
            <a:off x="5568696" y="2487168"/>
            <a:ext cx="1243584" cy="274320"/>
          </a:xfrm>
          <a:prstGeom prst="rect">
            <a:avLst/>
          </a:prstGeom>
          <a:noFill/>
          <a:ln/>
        </p:spPr>
        <p:txBody>
          <a:bodyPr wrap="square" lIns="0" tIns="0" rIns="0" bIns="0" rtlCol="0" anchor="t"/>
          <a:lstStyle/>
          <a:p>
            <a:pPr marL="0" indent="0">
              <a:buNone/>
            </a:pPr>
            <a:r>
              <a:rPr lang="en-US" sz="1150" b="1" dirty="0">
                <a:solidFill>
                  <a:srgbClr val="111827"/>
                </a:solidFill>
                <a:latin typeface="Pretendard" pitchFamily="34" charset="0"/>
                <a:ea typeface="Pretendard" pitchFamily="34" charset="-122"/>
                <a:cs typeface="Pretendard" pitchFamily="34" charset="-120"/>
              </a:rPr>
              <a:t>이름 바꾸기</a:t>
            </a:r>
            <a:endParaRPr lang="en-US" sz="1150" dirty="0"/>
          </a:p>
        </p:txBody>
      </p:sp>
      <p:sp>
        <p:nvSpPr>
          <p:cNvPr id="29" name="Text 27"/>
          <p:cNvSpPr/>
          <p:nvPr/>
        </p:nvSpPr>
        <p:spPr>
          <a:xfrm>
            <a:off x="5568696" y="2798064"/>
            <a:ext cx="1243584" cy="841248"/>
          </a:xfrm>
          <a:prstGeom prst="rect">
            <a:avLst/>
          </a:prstGeom>
          <a:noFill/>
          <a:ln/>
        </p:spPr>
        <p:txBody>
          <a:bodyPr wrap="square" lIns="0" tIns="0" rIns="0" bIns="0" rtlCol="0" anchor="t"/>
          <a:lstStyle/>
          <a:p>
            <a:pPr marL="0" indent="0">
              <a:lnSpc>
                <a:spcPct val="122000"/>
              </a:lnSpc>
              <a:buNone/>
            </a:pPr>
            <a:r>
              <a:rPr lang="en-US" sz="900" dirty="0">
                <a:solidFill>
                  <a:srgbClr val="4B5563"/>
                </a:solidFill>
                <a:latin typeface="Pretendard" pitchFamily="34" charset="0"/>
                <a:ea typeface="Pretendard" pitchFamily="34" charset="-122"/>
                <a:cs typeface="Pretendard" pitchFamily="34" charset="-120"/>
              </a:rPr>
              <a:t>Details 탭에서</a:t>
            </a:r>
            <a:endParaRPr lang="en-US" sz="900" dirty="0"/>
          </a:p>
          <a:p>
            <a:pPr marL="0" indent="0">
              <a:lnSpc>
                <a:spcPct val="122000"/>
              </a:lnSpc>
              <a:buNone/>
            </a:pPr>
            <a:r>
              <a:rPr lang="en-US" sz="900" dirty="0">
                <a:solidFill>
                  <a:srgbClr val="4B5563"/>
                </a:solidFill>
                <a:latin typeface="Pretendard" pitchFamily="34" charset="0"/>
                <a:ea typeface="Pretendard" pitchFamily="34" charset="-122"/>
                <a:cs typeface="Pretendard" pitchFamily="34" charset="-120"/>
              </a:rPr>
              <a:t>용도가 드러나게</a:t>
            </a:r>
            <a:endParaRPr lang="en-US" sz="900" dirty="0"/>
          </a:p>
        </p:txBody>
      </p:sp>
      <p:sp>
        <p:nvSpPr>
          <p:cNvPr id="30" name="step card">
            <a:extLst>
              <a:ext uri="{C183D7F6-B498-43B3-948B-1728B52AA6E4}">
                <adec:decorative xmlns:adec="http://schemas.microsoft.com/office/drawing/2017/decorative" val="1"/>
              </a:ext>
            </a:extLst>
          </p:cNvPr>
          <p:cNvSpPr/>
          <p:nvPr/>
        </p:nvSpPr>
        <p:spPr>
          <a:xfrm>
            <a:off x="7022592" y="2048256"/>
            <a:ext cx="1572768" cy="1700784"/>
          </a:xfrm>
          <a:prstGeom prst="rect">
            <a:avLst/>
          </a:prstGeom>
          <a:solidFill>
            <a:srgbClr val="FFFFFF"/>
          </a:solidFill>
          <a:ln w="12700">
            <a:solidFill>
              <a:srgbClr val="E5E7EB"/>
            </a:solidFill>
            <a:prstDash val="solid"/>
          </a:ln>
        </p:spPr>
        <p:txBody>
          <a:bodyPr/>
          <a:lstStyle/>
          <a:p>
            <a:endParaRPr lang="ko-KR" altLang="en-US"/>
          </a:p>
        </p:txBody>
      </p:sp>
      <p:sp>
        <p:nvSpPr>
          <p:cNvPr id="31" name="card rule">
            <a:extLst>
              <a:ext uri="{C183D7F6-B498-43B3-948B-1728B52AA6E4}">
                <adec:decorative xmlns:adec="http://schemas.microsoft.com/office/drawing/2017/decorative" val="1"/>
              </a:ext>
            </a:extLst>
          </p:cNvPr>
          <p:cNvSpPr/>
          <p:nvPr/>
        </p:nvSpPr>
        <p:spPr>
          <a:xfrm>
            <a:off x="7022592" y="2048256"/>
            <a:ext cx="1572768" cy="36576"/>
          </a:xfrm>
          <a:prstGeom prst="rect">
            <a:avLst/>
          </a:prstGeom>
          <a:solidFill>
            <a:srgbClr val="3B82F6"/>
          </a:solidFill>
          <a:ln w="12700">
            <a:solidFill>
              <a:srgbClr val="3B82F6"/>
            </a:solidFill>
            <a:prstDash val="solid"/>
          </a:ln>
        </p:spPr>
        <p:txBody>
          <a:bodyPr/>
          <a:lstStyle/>
          <a:p>
            <a:endParaRPr lang="ko-KR" altLang="en-US"/>
          </a:p>
        </p:txBody>
      </p:sp>
      <p:sp>
        <p:nvSpPr>
          <p:cNvPr id="32" name="Text 30"/>
          <p:cNvSpPr/>
          <p:nvPr/>
        </p:nvSpPr>
        <p:spPr>
          <a:xfrm>
            <a:off x="7187184" y="2212848"/>
            <a:ext cx="1243584" cy="256032"/>
          </a:xfrm>
          <a:prstGeom prst="rect">
            <a:avLst/>
          </a:prstGeom>
          <a:noFill/>
          <a:ln/>
        </p:spPr>
        <p:txBody>
          <a:bodyPr wrap="square" lIns="0" tIns="0" rIns="0" bIns="0" rtlCol="0" anchor="ctr"/>
          <a:lstStyle/>
          <a:p>
            <a:pPr marL="0" indent="0">
              <a:buNone/>
            </a:pPr>
            <a:r>
              <a:rPr lang="en-US" sz="1250" b="1" dirty="0">
                <a:solidFill>
                  <a:srgbClr val="1D4ED8"/>
                </a:solidFill>
                <a:latin typeface="Pretendard" pitchFamily="34" charset="0"/>
                <a:ea typeface="Pretendard" pitchFamily="34" charset="-122"/>
                <a:cs typeface="Pretendard" pitchFamily="34" charset="-120"/>
              </a:rPr>
              <a:t>05</a:t>
            </a:r>
            <a:endParaRPr lang="en-US" sz="1250" dirty="0"/>
          </a:p>
        </p:txBody>
      </p:sp>
      <p:sp>
        <p:nvSpPr>
          <p:cNvPr id="33" name="Text 31"/>
          <p:cNvSpPr/>
          <p:nvPr/>
        </p:nvSpPr>
        <p:spPr>
          <a:xfrm>
            <a:off x="7187184" y="2487168"/>
            <a:ext cx="1243584" cy="274320"/>
          </a:xfrm>
          <a:prstGeom prst="rect">
            <a:avLst/>
          </a:prstGeom>
          <a:noFill/>
          <a:ln/>
        </p:spPr>
        <p:txBody>
          <a:bodyPr wrap="square" lIns="0" tIns="0" rIns="0" bIns="0" rtlCol="0" anchor="t"/>
          <a:lstStyle/>
          <a:p>
            <a:pPr marL="0" indent="0">
              <a:buNone/>
            </a:pPr>
            <a:r>
              <a:rPr lang="en-US" sz="1150" b="1" dirty="0">
                <a:solidFill>
                  <a:srgbClr val="111827"/>
                </a:solidFill>
                <a:latin typeface="Pretendard" pitchFamily="34" charset="0"/>
                <a:ea typeface="Pretendard" pitchFamily="34" charset="-122"/>
                <a:cs typeface="Pretendard" pitchFamily="34" charset="-120"/>
              </a:rPr>
              <a:t>입력 구성</a:t>
            </a:r>
            <a:endParaRPr lang="en-US" sz="1150" dirty="0"/>
          </a:p>
        </p:txBody>
      </p:sp>
      <p:sp>
        <p:nvSpPr>
          <p:cNvPr id="34" name="Text 32"/>
          <p:cNvSpPr/>
          <p:nvPr/>
        </p:nvSpPr>
        <p:spPr>
          <a:xfrm>
            <a:off x="7187184" y="2798064"/>
            <a:ext cx="1243584" cy="841248"/>
          </a:xfrm>
          <a:prstGeom prst="rect">
            <a:avLst/>
          </a:prstGeom>
          <a:noFill/>
          <a:ln/>
        </p:spPr>
        <p:txBody>
          <a:bodyPr wrap="square" lIns="0" tIns="0" rIns="0" bIns="0" rtlCol="0" anchor="t"/>
          <a:lstStyle/>
          <a:p>
            <a:pPr marL="0" indent="0">
              <a:lnSpc>
                <a:spcPct val="122000"/>
              </a:lnSpc>
              <a:buNone/>
            </a:pPr>
            <a:r>
              <a:rPr lang="en-US" sz="900" dirty="0">
                <a:solidFill>
                  <a:srgbClr val="4B5563"/>
                </a:solidFill>
                <a:latin typeface="Pretendard" pitchFamily="34" charset="0"/>
                <a:ea typeface="Pretendard" pitchFamily="34" charset="-122"/>
                <a:cs typeface="Pretendard" pitchFamily="34" charset="-120"/>
              </a:rPr>
              <a:t>사이트와 목록을</a:t>
            </a:r>
            <a:endParaRPr lang="en-US" sz="900" dirty="0"/>
          </a:p>
          <a:p>
            <a:pPr marL="0" indent="0">
              <a:lnSpc>
                <a:spcPct val="122000"/>
              </a:lnSpc>
              <a:buNone/>
            </a:pPr>
            <a:r>
              <a:rPr lang="en-US" sz="900" dirty="0">
                <a:solidFill>
                  <a:srgbClr val="4B5563"/>
                </a:solidFill>
                <a:latin typeface="Pretendard" pitchFamily="34" charset="0"/>
                <a:ea typeface="Pretendard" pitchFamily="34" charset="-122"/>
                <a:cs typeface="Pretendard" pitchFamily="34" charset="-120"/>
              </a:rPr>
              <a:t>값으로 고정</a:t>
            </a:r>
            <a:endParaRPr lang="en-US" sz="900" dirty="0"/>
          </a:p>
        </p:txBody>
      </p:sp>
      <p:sp>
        <p:nvSpPr>
          <p:cNvPr id="35" name="prereq frame">
            <a:extLst>
              <a:ext uri="{C183D7F6-B498-43B3-948B-1728B52AA6E4}">
                <adec:decorative xmlns:adec="http://schemas.microsoft.com/office/drawing/2017/decorative" val="1"/>
              </a:ext>
            </a:extLst>
          </p:cNvPr>
          <p:cNvSpPr/>
          <p:nvPr/>
        </p:nvSpPr>
        <p:spPr>
          <a:xfrm>
            <a:off x="548640" y="3913632"/>
            <a:ext cx="3977640" cy="731520"/>
          </a:xfrm>
          <a:prstGeom prst="rect">
            <a:avLst/>
          </a:prstGeom>
          <a:solidFill>
            <a:srgbClr val="FFFFFF"/>
          </a:solidFill>
          <a:ln w="12700">
            <a:solidFill>
              <a:srgbClr val="E5E7EB"/>
            </a:solidFill>
            <a:prstDash val="solid"/>
          </a:ln>
        </p:spPr>
        <p:txBody>
          <a:bodyPr/>
          <a:lstStyle/>
          <a:p>
            <a:endParaRPr lang="ko-KR" altLang="en-US"/>
          </a:p>
        </p:txBody>
      </p:sp>
      <p:sp>
        <p:nvSpPr>
          <p:cNvPr id="36" name="Text 34"/>
          <p:cNvSpPr/>
          <p:nvPr/>
        </p:nvSpPr>
        <p:spPr>
          <a:xfrm>
            <a:off x="749808" y="3913632"/>
            <a:ext cx="3611880" cy="731520"/>
          </a:xfrm>
          <a:prstGeom prst="rect">
            <a:avLst/>
          </a:prstGeom>
          <a:noFill/>
          <a:ln/>
        </p:spPr>
        <p:txBody>
          <a:bodyPr wrap="square" lIns="0" tIns="0" rIns="0" bIns="0" rtlCol="0" anchor="ctr"/>
          <a:lstStyle/>
          <a:p>
            <a:pPr marL="0" indent="0">
              <a:lnSpc>
                <a:spcPct val="120000"/>
              </a:lnSpc>
              <a:buNone/>
            </a:pPr>
            <a:r>
              <a:rPr lang="en-US" sz="1000" b="1" dirty="0">
                <a:solidFill>
                  <a:srgbClr val="1D4ED8"/>
                </a:solidFill>
                <a:latin typeface="Pretendard" pitchFamily="34" charset="0"/>
                <a:ea typeface="Pretendard" pitchFamily="34" charset="-122"/>
                <a:cs typeface="Pretendard" pitchFamily="34" charset="-120"/>
              </a:rPr>
              <a:t>사전 요구 사항
</a:t>
            </a:r>
            <a:r>
              <a:rPr lang="en-US" sz="950" dirty="0">
                <a:solidFill>
                  <a:srgbClr val="4B5563"/>
                </a:solidFill>
                <a:latin typeface="Pretendard" pitchFamily="34" charset="0"/>
                <a:ea typeface="Pretendard" pitchFamily="34" charset="-122"/>
                <a:cs typeface="Pretendard" pitchFamily="34" charset="-120"/>
              </a:rPr>
              <a:t>작업 00의 EmployeeAssets 목록</a:t>
            </a:r>
            <a:endParaRPr lang="en-US" sz="1000" dirty="0"/>
          </a:p>
          <a:p>
            <a:pPr marL="0" indent="0">
              <a:lnSpc>
                <a:spcPct val="120000"/>
              </a:lnSpc>
              <a:buNone/>
            </a:pPr>
            <a:r>
              <a:rPr lang="en-US" sz="950" dirty="0">
                <a:solidFill>
                  <a:srgbClr val="4B5563"/>
                </a:solidFill>
                <a:latin typeface="Pretendard" pitchFamily="34" charset="0"/>
                <a:ea typeface="Pretendard" pitchFamily="34" charset="-122"/>
                <a:cs typeface="Pretendard" pitchFamily="34" charset="-120"/>
              </a:rPr>
              <a:t>작업 04의 Contoso IT Concierge 에이전트</a:t>
            </a:r>
            <a:endParaRPr lang="en-US" sz="1000" dirty="0"/>
          </a:p>
        </p:txBody>
      </p:sp>
      <p:sp>
        <p:nvSpPr>
          <p:cNvPr id="37" name="tip frame">
            <a:extLst>
              <a:ext uri="{C183D7F6-B498-43B3-948B-1728B52AA6E4}">
                <adec:decorative xmlns:adec="http://schemas.microsoft.com/office/drawing/2017/decorative" val="1"/>
              </a:ext>
            </a:extLst>
          </p:cNvPr>
          <p:cNvSpPr/>
          <p:nvPr/>
        </p:nvSpPr>
        <p:spPr>
          <a:xfrm>
            <a:off x="4617720" y="3913632"/>
            <a:ext cx="3977640" cy="731520"/>
          </a:xfrm>
          <a:prstGeom prst="rect">
            <a:avLst/>
          </a:prstGeom>
          <a:solidFill>
            <a:srgbClr val="F3F5F9"/>
          </a:solidFill>
          <a:ln w="12700">
            <a:solidFill>
              <a:srgbClr val="F3F5F9"/>
            </a:solidFill>
            <a:prstDash val="solid"/>
          </a:ln>
        </p:spPr>
        <p:txBody>
          <a:bodyPr/>
          <a:lstStyle/>
          <a:p>
            <a:endParaRPr lang="ko-KR" altLang="en-US"/>
          </a:p>
        </p:txBody>
      </p:sp>
      <p:sp>
        <p:nvSpPr>
          <p:cNvPr id="38" name="Text 36"/>
          <p:cNvSpPr/>
          <p:nvPr/>
        </p:nvSpPr>
        <p:spPr>
          <a:xfrm>
            <a:off x="4818888" y="3913632"/>
            <a:ext cx="3611880" cy="731520"/>
          </a:xfrm>
          <a:prstGeom prst="rect">
            <a:avLst/>
          </a:prstGeom>
          <a:noFill/>
          <a:ln/>
        </p:spPr>
        <p:txBody>
          <a:bodyPr wrap="square" lIns="0" tIns="0" rIns="0" bIns="0" rtlCol="0" anchor="ctr"/>
          <a:lstStyle/>
          <a:p>
            <a:pPr marL="0" indent="0">
              <a:lnSpc>
                <a:spcPct val="120000"/>
              </a:lnSpc>
              <a:buNone/>
            </a:pPr>
            <a:r>
              <a:rPr lang="en-US" sz="1000" b="1" dirty="0">
                <a:solidFill>
                  <a:srgbClr val="1D4ED8"/>
                </a:solidFill>
                <a:latin typeface="Pretendard" pitchFamily="34" charset="0"/>
                <a:ea typeface="Pretendard" pitchFamily="34" charset="-122"/>
                <a:cs typeface="Pretendard" pitchFamily="34" charset="-120"/>
              </a:rPr>
              <a:t>확인 포인트
</a:t>
            </a:r>
            <a:r>
              <a:rPr lang="en-US" sz="950" dirty="0">
                <a:solidFill>
                  <a:srgbClr val="4B5563"/>
                </a:solidFill>
                <a:latin typeface="Pretendard" pitchFamily="34" charset="0"/>
                <a:ea typeface="Pretendard" pitchFamily="34" charset="-122"/>
                <a:cs typeface="Pretendard" pitchFamily="34" charset="-120"/>
              </a:rPr>
              <a:t>입력은 AI가 채우게 두거나 값으로 고정할 수 있습니다</a:t>
            </a:r>
            <a:endParaRPr lang="en-US" sz="1000" dirty="0"/>
          </a:p>
          <a:p>
            <a:pPr marL="0" indent="0">
              <a:lnSpc>
                <a:spcPct val="120000"/>
              </a:lnSpc>
              <a:buNone/>
            </a:pPr>
            <a:r>
              <a:rPr lang="en-US" sz="950" dirty="0">
                <a:solidFill>
                  <a:srgbClr val="4B5563"/>
                </a:solidFill>
                <a:latin typeface="Pretendard" pitchFamily="34" charset="0"/>
                <a:ea typeface="Pretendard" pitchFamily="34" charset="-122"/>
                <a:cs typeface="Pretendard" pitchFamily="34" charset="-120"/>
              </a:rPr>
              <a:t>이번에는 사이트와 목록을 값으로 고정합니다</a:t>
            </a:r>
            <a:endParaRPr lang="en-US" sz="1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a:extLst>
              <a:ext uri="{C183D7F6-B498-43B3-948B-1728B52AA6E4}">
                <adec:decorative xmlns:adec="http://schemas.microsoft.com/office/drawing/2017/decorative" val="1"/>
              </a:ext>
            </a:extLst>
          </p:cNvPr>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작업 완료</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에이전트가 실시간 데이터에 연결되었습니다</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05  ·  정리</a:t>
            </a:r>
            <a:endParaRPr lang="en-US" sz="950" dirty="0"/>
          </a:p>
        </p:txBody>
      </p:sp>
      <p:sp>
        <p:nvSpPr>
          <p:cNvPr id="7" name="check accent">
            <a:extLst>
              <a:ext uri="{C183D7F6-B498-43B3-948B-1728B52AA6E4}">
                <adec:decorative xmlns:adec="http://schemas.microsoft.com/office/drawing/2017/decorative" val="1"/>
              </a:ext>
            </a:extLst>
          </p:cNvPr>
          <p:cNvSpPr/>
          <p:nvPr/>
        </p:nvSpPr>
        <p:spPr>
          <a:xfrm>
            <a:off x="548640" y="1600200"/>
            <a:ext cx="45720" cy="548640"/>
          </a:xfrm>
          <a:prstGeom prst="rect">
            <a:avLst/>
          </a:prstGeom>
          <a:solidFill>
            <a:srgbClr val="3B82F6"/>
          </a:solidFill>
          <a:ln w="12700">
            <a:solidFill>
              <a:srgbClr val="3B82F6"/>
            </a:solidFill>
            <a:prstDash val="solid"/>
          </a:ln>
        </p:spPr>
        <p:txBody>
          <a:bodyPr/>
          <a:lstStyle/>
          <a:p>
            <a:endParaRPr lang="ko-KR" altLang="en-US"/>
          </a:p>
        </p:txBody>
      </p:sp>
      <p:sp>
        <p:nvSpPr>
          <p:cNvPr id="8" name="Text 6">
            <a:extLst>
              <a:ext uri="{C183D7F6-B498-43B3-948B-1728B52AA6E4}">
                <adec:decorative xmlns:adec="http://schemas.microsoft.com/office/drawing/2017/decorative" val="1"/>
              </a:ext>
            </a:extLst>
          </p:cNvPr>
          <p:cNvSpPr/>
          <p:nvPr/>
        </p:nvSpPr>
        <p:spPr>
          <a:xfrm>
            <a:off x="749808" y="1600200"/>
            <a:ext cx="5303520" cy="548640"/>
          </a:xfrm>
          <a:prstGeom prst="rect">
            <a:avLst/>
          </a:prstGeom>
          <a:noFill/>
          <a:ln/>
        </p:spPr>
        <p:txBody>
          <a:bodyPr wrap="square" lIns="0" tIns="0" rIns="0" bIns="0" rtlCol="0" anchor="ctr"/>
          <a:lstStyle/>
          <a:p>
            <a:pPr marL="0" indent="0">
              <a:lnSpc>
                <a:spcPct val="115000"/>
              </a:lnSpc>
              <a:buNone/>
            </a:pPr>
            <a:r>
              <a:rPr lang="en-US" sz="1200" b="1" dirty="0">
                <a:solidFill>
                  <a:srgbClr val="111827"/>
                </a:solidFill>
                <a:latin typeface="Pretendard" pitchFamily="34" charset="0"/>
                <a:ea typeface="Pretendard" pitchFamily="34" charset="-122"/>
                <a:cs typeface="Pretendard" pitchFamily="34" charset="-120"/>
              </a:rPr>
              <a:t>오케스트레이션 설명   </a:t>
            </a:r>
            <a:r>
              <a:rPr lang="en-US" sz="1000" dirty="0">
                <a:solidFill>
                  <a:srgbClr val="4B5563"/>
                </a:solidFill>
                <a:latin typeface="Pretendard" pitchFamily="34" charset="0"/>
                <a:ea typeface="Pretendard" pitchFamily="34" charset="-122"/>
                <a:cs typeface="Pretendard" pitchFamily="34" charset="-120"/>
              </a:rPr>
              <a:t>topics 대신 instructions와 기능을 쓰는 방식을 설명합니다.</a:t>
            </a:r>
            <a:endParaRPr lang="en-US" sz="1200" dirty="0"/>
          </a:p>
        </p:txBody>
      </p:sp>
      <p:sp>
        <p:nvSpPr>
          <p:cNvPr id="9" name="check accent">
            <a:extLst>
              <a:ext uri="{C183D7F6-B498-43B3-948B-1728B52AA6E4}">
                <adec:decorative xmlns:adec="http://schemas.microsoft.com/office/drawing/2017/decorative" val="1"/>
              </a:ext>
            </a:extLst>
          </p:cNvPr>
          <p:cNvSpPr/>
          <p:nvPr/>
        </p:nvSpPr>
        <p:spPr>
          <a:xfrm>
            <a:off x="548640" y="2240280"/>
            <a:ext cx="45720" cy="548640"/>
          </a:xfrm>
          <a:prstGeom prst="rect">
            <a:avLst/>
          </a:prstGeom>
          <a:solidFill>
            <a:srgbClr val="3B82F6"/>
          </a:solidFill>
          <a:ln w="12700">
            <a:solidFill>
              <a:srgbClr val="3B82F6"/>
            </a:solidFill>
            <a:prstDash val="solid"/>
          </a:ln>
        </p:spPr>
        <p:txBody>
          <a:bodyPr/>
          <a:lstStyle/>
          <a:p>
            <a:endParaRPr lang="en-US"/>
          </a:p>
        </p:txBody>
      </p:sp>
      <p:sp>
        <p:nvSpPr>
          <p:cNvPr id="10" name="Text 8">
            <a:extLst>
              <a:ext uri="{C183D7F6-B498-43B3-948B-1728B52AA6E4}">
                <adec:decorative xmlns:adec="http://schemas.microsoft.com/office/drawing/2017/decorative" val="1"/>
              </a:ext>
            </a:extLst>
          </p:cNvPr>
          <p:cNvSpPr/>
          <p:nvPr/>
        </p:nvSpPr>
        <p:spPr>
          <a:xfrm>
            <a:off x="749808" y="2240280"/>
            <a:ext cx="5303520" cy="548640"/>
          </a:xfrm>
          <a:prstGeom prst="rect">
            <a:avLst/>
          </a:prstGeom>
          <a:noFill/>
          <a:ln/>
        </p:spPr>
        <p:txBody>
          <a:bodyPr wrap="square" lIns="0" tIns="0" rIns="0" bIns="0" rtlCol="0" anchor="ctr"/>
          <a:lstStyle/>
          <a:p>
            <a:pPr marL="0" indent="0">
              <a:lnSpc>
                <a:spcPct val="115000"/>
              </a:lnSpc>
              <a:buNone/>
            </a:pPr>
            <a:r>
              <a:rPr lang="en-US" sz="1200" b="1" dirty="0">
                <a:solidFill>
                  <a:srgbClr val="111827"/>
                </a:solidFill>
                <a:latin typeface="Pretendard" pitchFamily="34" charset="0"/>
                <a:ea typeface="Pretendard" pitchFamily="34" charset="-122"/>
                <a:cs typeface="Pretendard" pitchFamily="34" charset="-120"/>
              </a:rPr>
              <a:t>커넥터 도구 추가   </a:t>
            </a:r>
            <a:r>
              <a:rPr lang="en-US" sz="1000" dirty="0">
                <a:solidFill>
                  <a:srgbClr val="4B5563"/>
                </a:solidFill>
                <a:latin typeface="Pretendard" pitchFamily="34" charset="0"/>
                <a:ea typeface="Pretendard" pitchFamily="34" charset="-122"/>
                <a:cs typeface="Pretendard" pitchFamily="34" charset="-120"/>
              </a:rPr>
              <a:t>SharePoint 항목 가져오기 액션으로 에이전트를 확장했습니다.</a:t>
            </a:r>
            <a:endParaRPr lang="en-US" sz="1200" dirty="0"/>
          </a:p>
        </p:txBody>
      </p:sp>
      <p:sp>
        <p:nvSpPr>
          <p:cNvPr id="11" name="check accent">
            <a:extLst>
              <a:ext uri="{C183D7F6-B498-43B3-948B-1728B52AA6E4}">
                <adec:decorative xmlns:adec="http://schemas.microsoft.com/office/drawing/2017/decorative" val="1"/>
              </a:ext>
            </a:extLst>
          </p:cNvPr>
          <p:cNvSpPr/>
          <p:nvPr/>
        </p:nvSpPr>
        <p:spPr>
          <a:xfrm>
            <a:off x="548640" y="2880360"/>
            <a:ext cx="45720" cy="548640"/>
          </a:xfrm>
          <a:prstGeom prst="rect">
            <a:avLst/>
          </a:prstGeom>
          <a:solidFill>
            <a:srgbClr val="3B82F6"/>
          </a:solidFill>
          <a:ln w="12700">
            <a:solidFill>
              <a:srgbClr val="3B82F6"/>
            </a:solidFill>
            <a:prstDash val="solid"/>
          </a:ln>
        </p:spPr>
        <p:txBody>
          <a:bodyPr/>
          <a:lstStyle/>
          <a:p>
            <a:endParaRPr lang="en-US"/>
          </a:p>
        </p:txBody>
      </p:sp>
      <p:sp>
        <p:nvSpPr>
          <p:cNvPr id="12" name="Text 10"/>
          <p:cNvSpPr/>
          <p:nvPr/>
        </p:nvSpPr>
        <p:spPr>
          <a:xfrm>
            <a:off x="749808" y="2880360"/>
            <a:ext cx="5303520" cy="548640"/>
          </a:xfrm>
          <a:prstGeom prst="rect">
            <a:avLst/>
          </a:prstGeom>
          <a:noFill/>
          <a:ln/>
        </p:spPr>
        <p:txBody>
          <a:bodyPr wrap="square" lIns="0" tIns="0" rIns="0" bIns="0" rtlCol="0" anchor="ctr"/>
          <a:lstStyle/>
          <a:p>
            <a:pPr marL="0" indent="0">
              <a:lnSpc>
                <a:spcPct val="115000"/>
              </a:lnSpc>
              <a:buNone/>
            </a:pPr>
            <a:r>
              <a:rPr lang="en-US" sz="1200" b="1" dirty="0">
                <a:solidFill>
                  <a:srgbClr val="111827"/>
                </a:solidFill>
                <a:latin typeface="Pretendard" pitchFamily="34" charset="0"/>
                <a:ea typeface="Pretendard" pitchFamily="34" charset="-122"/>
                <a:cs typeface="Pretendard" pitchFamily="34" charset="-120"/>
              </a:rPr>
              <a:t>도구 입력 구성   </a:t>
            </a:r>
            <a:r>
              <a:rPr lang="en-US" sz="1000" dirty="0">
                <a:solidFill>
                  <a:srgbClr val="4B5563"/>
                </a:solidFill>
                <a:latin typeface="Pretendard" pitchFamily="34" charset="0"/>
                <a:ea typeface="Pretendard" pitchFamily="34" charset="-122"/>
                <a:cs typeface="Pretendard" pitchFamily="34" charset="-120"/>
              </a:rPr>
              <a:t>사이트, 목록, 쿼리 값을 매핑했습니다.</a:t>
            </a:r>
            <a:endParaRPr lang="en-US" sz="1200" dirty="0"/>
          </a:p>
        </p:txBody>
      </p:sp>
      <p:sp>
        <p:nvSpPr>
          <p:cNvPr id="13" name="next panel">
            <a:extLst>
              <a:ext uri="{C183D7F6-B498-43B3-948B-1728B52AA6E4}">
                <adec:decorative xmlns:adec="http://schemas.microsoft.com/office/drawing/2017/decorative" val="1"/>
              </a:ext>
            </a:extLst>
          </p:cNvPr>
          <p:cNvSpPr/>
          <p:nvPr/>
        </p:nvSpPr>
        <p:spPr>
          <a:xfrm>
            <a:off x="6126480" y="1600200"/>
            <a:ext cx="2468880" cy="1874520"/>
          </a:xfrm>
          <a:prstGeom prst="rect">
            <a:avLst/>
          </a:prstGeom>
          <a:solidFill>
            <a:srgbClr val="F3F5F9"/>
          </a:solidFill>
          <a:ln w="12700">
            <a:solidFill>
              <a:srgbClr val="F3F5F9"/>
            </a:solidFill>
            <a:prstDash val="solid"/>
          </a:ln>
        </p:spPr>
        <p:txBody>
          <a:bodyPr/>
          <a:lstStyle/>
          <a:p>
            <a:endParaRPr lang="ko-KR" altLang="en-US"/>
          </a:p>
        </p:txBody>
      </p:sp>
      <p:sp>
        <p:nvSpPr>
          <p:cNvPr id="14" name="Text 12"/>
          <p:cNvSpPr/>
          <p:nvPr/>
        </p:nvSpPr>
        <p:spPr>
          <a:xfrm>
            <a:off x="6355080" y="1810512"/>
            <a:ext cx="2011680" cy="237744"/>
          </a:xfrm>
          <a:prstGeom prst="rect">
            <a:avLst/>
          </a:prstGeom>
          <a:noFill/>
          <a:ln/>
        </p:spPr>
        <p:txBody>
          <a:bodyPr wrap="square" lIns="0" tIns="0" rIns="0" bIns="0" rtlCol="0" anchor="ctr"/>
          <a:lstStyle/>
          <a:p>
            <a:pPr marL="0" indent="0">
              <a:buNone/>
            </a:pPr>
            <a:r>
              <a:rPr lang="en-US" sz="1050" b="1" kern="0" spc="100" dirty="0">
                <a:solidFill>
                  <a:srgbClr val="1D4ED8"/>
                </a:solidFill>
                <a:latin typeface="Pretendard" pitchFamily="34" charset="0"/>
                <a:ea typeface="Pretendard" pitchFamily="34" charset="-122"/>
                <a:cs typeface="Pretendard" pitchFamily="34" charset="-120"/>
              </a:rPr>
              <a:t>다음 작업</a:t>
            </a:r>
            <a:endParaRPr lang="en-US" sz="1050" dirty="0"/>
          </a:p>
        </p:txBody>
      </p:sp>
      <p:sp>
        <p:nvSpPr>
          <p:cNvPr id="15" name="Text 13"/>
          <p:cNvSpPr/>
          <p:nvPr/>
        </p:nvSpPr>
        <p:spPr>
          <a:xfrm>
            <a:off x="6355080" y="2103120"/>
            <a:ext cx="2011680" cy="914400"/>
          </a:xfrm>
          <a:prstGeom prst="rect">
            <a:avLst/>
          </a:prstGeom>
          <a:noFill/>
          <a:ln/>
        </p:spPr>
        <p:txBody>
          <a:bodyPr wrap="square" lIns="0" tIns="0" rIns="0" bIns="0" rtlCol="0" anchor="ctr"/>
          <a:lstStyle/>
          <a:p>
            <a:pPr marL="0" indent="0">
              <a:lnSpc>
                <a:spcPct val="120000"/>
              </a:lnSpc>
              <a:buNone/>
            </a:pPr>
            <a:r>
              <a:rPr lang="en-US" sz="1350" b="1" dirty="0">
                <a:solidFill>
                  <a:srgbClr val="111827"/>
                </a:solidFill>
                <a:latin typeface="Pretendard" pitchFamily="34" charset="0"/>
                <a:ea typeface="Pretendard" pitchFamily="34" charset="-122"/>
                <a:cs typeface="Pretendard" pitchFamily="34" charset="-120"/>
              </a:rPr>
              <a:t>작업 06</a:t>
            </a:r>
            <a:endParaRPr lang="en-US" sz="1350" dirty="0"/>
          </a:p>
          <a:p>
            <a:pPr marL="0" indent="0">
              <a:lnSpc>
                <a:spcPct val="120000"/>
              </a:lnSpc>
              <a:buNone/>
            </a:pPr>
            <a:r>
              <a:rPr lang="en-US" sz="1350" b="1" dirty="0">
                <a:solidFill>
                  <a:srgbClr val="111827"/>
                </a:solidFill>
                <a:latin typeface="Pretendard" pitchFamily="34" charset="0"/>
                <a:ea typeface="Pretendard" pitchFamily="34" charset="-122"/>
                <a:cs typeface="Pretendard" pitchFamily="34" charset="-120"/>
              </a:rPr>
              <a:t>에이전트에</a:t>
            </a:r>
            <a:endParaRPr lang="en-US" sz="1350" dirty="0"/>
          </a:p>
          <a:p>
            <a:pPr marL="0" indent="0">
              <a:lnSpc>
                <a:spcPct val="120000"/>
              </a:lnSpc>
              <a:buNone/>
            </a:pPr>
            <a:r>
              <a:rPr lang="en-US" sz="1350" b="1" dirty="0">
                <a:solidFill>
                  <a:srgbClr val="111827"/>
                </a:solidFill>
                <a:latin typeface="Pretendard" pitchFamily="34" charset="0"/>
                <a:ea typeface="Pretendard" pitchFamily="34" charset="-122"/>
                <a:cs typeface="Pretendard" pitchFamily="34" charset="-120"/>
              </a:rPr>
              <a:t>스킬 추가하기</a:t>
            </a:r>
            <a:endParaRPr lang="en-US" sz="1350" dirty="0"/>
          </a:p>
        </p:txBody>
      </p:sp>
      <p:sp>
        <p:nvSpPr>
          <p:cNvPr id="16" name="Text 14"/>
          <p:cNvSpPr/>
          <p:nvPr/>
        </p:nvSpPr>
        <p:spPr>
          <a:xfrm>
            <a:off x="6355080" y="2999232"/>
            <a:ext cx="2011680" cy="402336"/>
          </a:xfrm>
          <a:prstGeom prst="rect">
            <a:avLst/>
          </a:prstGeom>
          <a:noFill/>
          <a:ln/>
        </p:spPr>
        <p:txBody>
          <a:bodyPr wrap="square" lIns="0" tIns="0" rIns="0" bIns="0" rtlCol="0" anchor="ctr"/>
          <a:lstStyle/>
          <a:p>
            <a:pPr marL="0" indent="0">
              <a:lnSpc>
                <a:spcPct val="125000"/>
              </a:lnSpc>
              <a:buNone/>
            </a:pPr>
            <a:r>
              <a:rPr lang="en-US" sz="1000" dirty="0">
                <a:solidFill>
                  <a:srgbClr val="4B5563"/>
                </a:solidFill>
                <a:latin typeface="Pretendard" pitchFamily="34" charset="0"/>
                <a:ea typeface="Pretendard" pitchFamily="34" charset="-122"/>
                <a:cs typeface="Pretendard" pitchFamily="34" charset="-120"/>
              </a:rPr>
              <a:t>도구 사용을 절차로 묶습니다.</a:t>
            </a:r>
            <a:endParaRPr lang="en-US" sz="1000" dirty="0"/>
          </a:p>
        </p:txBody>
      </p:sp>
      <p:sp>
        <p:nvSpPr>
          <p:cNvPr id="17" name="reference frame">
            <a:extLst>
              <a:ext uri="{C183D7F6-B498-43B3-948B-1728B52AA6E4}">
                <adec:decorative xmlns:adec="http://schemas.microsoft.com/office/drawing/2017/decorative" val="1"/>
              </a:ext>
            </a:extLst>
          </p:cNvPr>
          <p:cNvSpPr/>
          <p:nvPr/>
        </p:nvSpPr>
        <p:spPr>
          <a:xfrm>
            <a:off x="548640" y="3968496"/>
            <a:ext cx="8046720" cy="658368"/>
          </a:xfrm>
          <a:prstGeom prst="rect">
            <a:avLst/>
          </a:prstGeom>
          <a:solidFill>
            <a:srgbClr val="FFFFFF"/>
          </a:solidFill>
          <a:ln w="12700">
            <a:solidFill>
              <a:srgbClr val="E5E7EB"/>
            </a:solidFill>
            <a:prstDash val="solid"/>
          </a:ln>
        </p:spPr>
        <p:txBody>
          <a:bodyPr/>
          <a:lstStyle/>
          <a:p>
            <a:endParaRPr lang="ko-KR" altLang="en-US"/>
          </a:p>
        </p:txBody>
      </p:sp>
      <p:sp>
        <p:nvSpPr>
          <p:cNvPr id="18" name="Text 16"/>
          <p:cNvSpPr/>
          <p:nvPr/>
        </p:nvSpPr>
        <p:spPr>
          <a:xfrm>
            <a:off x="777240" y="3968496"/>
            <a:ext cx="7589520" cy="658368"/>
          </a:xfrm>
          <a:prstGeom prst="rect">
            <a:avLst/>
          </a:prstGeom>
          <a:noFill/>
          <a:ln/>
        </p:spPr>
        <p:txBody>
          <a:bodyPr wrap="square" lIns="0" tIns="0" rIns="0" bIns="0" rtlCol="0" anchor="ctr"/>
          <a:lstStyle/>
          <a:p>
            <a:pPr marL="0" indent="0">
              <a:buNone/>
            </a:pPr>
            <a:r>
              <a:rPr lang="en-US" sz="1050" b="1" dirty="0">
                <a:solidFill>
                  <a:srgbClr val="1D4ED8"/>
                </a:solidFill>
                <a:latin typeface="Pretendard" pitchFamily="34" charset="0"/>
                <a:ea typeface="Pretendard" pitchFamily="34" charset="-122"/>
                <a:cs typeface="Pretendard" pitchFamily="34" charset="-120"/>
              </a:rPr>
              <a:t>참고 자료   </a:t>
            </a:r>
            <a:r>
              <a:rPr lang="en-US" sz="1000" dirty="0">
                <a:solidFill>
                  <a:srgbClr val="4B5563"/>
                </a:solidFill>
                <a:latin typeface="Pretendard" pitchFamily="34" charset="0"/>
                <a:ea typeface="Pretendard" pitchFamily="34" charset="-122"/>
                <a:cs typeface="Pretendard" pitchFamily="34" charset="-120"/>
              </a:rPr>
              <a:t>에이전트에 도구 추가하기  ·  SharePoint 커넥터 참조  ·  에이전트 세부 정보 및 지침 구성</a:t>
            </a:r>
            <a:endParaRPr lang="en-US" sz="10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pic>
        <p:nvPicPr>
          <p:cNvPr id="2" name="Image 0" descr="재사용 가능한 스킬 모듈을 형상화한 일러스트"/>
          <p:cNvPicPr>
            <a:picLocks noChangeAspect="1"/>
          </p:cNvPicPr>
          <p:nvPr/>
        </p:nvPicPr>
        <p:blipFill>
          <a:blip r:embed="rId3"/>
          <a:srcRect l="19849" r="19849"/>
          <a:stretch/>
        </p:blipFill>
        <p:spPr>
          <a:xfrm>
            <a:off x="4892040" y="0"/>
            <a:ext cx="4251960" cy="5143500"/>
          </a:xfrm>
          <a:prstGeom prst="rect">
            <a:avLst/>
          </a:prstGeom>
        </p:spPr>
      </p:pic>
      <p:sp>
        <p:nvSpPr>
          <p:cNvPr id="3" name="left accent">
            <a:extLst>
              <a:ext uri="{C183D7F6-B498-43B3-948B-1728B52AA6E4}">
                <adec:decorative xmlns:adec="http://schemas.microsoft.com/office/drawing/2017/decorative" val="1"/>
              </a:ext>
            </a:extLst>
          </p:cNvPr>
          <p:cNvSpPr/>
          <p:nvPr/>
        </p:nvSpPr>
        <p:spPr>
          <a:xfrm>
            <a:off x="0" y="0"/>
            <a:ext cx="82296" cy="5143500"/>
          </a:xfrm>
          <a:prstGeom prst="rect">
            <a:avLst/>
          </a:prstGeom>
          <a:solidFill>
            <a:srgbClr val="1D4ED8"/>
          </a:solidFill>
          <a:ln w="12700">
            <a:solidFill>
              <a:srgbClr val="1D4ED8"/>
            </a:solidFill>
            <a:prstDash val="solid"/>
          </a:ln>
        </p:spPr>
        <p:txBody>
          <a:bodyPr/>
          <a:lstStyle/>
          <a:p>
            <a:endParaRPr lang="en-US"/>
          </a:p>
        </p:txBody>
      </p:sp>
      <p:sp>
        <p:nvSpPr>
          <p:cNvPr id="4" name="Text 1"/>
          <p:cNvSpPr/>
          <p:nvPr/>
        </p:nvSpPr>
        <p:spPr>
          <a:xfrm>
            <a:off x="640080" y="914400"/>
            <a:ext cx="4023360" cy="256032"/>
          </a:xfrm>
          <a:prstGeom prst="rect">
            <a:avLst/>
          </a:prstGeom>
          <a:noFill/>
          <a:ln/>
        </p:spPr>
        <p:txBody>
          <a:bodyPr wrap="square" lIns="0" tIns="0" rIns="0" bIns="0" rtlCol="0" anchor="ctr"/>
          <a:lstStyle/>
          <a:p>
            <a:pPr marL="0" indent="0">
              <a:buNone/>
            </a:pPr>
            <a:endParaRPr lang="en-US" sz="1050" dirty="0"/>
          </a:p>
        </p:txBody>
      </p:sp>
      <p:sp>
        <p:nvSpPr>
          <p:cNvPr id="5" name="Text 2">
            <a:extLst>
              <a:ext uri="{C183D7F6-B498-43B3-948B-1728B52AA6E4}">
                <adec:decorative xmlns:adec="http://schemas.microsoft.com/office/drawing/2017/decorative" val="1"/>
              </a:ext>
            </a:extLst>
          </p:cNvPr>
          <p:cNvSpPr/>
          <p:nvPr/>
        </p:nvSpPr>
        <p:spPr>
          <a:xfrm>
            <a:off x="640080" y="1261872"/>
            <a:ext cx="4023360" cy="457200"/>
          </a:xfrm>
          <a:prstGeom prst="rect">
            <a:avLst/>
          </a:prstGeom>
          <a:noFill/>
          <a:ln/>
        </p:spPr>
        <p:txBody>
          <a:bodyPr wrap="square" lIns="0" tIns="0" rIns="0" bIns="0" rtlCol="0" anchor="ctr"/>
          <a:lstStyle/>
          <a:p>
            <a:pPr marL="0" indent="0">
              <a:buNone/>
            </a:pPr>
            <a:r>
              <a:rPr lang="en-US" sz="1500" b="1" dirty="0">
                <a:solidFill>
                  <a:srgbClr val="6B7280"/>
                </a:solidFill>
                <a:latin typeface="Pretendard" pitchFamily="34" charset="0"/>
                <a:ea typeface="Pretendard" pitchFamily="34" charset="-122"/>
                <a:cs typeface="Pretendard" pitchFamily="34" charset="-120"/>
              </a:rPr>
              <a:t>작업 06</a:t>
            </a:r>
            <a:endParaRPr lang="en-US" sz="1500" dirty="0"/>
          </a:p>
        </p:txBody>
      </p:sp>
      <p:sp>
        <p:nvSpPr>
          <p:cNvPr id="6" name="Text 3"/>
          <p:cNvSpPr/>
          <p:nvPr/>
        </p:nvSpPr>
        <p:spPr>
          <a:xfrm>
            <a:off x="640080" y="1627632"/>
            <a:ext cx="4206240" cy="1005840"/>
          </a:xfrm>
          <a:prstGeom prst="rect">
            <a:avLst/>
          </a:prstGeom>
          <a:noFill/>
          <a:ln/>
        </p:spPr>
        <p:txBody>
          <a:bodyPr wrap="square" lIns="0" tIns="0" rIns="0" bIns="0" rtlCol="0" anchor="t"/>
          <a:lstStyle/>
          <a:p>
            <a:pPr marL="0" indent="0">
              <a:lnSpc>
                <a:spcPct val="115000"/>
              </a:lnSpc>
              <a:buNone/>
            </a:pPr>
            <a:r>
              <a:rPr lang="en-US" sz="3200" b="1" dirty="0">
                <a:solidFill>
                  <a:srgbClr val="111827"/>
                </a:solidFill>
                <a:latin typeface="Pretendard" pitchFamily="34" charset="0"/>
                <a:ea typeface="Pretendard" pitchFamily="34" charset="-122"/>
                <a:cs typeface="Pretendard" pitchFamily="34" charset="-120"/>
              </a:rPr>
              <a:t>에이전트에</a:t>
            </a:r>
            <a:endParaRPr lang="en-US" sz="3200" dirty="0"/>
          </a:p>
          <a:p>
            <a:pPr marL="0" indent="0">
              <a:lnSpc>
                <a:spcPct val="115000"/>
              </a:lnSpc>
              <a:buNone/>
            </a:pPr>
            <a:r>
              <a:rPr lang="en-US" sz="3200" b="1" dirty="0">
                <a:solidFill>
                  <a:srgbClr val="111827"/>
                </a:solidFill>
                <a:latin typeface="Pretendard" pitchFamily="34" charset="0"/>
                <a:ea typeface="Pretendard" pitchFamily="34" charset="-122"/>
                <a:cs typeface="Pretendard" pitchFamily="34" charset="-120"/>
              </a:rPr>
              <a:t>스킬 추가하기</a:t>
            </a:r>
            <a:endParaRPr lang="en-US" sz="3200" dirty="0"/>
          </a:p>
        </p:txBody>
      </p:sp>
      <p:sp>
        <p:nvSpPr>
          <p:cNvPr id="7" name="rule">
            <a:extLst>
              <a:ext uri="{C183D7F6-B498-43B3-948B-1728B52AA6E4}">
                <adec:decorative xmlns:adec="http://schemas.microsoft.com/office/drawing/2017/decorative" val="1"/>
              </a:ext>
            </a:extLst>
          </p:cNvPr>
          <p:cNvSpPr/>
          <p:nvPr/>
        </p:nvSpPr>
        <p:spPr>
          <a:xfrm>
            <a:off x="640080" y="2743200"/>
            <a:ext cx="822960" cy="32004"/>
          </a:xfrm>
          <a:prstGeom prst="rect">
            <a:avLst/>
          </a:prstGeom>
          <a:solidFill>
            <a:srgbClr val="1D4ED8"/>
          </a:solidFill>
          <a:ln w="12700">
            <a:solidFill>
              <a:srgbClr val="1D4ED8"/>
            </a:solidFill>
            <a:prstDash val="solid"/>
          </a:ln>
        </p:spPr>
        <p:txBody>
          <a:bodyPr/>
          <a:lstStyle/>
          <a:p>
            <a:endParaRPr lang="ko-KR" altLang="en-US"/>
          </a:p>
        </p:txBody>
      </p:sp>
      <p:sp>
        <p:nvSpPr>
          <p:cNvPr id="8" name="Text 5">
            <a:extLst>
              <a:ext uri="{C183D7F6-B498-43B3-948B-1728B52AA6E4}">
                <adec:decorative xmlns:adec="http://schemas.microsoft.com/office/drawing/2017/decorative" val="1"/>
              </a:ext>
            </a:extLst>
          </p:cNvPr>
          <p:cNvSpPr/>
          <p:nvPr/>
        </p:nvSpPr>
        <p:spPr>
          <a:xfrm>
            <a:off x="640080" y="2944368"/>
            <a:ext cx="4023360" cy="640080"/>
          </a:xfrm>
          <a:prstGeom prst="rect">
            <a:avLst/>
          </a:prstGeom>
          <a:noFill/>
          <a:ln/>
        </p:spPr>
        <p:txBody>
          <a:bodyPr wrap="square" lIns="0" tIns="0" rIns="0" bIns="0" rtlCol="0" anchor="ctr"/>
          <a:lstStyle/>
          <a:p>
            <a:pPr marL="0" indent="0">
              <a:lnSpc>
                <a:spcPct val="130000"/>
              </a:lnSpc>
              <a:buNone/>
            </a:pPr>
            <a:r>
              <a:rPr lang="en-US" sz="1300" dirty="0">
                <a:solidFill>
                  <a:srgbClr val="4B5563"/>
                </a:solidFill>
                <a:latin typeface="Pretendard" pitchFamily="34" charset="0"/>
                <a:ea typeface="Pretendard" pitchFamily="34" charset="-122"/>
                <a:cs typeface="Pretendard" pitchFamily="34" charset="-120"/>
              </a:rPr>
              <a:t>작업별 동작을 재사용 가능한</a:t>
            </a:r>
            <a:endParaRPr lang="en-US" sz="1300" dirty="0"/>
          </a:p>
          <a:p>
            <a:pPr marL="0" indent="0">
              <a:lnSpc>
                <a:spcPct val="130000"/>
              </a:lnSpc>
              <a:buNone/>
            </a:pPr>
            <a:r>
              <a:rPr lang="en-US" sz="1300" dirty="0">
                <a:solidFill>
                  <a:srgbClr val="4B5563"/>
                </a:solidFill>
                <a:latin typeface="Pretendard" pitchFamily="34" charset="0"/>
                <a:ea typeface="Pretendard" pitchFamily="34" charset="-122"/>
                <a:cs typeface="Pretendard" pitchFamily="34" charset="-120"/>
              </a:rPr>
              <a:t>집중된 패키지로 분리합니다.</a:t>
            </a:r>
            <a:endParaRPr lang="en-US" sz="1300" dirty="0"/>
          </a:p>
        </p:txBody>
      </p:sp>
      <p:sp>
        <p:nvSpPr>
          <p:cNvPr id="9" name="Text 6"/>
          <p:cNvSpPr/>
          <p:nvPr/>
        </p:nvSpPr>
        <p:spPr>
          <a:xfrm>
            <a:off x="640080" y="3931920"/>
            <a:ext cx="1920240" cy="219456"/>
          </a:xfrm>
          <a:prstGeom prst="rect">
            <a:avLst/>
          </a:prstGeom>
          <a:noFill/>
          <a:ln/>
        </p:spPr>
        <p:txBody>
          <a:bodyPr wrap="square" lIns="0" tIns="0" rIns="0" bIns="0" rtlCol="0" anchor="ctr"/>
          <a:lstStyle/>
          <a:p>
            <a:pPr marL="0" indent="0">
              <a:buNone/>
            </a:pPr>
            <a:r>
              <a:rPr lang="en-US" sz="950" b="1" dirty="0">
                <a:solidFill>
                  <a:srgbClr val="1D4ED8"/>
                </a:solidFill>
                <a:latin typeface="Pretendard" pitchFamily="34" charset="0"/>
                <a:ea typeface="Pretendard" pitchFamily="34" charset="-122"/>
                <a:cs typeface="Pretendard" pitchFamily="34" charset="-120"/>
              </a:rPr>
              <a:t>선행 작업</a:t>
            </a:r>
            <a:endParaRPr lang="en-US" sz="950" dirty="0"/>
          </a:p>
        </p:txBody>
      </p:sp>
      <p:sp>
        <p:nvSpPr>
          <p:cNvPr id="10" name="Text 7">
            <a:extLst>
              <a:ext uri="{C183D7F6-B498-43B3-948B-1728B52AA6E4}">
                <adec:decorative xmlns:adec="http://schemas.microsoft.com/office/drawing/2017/decorative" val="1"/>
              </a:ext>
            </a:extLst>
          </p:cNvPr>
          <p:cNvSpPr/>
          <p:nvPr/>
        </p:nvSpPr>
        <p:spPr>
          <a:xfrm>
            <a:off x="640080" y="4169664"/>
            <a:ext cx="1920240" cy="457200"/>
          </a:xfrm>
          <a:prstGeom prst="rect">
            <a:avLst/>
          </a:prstGeom>
          <a:noFill/>
          <a:ln/>
        </p:spPr>
        <p:txBody>
          <a:bodyPr wrap="square" lIns="0" tIns="0" rIns="0" bIns="0" rtlCol="0" anchor="ctr"/>
          <a:lstStyle/>
          <a:p>
            <a:pPr marL="0" indent="0">
              <a:lnSpc>
                <a:spcPct val="120000"/>
              </a:lnSpc>
              <a:buNone/>
            </a:pPr>
            <a:r>
              <a:rPr lang="en-US" sz="1050" dirty="0">
                <a:solidFill>
                  <a:srgbClr val="4B5563"/>
                </a:solidFill>
                <a:latin typeface="Pretendard" pitchFamily="34" charset="0"/>
                <a:ea typeface="Pretendard" pitchFamily="34" charset="-122"/>
                <a:cs typeface="Pretendard" pitchFamily="34" charset="-120"/>
              </a:rPr>
              <a:t>작업 05 · 도구 연결 완료</a:t>
            </a:r>
            <a:endParaRPr lang="en-US" sz="1050" dirty="0"/>
          </a:p>
        </p:txBody>
      </p:sp>
      <p:sp>
        <p:nvSpPr>
          <p:cNvPr id="11" name="Text 8">
            <a:extLst>
              <a:ext uri="{C183D7F6-B498-43B3-948B-1728B52AA6E4}">
                <adec:decorative xmlns:adec="http://schemas.microsoft.com/office/drawing/2017/decorative" val="1"/>
              </a:ext>
            </a:extLst>
          </p:cNvPr>
          <p:cNvSpPr/>
          <p:nvPr/>
        </p:nvSpPr>
        <p:spPr>
          <a:xfrm>
            <a:off x="2743200" y="3931920"/>
            <a:ext cx="1920240" cy="219456"/>
          </a:xfrm>
          <a:prstGeom prst="rect">
            <a:avLst/>
          </a:prstGeom>
          <a:noFill/>
          <a:ln/>
        </p:spPr>
        <p:txBody>
          <a:bodyPr wrap="square" lIns="0" tIns="0" rIns="0" bIns="0" rtlCol="0" anchor="ctr"/>
          <a:lstStyle/>
          <a:p>
            <a:pPr marL="0" indent="0">
              <a:buNone/>
            </a:pPr>
            <a:r>
              <a:rPr lang="en-US" sz="950" b="1" dirty="0">
                <a:solidFill>
                  <a:srgbClr val="1D4ED8"/>
                </a:solidFill>
                <a:latin typeface="Pretendard" pitchFamily="34" charset="0"/>
                <a:ea typeface="Pretendard" pitchFamily="34" charset="-122"/>
                <a:cs typeface="Pretendard" pitchFamily="34" charset="-120"/>
              </a:rPr>
              <a:t>이 작업의 성격</a:t>
            </a:r>
            <a:endParaRPr lang="en-US" sz="950" dirty="0"/>
          </a:p>
        </p:txBody>
      </p:sp>
      <p:sp>
        <p:nvSpPr>
          <p:cNvPr id="12" name="Text 9">
            <a:extLst>
              <a:ext uri="{C183D7F6-B498-43B3-948B-1728B52AA6E4}">
                <adec:decorative xmlns:adec="http://schemas.microsoft.com/office/drawing/2017/decorative" val="1"/>
              </a:ext>
            </a:extLst>
          </p:cNvPr>
          <p:cNvSpPr/>
          <p:nvPr/>
        </p:nvSpPr>
        <p:spPr>
          <a:xfrm>
            <a:off x="2743200" y="4169664"/>
            <a:ext cx="1920240" cy="457200"/>
          </a:xfrm>
          <a:prstGeom prst="rect">
            <a:avLst/>
          </a:prstGeom>
          <a:noFill/>
          <a:ln/>
        </p:spPr>
        <p:txBody>
          <a:bodyPr wrap="square" lIns="0" tIns="0" rIns="0" bIns="0" rtlCol="0" anchor="ctr"/>
          <a:lstStyle/>
          <a:p>
            <a:pPr marL="0" indent="0">
              <a:lnSpc>
                <a:spcPct val="120000"/>
              </a:lnSpc>
              <a:buNone/>
            </a:pPr>
            <a:r>
              <a:rPr lang="en-US" sz="1050" dirty="0">
                <a:solidFill>
                  <a:srgbClr val="4B5563"/>
                </a:solidFill>
                <a:latin typeface="Pretendard" pitchFamily="34" charset="0"/>
                <a:ea typeface="Pretendard" pitchFamily="34" charset="-122"/>
                <a:cs typeface="Pretendard" pitchFamily="34" charset="-120"/>
              </a:rPr>
              <a:t>스킬을 반복해 다듬습니다</a:t>
            </a:r>
            <a:endParaRPr lang="en-US" sz="10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작업 브리핑</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이 작업을 마치면 할 수 있는 것</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ko-KR" alt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06  ·  학습 목표</a:t>
            </a:r>
            <a:endParaRPr lang="en-US" sz="950" dirty="0"/>
          </a:p>
        </p:txBody>
      </p:sp>
      <p:sp>
        <p:nvSpPr>
          <p:cNvPr id="7" name="key message band">
            <a:extLst>
              <a:ext uri="{C183D7F6-B498-43B3-948B-1728B52AA6E4}">
                <adec:decorative xmlns:adec="http://schemas.microsoft.com/office/drawing/2017/decorative" val="1"/>
              </a:ext>
            </a:extLst>
          </p:cNvPr>
          <p:cNvSpPr/>
          <p:nvPr/>
        </p:nvSpPr>
        <p:spPr>
          <a:xfrm>
            <a:off x="548640" y="1417320"/>
            <a:ext cx="8046720" cy="566928"/>
          </a:xfrm>
          <a:prstGeom prst="rect">
            <a:avLst/>
          </a:prstGeom>
          <a:solidFill>
            <a:srgbClr val="F3F5F9"/>
          </a:solidFill>
          <a:ln w="12700">
            <a:solidFill>
              <a:srgbClr val="F3F5F9"/>
            </a:solidFill>
            <a:prstDash val="solid"/>
          </a:ln>
        </p:spPr>
        <p:txBody>
          <a:bodyPr/>
          <a:lstStyle/>
          <a:p>
            <a:endParaRPr lang="ko-KR" altLang="en-US"/>
          </a:p>
        </p:txBody>
      </p:sp>
      <p:sp>
        <p:nvSpPr>
          <p:cNvPr id="8" name="accent bar">
            <a:extLst>
              <a:ext uri="{C183D7F6-B498-43B3-948B-1728B52AA6E4}">
                <adec:decorative xmlns:adec="http://schemas.microsoft.com/office/drawing/2017/decorative" val="1"/>
              </a:ext>
            </a:extLst>
          </p:cNvPr>
          <p:cNvSpPr/>
          <p:nvPr/>
        </p:nvSpPr>
        <p:spPr>
          <a:xfrm>
            <a:off x="548640" y="1417320"/>
            <a:ext cx="50292" cy="566928"/>
          </a:xfrm>
          <a:prstGeom prst="rect">
            <a:avLst/>
          </a:prstGeom>
          <a:solidFill>
            <a:srgbClr val="1D4ED8"/>
          </a:solidFill>
          <a:ln w="12700">
            <a:solidFill>
              <a:srgbClr val="1D4ED8"/>
            </a:solidFill>
            <a:prstDash val="solid"/>
          </a:ln>
        </p:spPr>
        <p:txBody>
          <a:bodyPr/>
          <a:lstStyle/>
          <a:p>
            <a:endParaRPr lang="ko-KR" altLang="en-US"/>
          </a:p>
        </p:txBody>
      </p:sp>
      <p:sp>
        <p:nvSpPr>
          <p:cNvPr id="9" name="Text 7"/>
          <p:cNvSpPr/>
          <p:nvPr/>
        </p:nvSpPr>
        <p:spPr>
          <a:xfrm>
            <a:off x="749808" y="1417320"/>
            <a:ext cx="7680960" cy="566928"/>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작은 문구 변화가 도구 호출과 응답을 바꿉니다.</a:t>
            </a:r>
            <a:endParaRPr lang="en-US" sz="1350" dirty="0"/>
          </a:p>
        </p:txBody>
      </p:sp>
      <p:sp>
        <p:nvSpPr>
          <p:cNvPr id="10" name="card frame">
            <a:extLst>
              <a:ext uri="{C183D7F6-B498-43B3-948B-1728B52AA6E4}">
                <adec:decorative xmlns:adec="http://schemas.microsoft.com/office/drawing/2017/decorative" val="1"/>
              </a:ext>
            </a:extLst>
          </p:cNvPr>
          <p:cNvSpPr/>
          <p:nvPr/>
        </p:nvSpPr>
        <p:spPr>
          <a:xfrm>
            <a:off x="548640" y="2377440"/>
            <a:ext cx="1984248" cy="1463040"/>
          </a:xfrm>
          <a:prstGeom prst="rect">
            <a:avLst/>
          </a:prstGeom>
          <a:solidFill>
            <a:srgbClr val="FFFFFF"/>
          </a:solidFill>
          <a:ln w="12700">
            <a:solidFill>
              <a:srgbClr val="E5E7EB"/>
            </a:solidFill>
            <a:prstDash val="solid"/>
          </a:ln>
        </p:spPr>
        <p:txBody>
          <a:bodyPr/>
          <a:lstStyle/>
          <a:p>
            <a:endParaRPr lang="ko-KR" altLang="en-US"/>
          </a:p>
        </p:txBody>
      </p:sp>
      <p:sp>
        <p:nvSpPr>
          <p:cNvPr id="11" name="card top rule">
            <a:extLst>
              <a:ext uri="{C183D7F6-B498-43B3-948B-1728B52AA6E4}">
                <adec:decorative xmlns:adec="http://schemas.microsoft.com/office/drawing/2017/decorative" val="1"/>
              </a:ext>
            </a:extLst>
          </p:cNvPr>
          <p:cNvSpPr/>
          <p:nvPr/>
        </p:nvSpPr>
        <p:spPr>
          <a:xfrm>
            <a:off x="548640" y="2377440"/>
            <a:ext cx="1984248" cy="36576"/>
          </a:xfrm>
          <a:prstGeom prst="rect">
            <a:avLst/>
          </a:prstGeom>
          <a:solidFill>
            <a:srgbClr val="3B82F6"/>
          </a:solidFill>
          <a:ln w="12700">
            <a:solidFill>
              <a:srgbClr val="3B82F6"/>
            </a:solidFill>
            <a:prstDash val="solid"/>
          </a:ln>
        </p:spPr>
        <p:txBody>
          <a:bodyPr/>
          <a:lstStyle/>
          <a:p>
            <a:endParaRPr lang="ko-KR" altLang="en-US"/>
          </a:p>
        </p:txBody>
      </p:sp>
      <p:sp>
        <p:nvSpPr>
          <p:cNvPr id="12" name="Text 10">
            <a:extLst>
              <a:ext uri="{C183D7F6-B498-43B3-948B-1728B52AA6E4}">
                <adec:decorative xmlns:adec="http://schemas.microsoft.com/office/drawing/2017/decorative" val="1"/>
              </a:ext>
            </a:extLst>
          </p:cNvPr>
          <p:cNvSpPr/>
          <p:nvPr/>
        </p:nvSpPr>
        <p:spPr>
          <a:xfrm>
            <a:off x="786384" y="2578608"/>
            <a:ext cx="1508760"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01</a:t>
            </a:r>
            <a:endParaRPr lang="en-US" sz="1300" dirty="0"/>
          </a:p>
        </p:txBody>
      </p:sp>
      <p:sp>
        <p:nvSpPr>
          <p:cNvPr id="13" name="Text 11">
            <a:extLst>
              <a:ext uri="{C183D7F6-B498-43B3-948B-1728B52AA6E4}">
                <adec:decorative xmlns:adec="http://schemas.microsoft.com/office/drawing/2017/decorative" val="1"/>
              </a:ext>
            </a:extLst>
          </p:cNvPr>
          <p:cNvSpPr/>
          <p:nvPr/>
        </p:nvSpPr>
        <p:spPr>
          <a:xfrm>
            <a:off x="786384" y="2880360"/>
            <a:ext cx="1508760" cy="310896"/>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스킬의 전제</a:t>
            </a:r>
            <a:endParaRPr lang="en-US" sz="1350" dirty="0"/>
          </a:p>
        </p:txBody>
      </p:sp>
      <p:sp>
        <p:nvSpPr>
          <p:cNvPr id="14" name="Text 12">
            <a:extLst>
              <a:ext uri="{C183D7F6-B498-43B3-948B-1728B52AA6E4}">
                <adec:decorative xmlns:adec="http://schemas.microsoft.com/office/drawing/2017/decorative" val="1"/>
              </a:ext>
            </a:extLst>
          </p:cNvPr>
          <p:cNvSpPr/>
          <p:nvPr/>
        </p:nvSpPr>
        <p:spPr>
          <a:xfrm>
            <a:off x="786384" y="3218688"/>
            <a:ext cx="1508760" cy="420624"/>
          </a:xfrm>
          <a:prstGeom prst="rect">
            <a:avLst/>
          </a:prstGeom>
          <a:noFill/>
          <a:ln/>
        </p:spPr>
        <p:txBody>
          <a:bodyPr wrap="square" lIns="0" tIns="0" rIns="0" bIns="0" rtlCol="0" anchor="t"/>
          <a:lstStyle/>
          <a:p>
            <a:pPr marL="0" indent="0">
              <a:lnSpc>
                <a:spcPct val="125000"/>
              </a:lnSpc>
              <a:buNone/>
            </a:pPr>
            <a:r>
              <a:rPr lang="en-US" sz="1050" dirty="0">
                <a:solidFill>
                  <a:srgbClr val="4B5563"/>
                </a:solidFill>
                <a:latin typeface="Pretendard" pitchFamily="34" charset="0"/>
                <a:ea typeface="Pretendard" pitchFamily="34" charset="-122"/>
                <a:cs typeface="Pretendard" pitchFamily="34" charset="-120"/>
              </a:rPr>
              <a:t>GitHub Copilot harness</a:t>
            </a:r>
            <a:endParaRPr lang="en-US" sz="1050" dirty="0"/>
          </a:p>
          <a:p>
            <a:pPr marL="0" indent="0">
              <a:lnSpc>
                <a:spcPct val="125000"/>
              </a:lnSpc>
              <a:buNone/>
            </a:pPr>
            <a:r>
              <a:rPr lang="en-US" sz="1050" dirty="0">
                <a:solidFill>
                  <a:srgbClr val="4B5563"/>
                </a:solidFill>
                <a:latin typeface="Pretendard" pitchFamily="34" charset="0"/>
                <a:ea typeface="Pretendard" pitchFamily="34" charset="-122"/>
                <a:cs typeface="Pretendard" pitchFamily="34" charset="-120"/>
              </a:rPr>
              <a:t>에이전트 전용 기능</a:t>
            </a:r>
            <a:endParaRPr lang="en-US" sz="1050" dirty="0"/>
          </a:p>
        </p:txBody>
      </p:sp>
      <p:sp>
        <p:nvSpPr>
          <p:cNvPr id="15" name="card frame">
            <a:extLst>
              <a:ext uri="{C183D7F6-B498-43B3-948B-1728B52AA6E4}">
                <adec:decorative xmlns:adec="http://schemas.microsoft.com/office/drawing/2017/decorative" val="1"/>
              </a:ext>
            </a:extLst>
          </p:cNvPr>
          <p:cNvSpPr/>
          <p:nvPr/>
        </p:nvSpPr>
        <p:spPr>
          <a:xfrm>
            <a:off x="2587752" y="2377440"/>
            <a:ext cx="1984248" cy="1463040"/>
          </a:xfrm>
          <a:prstGeom prst="rect">
            <a:avLst/>
          </a:prstGeom>
          <a:solidFill>
            <a:srgbClr val="FFFFFF"/>
          </a:solidFill>
          <a:ln w="12700">
            <a:solidFill>
              <a:srgbClr val="E5E7EB"/>
            </a:solidFill>
            <a:prstDash val="solid"/>
          </a:ln>
        </p:spPr>
        <p:txBody>
          <a:bodyPr/>
          <a:lstStyle/>
          <a:p>
            <a:endParaRPr lang="en-US"/>
          </a:p>
        </p:txBody>
      </p:sp>
      <p:sp>
        <p:nvSpPr>
          <p:cNvPr id="16" name="card top rule">
            <a:extLst>
              <a:ext uri="{C183D7F6-B498-43B3-948B-1728B52AA6E4}">
                <adec:decorative xmlns:adec="http://schemas.microsoft.com/office/drawing/2017/decorative" val="1"/>
              </a:ext>
            </a:extLst>
          </p:cNvPr>
          <p:cNvSpPr/>
          <p:nvPr/>
        </p:nvSpPr>
        <p:spPr>
          <a:xfrm>
            <a:off x="2587752" y="2377440"/>
            <a:ext cx="1984248" cy="36576"/>
          </a:xfrm>
          <a:prstGeom prst="rect">
            <a:avLst/>
          </a:prstGeom>
          <a:solidFill>
            <a:srgbClr val="3B82F6"/>
          </a:solidFill>
          <a:ln w="12700">
            <a:solidFill>
              <a:srgbClr val="3B82F6"/>
            </a:solidFill>
            <a:prstDash val="solid"/>
          </a:ln>
        </p:spPr>
        <p:txBody>
          <a:bodyPr/>
          <a:lstStyle/>
          <a:p>
            <a:endParaRPr lang="ko-KR" altLang="en-US"/>
          </a:p>
        </p:txBody>
      </p:sp>
      <p:sp>
        <p:nvSpPr>
          <p:cNvPr id="17" name="Text 15">
            <a:extLst>
              <a:ext uri="{C183D7F6-B498-43B3-948B-1728B52AA6E4}">
                <adec:decorative xmlns:adec="http://schemas.microsoft.com/office/drawing/2017/decorative" val="1"/>
              </a:ext>
            </a:extLst>
          </p:cNvPr>
          <p:cNvSpPr/>
          <p:nvPr/>
        </p:nvSpPr>
        <p:spPr>
          <a:xfrm>
            <a:off x="2825496" y="2578608"/>
            <a:ext cx="1508760"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02</a:t>
            </a:r>
            <a:endParaRPr lang="en-US" sz="1300" dirty="0"/>
          </a:p>
        </p:txBody>
      </p:sp>
      <p:sp>
        <p:nvSpPr>
          <p:cNvPr id="18" name="Text 16"/>
          <p:cNvSpPr/>
          <p:nvPr/>
        </p:nvSpPr>
        <p:spPr>
          <a:xfrm>
            <a:off x="2825496" y="2880360"/>
            <a:ext cx="1508760" cy="310896"/>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동작 방식</a:t>
            </a:r>
            <a:endParaRPr lang="en-US" sz="1350" dirty="0"/>
          </a:p>
        </p:txBody>
      </p:sp>
      <p:sp>
        <p:nvSpPr>
          <p:cNvPr id="19" name="Text 17">
            <a:extLst>
              <a:ext uri="{C183D7F6-B498-43B3-948B-1728B52AA6E4}">
                <adec:decorative xmlns:adec="http://schemas.microsoft.com/office/drawing/2017/decorative" val="1"/>
              </a:ext>
            </a:extLst>
          </p:cNvPr>
          <p:cNvSpPr/>
          <p:nvPr/>
        </p:nvSpPr>
        <p:spPr>
          <a:xfrm>
            <a:off x="2825496" y="3218688"/>
            <a:ext cx="1508760" cy="420624"/>
          </a:xfrm>
          <a:prstGeom prst="rect">
            <a:avLst/>
          </a:prstGeom>
          <a:noFill/>
          <a:ln/>
        </p:spPr>
        <p:txBody>
          <a:bodyPr wrap="square" lIns="0" tIns="0" rIns="0" bIns="0" rtlCol="0" anchor="t"/>
          <a:lstStyle/>
          <a:p>
            <a:pPr marL="0" indent="0">
              <a:lnSpc>
                <a:spcPct val="125000"/>
              </a:lnSpc>
              <a:buNone/>
            </a:pPr>
            <a:r>
              <a:rPr lang="en-US" sz="1050" dirty="0">
                <a:solidFill>
                  <a:srgbClr val="4B5563"/>
                </a:solidFill>
                <a:latin typeface="Pretendard" pitchFamily="34" charset="0"/>
                <a:ea typeface="Pretendard" pitchFamily="34" charset="-122"/>
                <a:cs typeface="Pretendard" pitchFamily="34" charset="-120"/>
              </a:rPr>
              <a:t>토픽 경로 없이</a:t>
            </a:r>
            <a:endParaRPr lang="en-US" sz="1050" dirty="0"/>
          </a:p>
          <a:p>
            <a:pPr marL="0" indent="0">
              <a:lnSpc>
                <a:spcPct val="125000"/>
              </a:lnSpc>
              <a:buNone/>
            </a:pPr>
            <a:r>
              <a:rPr lang="en-US" sz="1050" dirty="0">
                <a:solidFill>
                  <a:srgbClr val="4B5563"/>
                </a:solidFill>
                <a:latin typeface="Pretendard" pitchFamily="34" charset="0"/>
                <a:ea typeface="Pretendard" pitchFamily="34" charset="-122"/>
                <a:cs typeface="Pretendard" pitchFamily="34" charset="-120"/>
              </a:rPr>
              <a:t>작업별 동작을 제공</a:t>
            </a:r>
            <a:endParaRPr lang="en-US" sz="1050" dirty="0"/>
          </a:p>
        </p:txBody>
      </p:sp>
      <p:sp>
        <p:nvSpPr>
          <p:cNvPr id="20" name="card frame">
            <a:extLst>
              <a:ext uri="{C183D7F6-B498-43B3-948B-1728B52AA6E4}">
                <adec:decorative xmlns:adec="http://schemas.microsoft.com/office/drawing/2017/decorative" val="1"/>
              </a:ext>
            </a:extLst>
          </p:cNvPr>
          <p:cNvSpPr/>
          <p:nvPr/>
        </p:nvSpPr>
        <p:spPr>
          <a:xfrm>
            <a:off x="4626864" y="2377440"/>
            <a:ext cx="1984248" cy="1463040"/>
          </a:xfrm>
          <a:prstGeom prst="rect">
            <a:avLst/>
          </a:prstGeom>
          <a:solidFill>
            <a:srgbClr val="FFFFFF"/>
          </a:solidFill>
          <a:ln w="12700">
            <a:solidFill>
              <a:srgbClr val="E5E7EB"/>
            </a:solidFill>
            <a:prstDash val="solid"/>
          </a:ln>
        </p:spPr>
        <p:txBody>
          <a:bodyPr/>
          <a:lstStyle/>
          <a:p>
            <a:endParaRPr lang="ko-KR" altLang="en-US"/>
          </a:p>
        </p:txBody>
      </p:sp>
      <p:sp>
        <p:nvSpPr>
          <p:cNvPr id="21" name="card top rule">
            <a:extLst>
              <a:ext uri="{C183D7F6-B498-43B3-948B-1728B52AA6E4}">
                <adec:decorative xmlns:adec="http://schemas.microsoft.com/office/drawing/2017/decorative" val="1"/>
              </a:ext>
            </a:extLst>
          </p:cNvPr>
          <p:cNvSpPr/>
          <p:nvPr/>
        </p:nvSpPr>
        <p:spPr>
          <a:xfrm>
            <a:off x="4626864" y="2377440"/>
            <a:ext cx="1984248" cy="36576"/>
          </a:xfrm>
          <a:prstGeom prst="rect">
            <a:avLst/>
          </a:prstGeom>
          <a:solidFill>
            <a:srgbClr val="3B82F6"/>
          </a:solidFill>
          <a:ln w="12700">
            <a:solidFill>
              <a:srgbClr val="3B82F6"/>
            </a:solidFill>
            <a:prstDash val="solid"/>
          </a:ln>
        </p:spPr>
        <p:txBody>
          <a:bodyPr/>
          <a:lstStyle/>
          <a:p>
            <a:endParaRPr lang="en-US"/>
          </a:p>
        </p:txBody>
      </p:sp>
      <p:sp>
        <p:nvSpPr>
          <p:cNvPr id="22" name="Text 20">
            <a:extLst>
              <a:ext uri="{C183D7F6-B498-43B3-948B-1728B52AA6E4}">
                <adec:decorative xmlns:adec="http://schemas.microsoft.com/office/drawing/2017/decorative" val="1"/>
              </a:ext>
            </a:extLst>
          </p:cNvPr>
          <p:cNvSpPr/>
          <p:nvPr/>
        </p:nvSpPr>
        <p:spPr>
          <a:xfrm>
            <a:off x="4864608" y="2578608"/>
            <a:ext cx="1508760"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03</a:t>
            </a:r>
            <a:endParaRPr lang="en-US" sz="1300" dirty="0"/>
          </a:p>
        </p:txBody>
      </p:sp>
      <p:sp>
        <p:nvSpPr>
          <p:cNvPr id="23" name="Text 21"/>
          <p:cNvSpPr/>
          <p:nvPr/>
        </p:nvSpPr>
        <p:spPr>
          <a:xfrm>
            <a:off x="4864608" y="2880360"/>
            <a:ext cx="1508760" cy="310896"/>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검토와 개선</a:t>
            </a:r>
            <a:endParaRPr lang="en-US" sz="1350" dirty="0"/>
          </a:p>
        </p:txBody>
      </p:sp>
      <p:sp>
        <p:nvSpPr>
          <p:cNvPr id="24" name="Text 22"/>
          <p:cNvSpPr/>
          <p:nvPr/>
        </p:nvSpPr>
        <p:spPr>
          <a:xfrm>
            <a:off x="4864608" y="3218688"/>
            <a:ext cx="1508760" cy="420624"/>
          </a:xfrm>
          <a:prstGeom prst="rect">
            <a:avLst/>
          </a:prstGeom>
          <a:noFill/>
          <a:ln/>
        </p:spPr>
        <p:txBody>
          <a:bodyPr wrap="square" lIns="0" tIns="0" rIns="0" bIns="0" rtlCol="0" anchor="t"/>
          <a:lstStyle/>
          <a:p>
            <a:pPr marL="0" indent="0">
              <a:lnSpc>
                <a:spcPct val="125000"/>
              </a:lnSpc>
              <a:buNone/>
            </a:pPr>
            <a:r>
              <a:rPr lang="en-US" sz="1050" dirty="0">
                <a:solidFill>
                  <a:srgbClr val="4B5563"/>
                </a:solidFill>
                <a:latin typeface="Pretendard" pitchFamily="34" charset="0"/>
                <a:ea typeface="Pretendard" pitchFamily="34" charset="-122"/>
                <a:cs typeface="Pretendard" pitchFamily="34" charset="-120"/>
              </a:rPr>
              <a:t>AI가 만든 스킬을</a:t>
            </a:r>
            <a:endParaRPr lang="en-US" sz="1050" dirty="0"/>
          </a:p>
          <a:p>
            <a:pPr marL="0" indent="0">
              <a:lnSpc>
                <a:spcPct val="125000"/>
              </a:lnSpc>
              <a:buNone/>
            </a:pPr>
            <a:r>
              <a:rPr lang="en-US" sz="1050" dirty="0">
                <a:solidFill>
                  <a:srgbClr val="4B5563"/>
                </a:solidFill>
                <a:latin typeface="Pretendard" pitchFamily="34" charset="0"/>
                <a:ea typeface="Pretendard" pitchFamily="34" charset="-122"/>
                <a:cs typeface="Pretendard" pitchFamily="34" charset="-120"/>
              </a:rPr>
              <a:t>검토하고 다듬기</a:t>
            </a:r>
            <a:endParaRPr lang="en-US" sz="1050" dirty="0"/>
          </a:p>
        </p:txBody>
      </p:sp>
      <p:sp>
        <p:nvSpPr>
          <p:cNvPr id="25" name="card frame">
            <a:extLst>
              <a:ext uri="{C183D7F6-B498-43B3-948B-1728B52AA6E4}">
                <adec:decorative xmlns:adec="http://schemas.microsoft.com/office/drawing/2017/decorative" val="1"/>
              </a:ext>
            </a:extLst>
          </p:cNvPr>
          <p:cNvSpPr/>
          <p:nvPr/>
        </p:nvSpPr>
        <p:spPr>
          <a:xfrm>
            <a:off x="6665976" y="2377440"/>
            <a:ext cx="1984248" cy="1463040"/>
          </a:xfrm>
          <a:prstGeom prst="rect">
            <a:avLst/>
          </a:prstGeom>
          <a:solidFill>
            <a:srgbClr val="FFFFFF"/>
          </a:solidFill>
          <a:ln w="12700">
            <a:solidFill>
              <a:srgbClr val="E5E7EB"/>
            </a:solidFill>
            <a:prstDash val="solid"/>
          </a:ln>
        </p:spPr>
        <p:txBody>
          <a:bodyPr/>
          <a:lstStyle/>
          <a:p>
            <a:endParaRPr lang="ko-KR" altLang="en-US"/>
          </a:p>
        </p:txBody>
      </p:sp>
      <p:sp>
        <p:nvSpPr>
          <p:cNvPr id="26" name="card top rule">
            <a:extLst>
              <a:ext uri="{C183D7F6-B498-43B3-948B-1728B52AA6E4}">
                <adec:decorative xmlns:adec="http://schemas.microsoft.com/office/drawing/2017/decorative" val="1"/>
              </a:ext>
            </a:extLst>
          </p:cNvPr>
          <p:cNvSpPr/>
          <p:nvPr/>
        </p:nvSpPr>
        <p:spPr>
          <a:xfrm>
            <a:off x="6665976" y="2377440"/>
            <a:ext cx="1984248" cy="36576"/>
          </a:xfrm>
          <a:prstGeom prst="rect">
            <a:avLst/>
          </a:prstGeom>
          <a:solidFill>
            <a:srgbClr val="3B82F6"/>
          </a:solidFill>
          <a:ln w="12700">
            <a:solidFill>
              <a:srgbClr val="3B82F6"/>
            </a:solidFill>
            <a:prstDash val="solid"/>
          </a:ln>
        </p:spPr>
        <p:txBody>
          <a:bodyPr/>
          <a:lstStyle/>
          <a:p>
            <a:endParaRPr lang="ko-KR" altLang="en-US"/>
          </a:p>
        </p:txBody>
      </p:sp>
      <p:sp>
        <p:nvSpPr>
          <p:cNvPr id="27" name="Text 25"/>
          <p:cNvSpPr/>
          <p:nvPr/>
        </p:nvSpPr>
        <p:spPr>
          <a:xfrm>
            <a:off x="6903720" y="2578608"/>
            <a:ext cx="1508760"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04</a:t>
            </a:r>
            <a:endParaRPr lang="en-US" sz="1300" dirty="0"/>
          </a:p>
        </p:txBody>
      </p:sp>
      <p:sp>
        <p:nvSpPr>
          <p:cNvPr id="28" name="Text 26"/>
          <p:cNvSpPr/>
          <p:nvPr/>
        </p:nvSpPr>
        <p:spPr>
          <a:xfrm>
            <a:off x="6903720" y="2880360"/>
            <a:ext cx="1508760" cy="310896"/>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검증</a:t>
            </a:r>
            <a:endParaRPr lang="en-US" sz="1350" dirty="0"/>
          </a:p>
        </p:txBody>
      </p:sp>
      <p:sp>
        <p:nvSpPr>
          <p:cNvPr id="29" name="Text 27"/>
          <p:cNvSpPr/>
          <p:nvPr/>
        </p:nvSpPr>
        <p:spPr>
          <a:xfrm>
            <a:off x="6903720" y="3218688"/>
            <a:ext cx="1508760" cy="420624"/>
          </a:xfrm>
          <a:prstGeom prst="rect">
            <a:avLst/>
          </a:prstGeom>
          <a:noFill/>
          <a:ln/>
        </p:spPr>
        <p:txBody>
          <a:bodyPr wrap="square" lIns="0" tIns="0" rIns="0" bIns="0" rtlCol="0" anchor="t"/>
          <a:lstStyle/>
          <a:p>
            <a:pPr marL="0" indent="0">
              <a:lnSpc>
                <a:spcPct val="125000"/>
              </a:lnSpc>
              <a:buNone/>
            </a:pPr>
            <a:r>
              <a:rPr lang="en-US" sz="1050" dirty="0">
                <a:solidFill>
                  <a:srgbClr val="4B5563"/>
                </a:solidFill>
                <a:latin typeface="Pretendard" pitchFamily="34" charset="0"/>
                <a:ea typeface="Pretendard" pitchFamily="34" charset="-122"/>
                <a:cs typeface="Pretendard" pitchFamily="34" charset="-120"/>
              </a:rPr>
              <a:t>Preview에서 도구 입력과</a:t>
            </a:r>
            <a:endParaRPr lang="en-US" sz="1050" dirty="0"/>
          </a:p>
          <a:p>
            <a:pPr marL="0" indent="0">
              <a:lnSpc>
                <a:spcPct val="125000"/>
              </a:lnSpc>
              <a:buNone/>
            </a:pPr>
            <a:r>
              <a:rPr lang="en-US" sz="1050" dirty="0">
                <a:solidFill>
                  <a:srgbClr val="4B5563"/>
                </a:solidFill>
                <a:latin typeface="Pretendard" pitchFamily="34" charset="0"/>
                <a:ea typeface="Pretendard" pitchFamily="34" charset="-122"/>
                <a:cs typeface="Pretendard" pitchFamily="34" charset="-120"/>
              </a:rPr>
              <a:t>후속 질문 확인</a:t>
            </a:r>
            <a:endParaRPr lang="en-US" sz="10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핵심 개념</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스킬이란 무엇인가</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ko-KR" alt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06  ·  정의</a:t>
            </a:r>
            <a:endParaRPr lang="en-US" sz="950" dirty="0"/>
          </a:p>
        </p:txBody>
      </p:sp>
      <p:sp>
        <p:nvSpPr>
          <p:cNvPr id="7" name="key message band">
            <a:extLst>
              <a:ext uri="{C183D7F6-B498-43B3-948B-1728B52AA6E4}">
                <adec:decorative xmlns:adec="http://schemas.microsoft.com/office/drawing/2017/decorative" val="1"/>
              </a:ext>
            </a:extLst>
          </p:cNvPr>
          <p:cNvSpPr/>
          <p:nvPr/>
        </p:nvSpPr>
        <p:spPr>
          <a:xfrm>
            <a:off x="548640" y="1417320"/>
            <a:ext cx="8046720" cy="566928"/>
          </a:xfrm>
          <a:prstGeom prst="rect">
            <a:avLst/>
          </a:prstGeom>
          <a:solidFill>
            <a:srgbClr val="F3F5F9"/>
          </a:solidFill>
          <a:ln w="12700">
            <a:solidFill>
              <a:srgbClr val="F3F5F9"/>
            </a:solidFill>
            <a:prstDash val="solid"/>
          </a:ln>
        </p:spPr>
        <p:txBody>
          <a:bodyPr/>
          <a:lstStyle/>
          <a:p>
            <a:endParaRPr lang="ko-KR" altLang="en-US"/>
          </a:p>
        </p:txBody>
      </p:sp>
      <p:sp>
        <p:nvSpPr>
          <p:cNvPr id="8" name="accent bar">
            <a:extLst>
              <a:ext uri="{C183D7F6-B498-43B3-948B-1728B52AA6E4}">
                <adec:decorative xmlns:adec="http://schemas.microsoft.com/office/drawing/2017/decorative" val="1"/>
              </a:ext>
            </a:extLst>
          </p:cNvPr>
          <p:cNvSpPr/>
          <p:nvPr/>
        </p:nvSpPr>
        <p:spPr>
          <a:xfrm>
            <a:off x="548640" y="1417320"/>
            <a:ext cx="50292" cy="566928"/>
          </a:xfrm>
          <a:prstGeom prst="rect">
            <a:avLst/>
          </a:prstGeom>
          <a:solidFill>
            <a:srgbClr val="1D4ED8"/>
          </a:solidFill>
          <a:ln w="12700">
            <a:solidFill>
              <a:srgbClr val="1D4ED8"/>
            </a:solidFill>
            <a:prstDash val="solid"/>
          </a:ln>
        </p:spPr>
        <p:txBody>
          <a:bodyPr/>
          <a:lstStyle/>
          <a:p>
            <a:endParaRPr lang="ko-KR" altLang="en-US"/>
          </a:p>
        </p:txBody>
      </p:sp>
      <p:sp>
        <p:nvSpPr>
          <p:cNvPr id="9" name="Text 7"/>
          <p:cNvSpPr/>
          <p:nvPr/>
        </p:nvSpPr>
        <p:spPr>
          <a:xfrm>
            <a:off x="749808" y="1417320"/>
            <a:ext cx="7680960" cy="566928"/>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언제 쓰고, 무엇을 모으고, 무엇을 호출하고, 어떻게 답할지를 담습니다.</a:t>
            </a:r>
            <a:endParaRPr lang="en-US" sz="1350" dirty="0"/>
          </a:p>
        </p:txBody>
      </p:sp>
      <p:sp>
        <p:nvSpPr>
          <p:cNvPr id="10" name="point card">
            <a:extLst>
              <a:ext uri="{C183D7F6-B498-43B3-948B-1728B52AA6E4}">
                <adec:decorative xmlns:adec="http://schemas.microsoft.com/office/drawing/2017/decorative" val="1"/>
              </a:ext>
            </a:extLst>
          </p:cNvPr>
          <p:cNvSpPr/>
          <p:nvPr/>
        </p:nvSpPr>
        <p:spPr>
          <a:xfrm>
            <a:off x="548640" y="2286000"/>
            <a:ext cx="5120640" cy="475488"/>
          </a:xfrm>
          <a:prstGeom prst="rect">
            <a:avLst/>
          </a:prstGeom>
          <a:solidFill>
            <a:srgbClr val="FFFFFF"/>
          </a:solidFill>
          <a:ln w="12700">
            <a:solidFill>
              <a:srgbClr val="E5E7EB"/>
            </a:solidFill>
            <a:prstDash val="solid"/>
          </a:ln>
        </p:spPr>
        <p:txBody>
          <a:bodyPr/>
          <a:lstStyle/>
          <a:p>
            <a:endParaRPr lang="ko-KR" altLang="en-US"/>
          </a:p>
        </p:txBody>
      </p:sp>
      <p:sp>
        <p:nvSpPr>
          <p:cNvPr id="11" name="point accent">
            <a:extLst>
              <a:ext uri="{C183D7F6-B498-43B3-948B-1728B52AA6E4}">
                <adec:decorative xmlns:adec="http://schemas.microsoft.com/office/drawing/2017/decorative" val="1"/>
              </a:ext>
            </a:extLst>
          </p:cNvPr>
          <p:cNvSpPr/>
          <p:nvPr/>
        </p:nvSpPr>
        <p:spPr>
          <a:xfrm>
            <a:off x="548640" y="2286000"/>
            <a:ext cx="45720" cy="475488"/>
          </a:xfrm>
          <a:prstGeom prst="rect">
            <a:avLst/>
          </a:prstGeom>
          <a:solidFill>
            <a:srgbClr val="3B82F6"/>
          </a:solidFill>
          <a:ln w="12700">
            <a:solidFill>
              <a:srgbClr val="3B82F6"/>
            </a:solidFill>
            <a:prstDash val="solid"/>
          </a:ln>
        </p:spPr>
        <p:txBody>
          <a:bodyPr/>
          <a:lstStyle/>
          <a:p>
            <a:endParaRPr lang="ko-KR" altLang="en-US"/>
          </a:p>
        </p:txBody>
      </p:sp>
      <p:sp>
        <p:nvSpPr>
          <p:cNvPr id="12" name="Text 10">
            <a:extLst>
              <a:ext uri="{C183D7F6-B498-43B3-948B-1728B52AA6E4}">
                <adec:decorative xmlns:adec="http://schemas.microsoft.com/office/drawing/2017/decorative" val="1"/>
              </a:ext>
            </a:extLst>
          </p:cNvPr>
          <p:cNvSpPr/>
          <p:nvPr/>
        </p:nvSpPr>
        <p:spPr>
          <a:xfrm>
            <a:off x="777240" y="2286000"/>
            <a:ext cx="4800600" cy="475488"/>
          </a:xfrm>
          <a:prstGeom prst="rect">
            <a:avLst/>
          </a:prstGeom>
          <a:noFill/>
          <a:ln/>
        </p:spPr>
        <p:txBody>
          <a:bodyPr wrap="square" lIns="0" tIns="0" rIns="0" bIns="0" rtlCol="0" anchor="ctr"/>
          <a:lstStyle/>
          <a:p>
            <a:pPr marL="0" indent="0">
              <a:buNone/>
            </a:pPr>
            <a:r>
              <a:rPr lang="en-US" sz="1100" b="1" dirty="0">
                <a:solidFill>
                  <a:srgbClr val="1D4ED8"/>
                </a:solidFill>
                <a:latin typeface="Pretendard" pitchFamily="34" charset="0"/>
                <a:ea typeface="Pretendard" pitchFamily="34" charset="-122"/>
                <a:cs typeface="Pretendard" pitchFamily="34" charset="-120"/>
              </a:rPr>
              <a:t>집중된 가이드     </a:t>
            </a:r>
            <a:r>
              <a:rPr lang="en-US" sz="1050" dirty="0">
                <a:solidFill>
                  <a:srgbClr val="111827"/>
                </a:solidFill>
                <a:latin typeface="Pretendard" pitchFamily="34" charset="0"/>
                <a:ea typeface="Pretendard" pitchFamily="34" charset="-122"/>
                <a:cs typeface="Pretendard" pitchFamily="34" charset="-120"/>
              </a:rPr>
              <a:t>특정 시나리오와 비즈니스 프로세스 단위</a:t>
            </a:r>
            <a:endParaRPr lang="en-US" sz="1100" dirty="0"/>
          </a:p>
        </p:txBody>
      </p:sp>
      <p:sp>
        <p:nvSpPr>
          <p:cNvPr id="13" name="point card">
            <a:extLst>
              <a:ext uri="{C183D7F6-B498-43B3-948B-1728B52AA6E4}">
                <adec:decorative xmlns:adec="http://schemas.microsoft.com/office/drawing/2017/decorative" val="1"/>
              </a:ext>
            </a:extLst>
          </p:cNvPr>
          <p:cNvSpPr/>
          <p:nvPr/>
        </p:nvSpPr>
        <p:spPr>
          <a:xfrm>
            <a:off x="548640" y="2834640"/>
            <a:ext cx="5120640" cy="475488"/>
          </a:xfrm>
          <a:prstGeom prst="rect">
            <a:avLst/>
          </a:prstGeom>
          <a:solidFill>
            <a:srgbClr val="FFFFFF"/>
          </a:solidFill>
          <a:ln w="12700">
            <a:solidFill>
              <a:srgbClr val="E5E7EB"/>
            </a:solidFill>
            <a:prstDash val="solid"/>
          </a:ln>
        </p:spPr>
        <p:txBody>
          <a:bodyPr/>
          <a:lstStyle/>
          <a:p>
            <a:endParaRPr lang="en-US"/>
          </a:p>
        </p:txBody>
      </p:sp>
      <p:sp>
        <p:nvSpPr>
          <p:cNvPr id="14" name="point accent">
            <a:extLst>
              <a:ext uri="{C183D7F6-B498-43B3-948B-1728B52AA6E4}">
                <adec:decorative xmlns:adec="http://schemas.microsoft.com/office/drawing/2017/decorative" val="1"/>
              </a:ext>
            </a:extLst>
          </p:cNvPr>
          <p:cNvSpPr/>
          <p:nvPr/>
        </p:nvSpPr>
        <p:spPr>
          <a:xfrm>
            <a:off x="548640" y="2834640"/>
            <a:ext cx="45720" cy="475488"/>
          </a:xfrm>
          <a:prstGeom prst="rect">
            <a:avLst/>
          </a:prstGeom>
          <a:solidFill>
            <a:srgbClr val="3B82F6"/>
          </a:solidFill>
          <a:ln w="12700">
            <a:solidFill>
              <a:srgbClr val="3B82F6"/>
            </a:solidFill>
            <a:prstDash val="solid"/>
          </a:ln>
        </p:spPr>
        <p:txBody>
          <a:bodyPr/>
          <a:lstStyle/>
          <a:p>
            <a:endParaRPr lang="ko-KR" altLang="en-US"/>
          </a:p>
        </p:txBody>
      </p:sp>
      <p:sp>
        <p:nvSpPr>
          <p:cNvPr id="15" name="Text 13"/>
          <p:cNvSpPr/>
          <p:nvPr/>
        </p:nvSpPr>
        <p:spPr>
          <a:xfrm>
            <a:off x="777240" y="2834640"/>
            <a:ext cx="4800600" cy="475488"/>
          </a:xfrm>
          <a:prstGeom prst="rect">
            <a:avLst/>
          </a:prstGeom>
          <a:noFill/>
          <a:ln/>
        </p:spPr>
        <p:txBody>
          <a:bodyPr wrap="square" lIns="0" tIns="0" rIns="0" bIns="0" rtlCol="0" anchor="ctr"/>
          <a:lstStyle/>
          <a:p>
            <a:pPr marL="0" indent="0">
              <a:buNone/>
            </a:pPr>
            <a:r>
              <a:rPr lang="en-US" sz="1100" b="1" dirty="0">
                <a:solidFill>
                  <a:srgbClr val="1D4ED8"/>
                </a:solidFill>
                <a:latin typeface="Pretendard" pitchFamily="34" charset="0"/>
                <a:ea typeface="Pretendard" pitchFamily="34" charset="-122"/>
                <a:cs typeface="Pretendard" pitchFamily="34" charset="-120"/>
              </a:rPr>
              <a:t>반복 가능성     </a:t>
            </a:r>
            <a:r>
              <a:rPr lang="en-US" sz="1050" dirty="0">
                <a:solidFill>
                  <a:srgbClr val="111827"/>
                </a:solidFill>
                <a:latin typeface="Pretendard" pitchFamily="34" charset="0"/>
                <a:ea typeface="Pretendard" pitchFamily="34" charset="-122"/>
                <a:cs typeface="Pretendard" pitchFamily="34" charset="-120"/>
              </a:rPr>
              <a:t>같은 작업에서 매번 동일하게 동작</a:t>
            </a:r>
            <a:endParaRPr lang="en-US" sz="1100" dirty="0"/>
          </a:p>
        </p:txBody>
      </p:sp>
      <p:sp>
        <p:nvSpPr>
          <p:cNvPr id="16" name="point card">
            <a:extLst>
              <a:ext uri="{C183D7F6-B498-43B3-948B-1728B52AA6E4}">
                <adec:decorative xmlns:adec="http://schemas.microsoft.com/office/drawing/2017/decorative" val="1"/>
              </a:ext>
            </a:extLst>
          </p:cNvPr>
          <p:cNvSpPr/>
          <p:nvPr/>
        </p:nvSpPr>
        <p:spPr>
          <a:xfrm>
            <a:off x="548640" y="3383280"/>
            <a:ext cx="5120640" cy="475488"/>
          </a:xfrm>
          <a:prstGeom prst="rect">
            <a:avLst/>
          </a:prstGeom>
          <a:solidFill>
            <a:srgbClr val="FFFFFF"/>
          </a:solidFill>
          <a:ln w="12700">
            <a:solidFill>
              <a:srgbClr val="E5E7EB"/>
            </a:solidFill>
            <a:prstDash val="solid"/>
          </a:ln>
        </p:spPr>
        <p:txBody>
          <a:bodyPr/>
          <a:lstStyle/>
          <a:p>
            <a:endParaRPr lang="ko-KR" altLang="en-US"/>
          </a:p>
        </p:txBody>
      </p:sp>
      <p:sp>
        <p:nvSpPr>
          <p:cNvPr id="17" name="point accent">
            <a:extLst>
              <a:ext uri="{C183D7F6-B498-43B3-948B-1728B52AA6E4}">
                <adec:decorative xmlns:adec="http://schemas.microsoft.com/office/drawing/2017/decorative" val="1"/>
              </a:ext>
            </a:extLst>
          </p:cNvPr>
          <p:cNvSpPr/>
          <p:nvPr/>
        </p:nvSpPr>
        <p:spPr>
          <a:xfrm>
            <a:off x="548640" y="3383280"/>
            <a:ext cx="45720" cy="475488"/>
          </a:xfrm>
          <a:prstGeom prst="rect">
            <a:avLst/>
          </a:prstGeom>
          <a:solidFill>
            <a:srgbClr val="3B82F6"/>
          </a:solidFill>
          <a:ln w="12700">
            <a:solidFill>
              <a:srgbClr val="3B82F6"/>
            </a:solidFill>
            <a:prstDash val="solid"/>
          </a:ln>
        </p:spPr>
        <p:txBody>
          <a:bodyPr/>
          <a:lstStyle/>
          <a:p>
            <a:endParaRPr lang="ko-KR" altLang="en-US"/>
          </a:p>
        </p:txBody>
      </p:sp>
      <p:sp>
        <p:nvSpPr>
          <p:cNvPr id="18" name="Text 16"/>
          <p:cNvSpPr/>
          <p:nvPr/>
        </p:nvSpPr>
        <p:spPr>
          <a:xfrm>
            <a:off x="777240" y="3383280"/>
            <a:ext cx="4800600" cy="475488"/>
          </a:xfrm>
          <a:prstGeom prst="rect">
            <a:avLst/>
          </a:prstGeom>
          <a:noFill/>
          <a:ln/>
        </p:spPr>
        <p:txBody>
          <a:bodyPr wrap="square" lIns="0" tIns="0" rIns="0" bIns="0" rtlCol="0" anchor="ctr"/>
          <a:lstStyle/>
          <a:p>
            <a:pPr marL="0" indent="0">
              <a:buNone/>
            </a:pPr>
            <a:r>
              <a:rPr lang="en-US" sz="1100" b="1" dirty="0">
                <a:solidFill>
                  <a:srgbClr val="1D4ED8"/>
                </a:solidFill>
                <a:latin typeface="Pretendard" pitchFamily="34" charset="0"/>
                <a:ea typeface="Pretendard" pitchFamily="34" charset="-122"/>
                <a:cs typeface="Pretendard" pitchFamily="34" charset="-120"/>
              </a:rPr>
              <a:t>재사용과 공유     </a:t>
            </a:r>
            <a:r>
              <a:rPr lang="en-US" sz="1050" dirty="0">
                <a:solidFill>
                  <a:srgbClr val="111827"/>
                </a:solidFill>
                <a:latin typeface="Pretendard" pitchFamily="34" charset="0"/>
                <a:ea typeface="Pretendard" pitchFamily="34" charset="-122"/>
                <a:cs typeface="Pretendard" pitchFamily="34" charset="-120"/>
              </a:rPr>
              <a:t>파일이나 패키지로 다른 에이전트에 추가</a:t>
            </a:r>
            <a:endParaRPr lang="en-US" sz="1100" dirty="0"/>
          </a:p>
        </p:txBody>
      </p:sp>
      <p:sp>
        <p:nvSpPr>
          <p:cNvPr id="19" name="point card">
            <a:extLst>
              <a:ext uri="{C183D7F6-B498-43B3-948B-1728B52AA6E4}">
                <adec:decorative xmlns:adec="http://schemas.microsoft.com/office/drawing/2017/decorative" val="1"/>
              </a:ext>
            </a:extLst>
          </p:cNvPr>
          <p:cNvSpPr/>
          <p:nvPr/>
        </p:nvSpPr>
        <p:spPr>
          <a:xfrm>
            <a:off x="548640" y="3931920"/>
            <a:ext cx="5120640" cy="475488"/>
          </a:xfrm>
          <a:prstGeom prst="rect">
            <a:avLst/>
          </a:prstGeom>
          <a:solidFill>
            <a:srgbClr val="FFFFFF"/>
          </a:solidFill>
          <a:ln w="12700">
            <a:solidFill>
              <a:srgbClr val="E5E7EB"/>
            </a:solidFill>
            <a:prstDash val="solid"/>
          </a:ln>
        </p:spPr>
        <p:txBody>
          <a:bodyPr/>
          <a:lstStyle/>
          <a:p>
            <a:endParaRPr lang="ko-KR" altLang="en-US"/>
          </a:p>
        </p:txBody>
      </p:sp>
      <p:sp>
        <p:nvSpPr>
          <p:cNvPr id="20" name="point accent">
            <a:extLst>
              <a:ext uri="{C183D7F6-B498-43B3-948B-1728B52AA6E4}">
                <adec:decorative xmlns:adec="http://schemas.microsoft.com/office/drawing/2017/decorative" val="1"/>
              </a:ext>
            </a:extLst>
          </p:cNvPr>
          <p:cNvSpPr/>
          <p:nvPr/>
        </p:nvSpPr>
        <p:spPr>
          <a:xfrm>
            <a:off x="548640" y="3931920"/>
            <a:ext cx="45720" cy="475488"/>
          </a:xfrm>
          <a:prstGeom prst="rect">
            <a:avLst/>
          </a:prstGeom>
          <a:solidFill>
            <a:srgbClr val="3B82F6"/>
          </a:solidFill>
          <a:ln w="12700">
            <a:solidFill>
              <a:srgbClr val="3B82F6"/>
            </a:solidFill>
            <a:prstDash val="solid"/>
          </a:ln>
        </p:spPr>
        <p:txBody>
          <a:bodyPr/>
          <a:lstStyle/>
          <a:p>
            <a:endParaRPr lang="ko-KR" altLang="en-US"/>
          </a:p>
        </p:txBody>
      </p:sp>
      <p:sp>
        <p:nvSpPr>
          <p:cNvPr id="21" name="Text 19"/>
          <p:cNvSpPr/>
          <p:nvPr/>
        </p:nvSpPr>
        <p:spPr>
          <a:xfrm>
            <a:off x="777240" y="3931920"/>
            <a:ext cx="4800600" cy="475488"/>
          </a:xfrm>
          <a:prstGeom prst="rect">
            <a:avLst/>
          </a:prstGeom>
          <a:noFill/>
          <a:ln/>
        </p:spPr>
        <p:txBody>
          <a:bodyPr wrap="square" lIns="0" tIns="0" rIns="0" bIns="0" rtlCol="0" anchor="ctr"/>
          <a:lstStyle/>
          <a:p>
            <a:pPr marL="0" indent="0">
              <a:buNone/>
            </a:pPr>
            <a:r>
              <a:rPr lang="en-US" sz="1100" b="1" dirty="0">
                <a:solidFill>
                  <a:srgbClr val="1D4ED8"/>
                </a:solidFill>
                <a:latin typeface="Pretendard" pitchFamily="34" charset="0"/>
                <a:ea typeface="Pretendard" pitchFamily="34" charset="-122"/>
                <a:cs typeface="Pretendard" pitchFamily="34" charset="-120"/>
              </a:rPr>
              <a:t>적합한 사례     </a:t>
            </a:r>
            <a:r>
              <a:rPr lang="en-US" sz="1050" dirty="0">
                <a:solidFill>
                  <a:srgbClr val="111827"/>
                </a:solidFill>
                <a:latin typeface="Pretendard" pitchFamily="34" charset="0"/>
                <a:ea typeface="Pretendard" pitchFamily="34" charset="-122"/>
                <a:cs typeface="Pretendard" pitchFamily="34" charset="-120"/>
              </a:rPr>
              <a:t>다단계이고 판단이 필요한 문제 해결 절차</a:t>
            </a:r>
            <a:endParaRPr lang="en-US" sz="1100" dirty="0"/>
          </a:p>
        </p:txBody>
      </p:sp>
      <p:sp>
        <p:nvSpPr>
          <p:cNvPr id="22" name="harness panel">
            <a:extLst>
              <a:ext uri="{C183D7F6-B498-43B3-948B-1728B52AA6E4}">
                <adec:decorative xmlns:adec="http://schemas.microsoft.com/office/drawing/2017/decorative" val="1"/>
              </a:ext>
            </a:extLst>
          </p:cNvPr>
          <p:cNvSpPr/>
          <p:nvPr/>
        </p:nvSpPr>
        <p:spPr>
          <a:xfrm>
            <a:off x="5943600" y="2286000"/>
            <a:ext cx="2651760" cy="2212848"/>
          </a:xfrm>
          <a:prstGeom prst="rect">
            <a:avLst/>
          </a:prstGeom>
          <a:solidFill>
            <a:srgbClr val="F3F5F9"/>
          </a:solidFill>
          <a:ln w="12700">
            <a:solidFill>
              <a:srgbClr val="F3F5F9"/>
            </a:solidFill>
            <a:prstDash val="solid"/>
          </a:ln>
        </p:spPr>
        <p:txBody>
          <a:bodyPr/>
          <a:lstStyle/>
          <a:p>
            <a:endParaRPr lang="ko-KR" altLang="en-US"/>
          </a:p>
        </p:txBody>
      </p:sp>
      <p:sp>
        <p:nvSpPr>
          <p:cNvPr id="23" name="Text 21"/>
          <p:cNvSpPr/>
          <p:nvPr/>
        </p:nvSpPr>
        <p:spPr>
          <a:xfrm>
            <a:off x="6172200" y="2487168"/>
            <a:ext cx="2194560" cy="256032"/>
          </a:xfrm>
          <a:prstGeom prst="rect">
            <a:avLst/>
          </a:prstGeom>
          <a:noFill/>
          <a:ln/>
        </p:spPr>
        <p:txBody>
          <a:bodyPr wrap="square" lIns="0" tIns="0" rIns="0" bIns="0" rtlCol="0" anchor="ctr"/>
          <a:lstStyle/>
          <a:p>
            <a:pPr marL="0" indent="0">
              <a:buNone/>
            </a:pPr>
            <a:r>
              <a:rPr lang="en-US" sz="1150" b="1" dirty="0">
                <a:solidFill>
                  <a:srgbClr val="1D4ED8"/>
                </a:solidFill>
                <a:latin typeface="Pretendard" pitchFamily="34" charset="0"/>
                <a:ea typeface="Pretendard" pitchFamily="34" charset="-122"/>
                <a:cs typeface="Pretendard" pitchFamily="34" charset="-120"/>
              </a:rPr>
              <a:t>harness별 차이</a:t>
            </a:r>
            <a:endParaRPr lang="en-US" sz="1150" dirty="0"/>
          </a:p>
        </p:txBody>
      </p:sp>
      <p:sp>
        <p:nvSpPr>
          <p:cNvPr id="24" name="Text 22"/>
          <p:cNvSpPr/>
          <p:nvPr/>
        </p:nvSpPr>
        <p:spPr>
          <a:xfrm>
            <a:off x="6172200" y="2816352"/>
            <a:ext cx="2194560" cy="1463040"/>
          </a:xfrm>
          <a:prstGeom prst="rect">
            <a:avLst/>
          </a:prstGeom>
          <a:noFill/>
          <a:ln/>
        </p:spPr>
        <p:txBody>
          <a:bodyPr wrap="square" lIns="0" tIns="0" rIns="0" bIns="0" rtlCol="0" anchor="t"/>
          <a:lstStyle/>
          <a:p>
            <a:pPr marL="0" indent="0">
              <a:lnSpc>
                <a:spcPct val="115000"/>
              </a:lnSpc>
              <a:buNone/>
            </a:pPr>
            <a:r>
              <a:rPr lang="en-US" sz="1000" dirty="0">
                <a:solidFill>
                  <a:srgbClr val="4B5563"/>
                </a:solidFill>
                <a:latin typeface="Pretendard" pitchFamily="34" charset="0"/>
                <a:ea typeface="Pretendard" pitchFamily="34" charset="-122"/>
                <a:cs typeface="Pretendard" pitchFamily="34" charset="-120"/>
              </a:rPr>
              <a:t>Standard</a:t>
            </a:r>
            <a:endParaRPr lang="en-US" sz="1000" dirty="0"/>
          </a:p>
          <a:p>
            <a:pPr marL="0" indent="0">
              <a:lnSpc>
                <a:spcPct val="115000"/>
              </a:lnSpc>
              <a:buNone/>
            </a:pPr>
            <a:r>
              <a:rPr lang="en-US" sz="1000" dirty="0">
                <a:solidFill>
                  <a:srgbClr val="4B5563"/>
                </a:solidFill>
                <a:latin typeface="Pretendard" pitchFamily="34" charset="0"/>
                <a:ea typeface="Pretendard" pitchFamily="34" charset="-122"/>
                <a:cs typeface="Pretendard" pitchFamily="34" charset="-120"/>
              </a:rPr>
              <a:t>토픽과 정의된 대화 경로</a:t>
            </a:r>
            <a:endParaRPr lang="en-US" sz="1000" dirty="0"/>
          </a:p>
          <a:p>
            <a:pPr marL="0" indent="0">
              <a:lnSpc>
                <a:spcPct val="115000"/>
              </a:lnSpc>
              <a:buNone/>
            </a:pPr>
            <a:endParaRPr lang="en-US" sz="1000" dirty="0"/>
          </a:p>
          <a:p>
            <a:pPr marL="0" indent="0">
              <a:lnSpc>
                <a:spcPct val="115000"/>
              </a:lnSpc>
              <a:buNone/>
            </a:pPr>
            <a:r>
              <a:rPr lang="en-US" sz="1000" dirty="0">
                <a:solidFill>
                  <a:srgbClr val="4B5563"/>
                </a:solidFill>
                <a:latin typeface="Pretendard" pitchFamily="34" charset="0"/>
                <a:ea typeface="Pretendard" pitchFamily="34" charset="-122"/>
                <a:cs typeface="Pretendard" pitchFamily="34" charset="-120"/>
              </a:rPr>
              <a:t>Copilot chat</a:t>
            </a:r>
            <a:endParaRPr lang="en-US" sz="1000" dirty="0"/>
          </a:p>
          <a:p>
            <a:pPr marL="0" indent="0">
              <a:lnSpc>
                <a:spcPct val="115000"/>
              </a:lnSpc>
              <a:buNone/>
            </a:pPr>
            <a:r>
              <a:rPr lang="en-US" sz="1000" dirty="0">
                <a:solidFill>
                  <a:srgbClr val="4B5563"/>
                </a:solidFill>
                <a:latin typeface="Pretendard" pitchFamily="34" charset="0"/>
                <a:ea typeface="Pretendard" pitchFamily="34" charset="-122"/>
                <a:cs typeface="Pretendard" pitchFamily="34" charset="-120"/>
              </a:rPr>
              <a:t>엔터프라이즈 지식 확장</a:t>
            </a:r>
            <a:endParaRPr lang="en-US" sz="1000" dirty="0"/>
          </a:p>
          <a:p>
            <a:pPr marL="0" indent="0">
              <a:lnSpc>
                <a:spcPct val="115000"/>
              </a:lnSpc>
              <a:buNone/>
            </a:pPr>
            <a:endParaRPr lang="en-US" sz="1000" dirty="0"/>
          </a:p>
          <a:p>
            <a:pPr marL="0" indent="0">
              <a:lnSpc>
                <a:spcPct val="115000"/>
              </a:lnSpc>
              <a:buNone/>
            </a:pPr>
            <a:r>
              <a:rPr lang="en-US" sz="1000" dirty="0">
                <a:solidFill>
                  <a:srgbClr val="4B5563"/>
                </a:solidFill>
                <a:latin typeface="Pretendard" pitchFamily="34" charset="0"/>
                <a:ea typeface="Pretendard" pitchFamily="34" charset="-122"/>
                <a:cs typeface="Pretendard" pitchFamily="34" charset="-120"/>
              </a:rPr>
              <a:t>GitHub Copilot</a:t>
            </a:r>
            <a:endParaRPr lang="en-US" sz="1000" dirty="0"/>
          </a:p>
          <a:p>
            <a:pPr marL="0" indent="0">
              <a:lnSpc>
                <a:spcPct val="115000"/>
              </a:lnSpc>
              <a:buNone/>
            </a:pPr>
            <a:r>
              <a:rPr lang="en-US" sz="1000" dirty="0">
                <a:solidFill>
                  <a:srgbClr val="4B5563"/>
                </a:solidFill>
                <a:latin typeface="Pretendard" pitchFamily="34" charset="0"/>
                <a:ea typeface="Pretendard" pitchFamily="34" charset="-122"/>
                <a:cs typeface="Pretendard" pitchFamily="34" charset="-120"/>
              </a:rPr>
              <a:t>모듈식 스킬 활성화</a:t>
            </a:r>
            <a:endParaRPr lang="en-US" sz="10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핵심 개념</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스킬은 네 부분으로 이루어집니다</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ko-KR" alt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06  ·  구조</a:t>
            </a:r>
            <a:endParaRPr lang="en-US" sz="950" dirty="0"/>
          </a:p>
        </p:txBody>
      </p:sp>
      <p:sp>
        <p:nvSpPr>
          <p:cNvPr id="7" name="key message band">
            <a:extLst>
              <a:ext uri="{C183D7F6-B498-43B3-948B-1728B52AA6E4}">
                <adec:decorative xmlns:adec="http://schemas.microsoft.com/office/drawing/2017/decorative" val="1"/>
              </a:ext>
            </a:extLst>
          </p:cNvPr>
          <p:cNvSpPr/>
          <p:nvPr/>
        </p:nvSpPr>
        <p:spPr>
          <a:xfrm>
            <a:off x="548640" y="1417320"/>
            <a:ext cx="8046720" cy="566928"/>
          </a:xfrm>
          <a:prstGeom prst="rect">
            <a:avLst/>
          </a:prstGeom>
          <a:solidFill>
            <a:srgbClr val="F3F5F9"/>
          </a:solidFill>
          <a:ln w="12700">
            <a:solidFill>
              <a:srgbClr val="F3F5F9"/>
            </a:solidFill>
            <a:prstDash val="solid"/>
          </a:ln>
        </p:spPr>
        <p:txBody>
          <a:bodyPr/>
          <a:lstStyle/>
          <a:p>
            <a:endParaRPr lang="ko-KR" altLang="en-US"/>
          </a:p>
        </p:txBody>
      </p:sp>
      <p:sp>
        <p:nvSpPr>
          <p:cNvPr id="8" name="accent bar">
            <a:extLst>
              <a:ext uri="{C183D7F6-B498-43B3-948B-1728B52AA6E4}">
                <adec:decorative xmlns:adec="http://schemas.microsoft.com/office/drawing/2017/decorative" val="1"/>
              </a:ext>
            </a:extLst>
          </p:cNvPr>
          <p:cNvSpPr/>
          <p:nvPr/>
        </p:nvSpPr>
        <p:spPr>
          <a:xfrm>
            <a:off x="548640" y="1417320"/>
            <a:ext cx="50292" cy="566928"/>
          </a:xfrm>
          <a:prstGeom prst="rect">
            <a:avLst/>
          </a:prstGeom>
          <a:solidFill>
            <a:srgbClr val="1D4ED8"/>
          </a:solidFill>
          <a:ln w="12700">
            <a:solidFill>
              <a:srgbClr val="1D4ED8"/>
            </a:solidFill>
            <a:prstDash val="solid"/>
          </a:ln>
        </p:spPr>
        <p:txBody>
          <a:bodyPr/>
          <a:lstStyle/>
          <a:p>
            <a:endParaRPr lang="en-US"/>
          </a:p>
        </p:txBody>
      </p:sp>
      <p:sp>
        <p:nvSpPr>
          <p:cNvPr id="9" name="Text 7">
            <a:extLst>
              <a:ext uri="{C183D7F6-B498-43B3-948B-1728B52AA6E4}">
                <adec:decorative xmlns:adec="http://schemas.microsoft.com/office/drawing/2017/decorative" val="1"/>
              </a:ext>
            </a:extLst>
          </p:cNvPr>
          <p:cNvSpPr/>
          <p:nvPr/>
        </p:nvSpPr>
        <p:spPr>
          <a:xfrm>
            <a:off x="749808" y="1417320"/>
            <a:ext cx="7680960" cy="566928"/>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이름과 설명이 호출 여부를 정하고, 지침이 실행 방식을 정합니다.</a:t>
            </a:r>
            <a:endParaRPr lang="en-US" sz="135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548640" y="2194560"/>
          <a:ext cx="8046720" cy="1797812"/>
        </p:xfrm>
        <a:graphic>
          <a:graphicData uri="http://schemas.openxmlformats.org/drawingml/2006/table">
            <a:tbl>
              <a:tblPr/>
              <a:tblGrid>
                <a:gridCol w="137160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5120640">
                  <a:extLst>
                    <a:ext uri="{9D8B030D-6E8A-4147-A177-3AD203B41FA5}">
                      <a16:colId xmlns:a16="http://schemas.microsoft.com/office/drawing/2014/main" val="20002"/>
                    </a:ext>
                  </a:extLst>
                </a:gridCol>
              </a:tblGrid>
              <a:tr h="274320">
                <a:tc>
                  <a:txBody>
                    <a:bodyPr/>
                    <a:lstStyle/>
                    <a:p>
                      <a:pPr marL="0" indent="0">
                        <a:buNone/>
                      </a:pPr>
                      <a:r>
                        <a:rPr lang="en-US" sz="1100" b="1" dirty="0">
                          <a:solidFill>
                            <a:srgbClr val="FFFFFF"/>
                          </a:solidFill>
                          <a:latin typeface="Pretendard" pitchFamily="34" charset="0"/>
                          <a:ea typeface="Pretendard" pitchFamily="34" charset="-122"/>
                          <a:cs typeface="Pretendard" pitchFamily="34" charset="-120"/>
                        </a:rPr>
                        <a:t>섹션</a:t>
                      </a:r>
                      <a:endParaRPr lang="en-US" sz="11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D4ED8"/>
                    </a:solidFill>
                  </a:tcPr>
                </a:tc>
                <a:tc>
                  <a:txBody>
                    <a:bodyPr/>
                    <a:lstStyle/>
                    <a:p>
                      <a:pPr marL="0" indent="0">
                        <a:buNone/>
                      </a:pPr>
                      <a:r>
                        <a:rPr lang="en-US" sz="1100" b="1" dirty="0">
                          <a:solidFill>
                            <a:srgbClr val="FFFFFF"/>
                          </a:solidFill>
                          <a:latin typeface="Pretendard" pitchFamily="34" charset="0"/>
                          <a:ea typeface="Pretendard" pitchFamily="34" charset="-122"/>
                          <a:cs typeface="Pretendard" pitchFamily="34" charset="-120"/>
                        </a:rPr>
                        <a:t>역할</a:t>
                      </a:r>
                      <a:endParaRPr lang="en-US" sz="11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D4ED8"/>
                    </a:solidFill>
                  </a:tcPr>
                </a:tc>
                <a:tc>
                  <a:txBody>
                    <a:bodyPr/>
                    <a:lstStyle/>
                    <a:p>
                      <a:pPr marL="0" indent="0">
                        <a:buNone/>
                      </a:pPr>
                      <a:r>
                        <a:rPr lang="en-US" sz="1100" b="1" dirty="0">
                          <a:solidFill>
                            <a:srgbClr val="FFFFFF"/>
                          </a:solidFill>
                          <a:latin typeface="Pretendard" pitchFamily="34" charset="0"/>
                          <a:ea typeface="Pretendard" pitchFamily="34" charset="-122"/>
                          <a:cs typeface="Pretendard" pitchFamily="34" charset="-120"/>
                        </a:rPr>
                        <a:t>담아야 할 내용</a:t>
                      </a:r>
                      <a:endParaRPr lang="en-US" sz="11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D4ED8"/>
                    </a:solidFill>
                  </a:tcPr>
                </a:tc>
                <a:extLst>
                  <a:ext uri="{0D108BD9-81ED-4DB2-BD59-A6C34878D82A}">
                    <a16:rowId xmlns:a16="http://schemas.microsoft.com/office/drawing/2014/main" val="10000"/>
                  </a:ext>
                </a:extLst>
              </a:tr>
              <a:tr h="329184">
                <a:tc>
                  <a:txBody>
                    <a:bodyPr/>
                    <a:lstStyle/>
                    <a:p>
                      <a:pPr marL="0" indent="0">
                        <a:buNone/>
                      </a:pPr>
                      <a:r>
                        <a:rPr lang="en-US" sz="1050" b="1" dirty="0">
                          <a:solidFill>
                            <a:srgbClr val="111827"/>
                          </a:solidFill>
                          <a:latin typeface="Pretendard" pitchFamily="34" charset="0"/>
                          <a:ea typeface="Pretendard" pitchFamily="34" charset="-122"/>
                          <a:cs typeface="Pretendard" pitchFamily="34" charset="-120"/>
                        </a:rPr>
                        <a:t>Name</a:t>
                      </a:r>
                      <a:endParaRPr lang="en-US" sz="10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5F9"/>
                    </a:solidFill>
                  </a:tcPr>
                </a:tc>
                <a:tc>
                  <a:txBody>
                    <a:bodyPr/>
                    <a:lstStyle/>
                    <a:p>
                      <a:pPr marL="0" indent="0">
                        <a:buNone/>
                      </a:pPr>
                      <a:r>
                        <a:rPr lang="en-US" sz="1000" dirty="0">
                          <a:solidFill>
                            <a:srgbClr val="4B5563"/>
                          </a:solidFill>
                          <a:latin typeface="Pretendard" pitchFamily="34" charset="0"/>
                          <a:ea typeface="Pretendard" pitchFamily="34" charset="-122"/>
                          <a:cs typeface="Pretendard" pitchFamily="34" charset="-120"/>
                        </a:rPr>
                        <a:t>스킬 식별</a:t>
                      </a:r>
                      <a:endParaRPr lang="en-US" sz="10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1000" dirty="0">
                          <a:solidFill>
                            <a:srgbClr val="111827"/>
                          </a:solidFill>
                          <a:latin typeface="Pretendard" pitchFamily="34" charset="0"/>
                          <a:ea typeface="Pretendard" pitchFamily="34" charset="-122"/>
                          <a:cs typeface="Pretendard" pitchFamily="34" charset="-120"/>
                        </a:rPr>
                        <a:t>관련 상황을 인식하게 돕는 짧고 설명적인 제목</a:t>
                      </a:r>
                      <a:endParaRPr lang="en-US" sz="10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buNone/>
                      </a:pPr>
                      <a:r>
                        <a:rPr lang="en-US" sz="1050" b="1" dirty="0">
                          <a:solidFill>
                            <a:srgbClr val="111827"/>
                          </a:solidFill>
                          <a:latin typeface="Pretendard" pitchFamily="34" charset="0"/>
                          <a:ea typeface="Pretendard" pitchFamily="34" charset="-122"/>
                          <a:cs typeface="Pretendard" pitchFamily="34" charset="-120"/>
                        </a:rPr>
                        <a:t>Description</a:t>
                      </a:r>
                      <a:endParaRPr lang="en-US" sz="10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5F9"/>
                    </a:solidFill>
                  </a:tcPr>
                </a:tc>
                <a:tc>
                  <a:txBody>
                    <a:bodyPr/>
                    <a:lstStyle/>
                    <a:p>
                      <a:pPr marL="0" indent="0">
                        <a:buNone/>
                      </a:pPr>
                      <a:r>
                        <a:rPr lang="en-US" sz="1000" dirty="0">
                          <a:solidFill>
                            <a:srgbClr val="4B5563"/>
                          </a:solidFill>
                          <a:latin typeface="Pretendard" pitchFamily="34" charset="0"/>
                          <a:ea typeface="Pretendard" pitchFamily="34" charset="-122"/>
                          <a:cs typeface="Pretendard" pitchFamily="34" charset="-120"/>
                        </a:rPr>
                        <a:t>호출 판단 기준</a:t>
                      </a:r>
                      <a:endParaRPr lang="en-US" sz="10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1000" b="1" dirty="0">
                          <a:solidFill>
                            <a:srgbClr val="111827"/>
                          </a:solidFill>
                          <a:latin typeface="Pretendard" pitchFamily="34" charset="0"/>
                          <a:ea typeface="Pretendard" pitchFamily="34" charset="-122"/>
                          <a:cs typeface="Pretendard" pitchFamily="34" charset="-120"/>
                        </a:rPr>
                        <a:t>무엇을 하고 언제 써야 하는지에 대한 간결한 요약</a:t>
                      </a:r>
                      <a:endParaRPr lang="en-US" sz="10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marL="0" indent="0">
                        <a:buNone/>
                      </a:pPr>
                      <a:r>
                        <a:rPr lang="en-US" sz="1050" b="1" dirty="0">
                          <a:solidFill>
                            <a:srgbClr val="111827"/>
                          </a:solidFill>
                          <a:latin typeface="Pretendard" pitchFamily="34" charset="0"/>
                          <a:ea typeface="Pretendard" pitchFamily="34" charset="-122"/>
                          <a:cs typeface="Pretendard" pitchFamily="34" charset="-120"/>
                        </a:rPr>
                        <a:t>Frontmatter</a:t>
                      </a:r>
                      <a:endParaRPr lang="en-US" sz="10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5F9"/>
                    </a:solidFill>
                  </a:tcPr>
                </a:tc>
                <a:tc>
                  <a:txBody>
                    <a:bodyPr/>
                    <a:lstStyle/>
                    <a:p>
                      <a:pPr marL="0" indent="0">
                        <a:buNone/>
                      </a:pPr>
                      <a:r>
                        <a:rPr lang="en-US" sz="1000" dirty="0">
                          <a:solidFill>
                            <a:srgbClr val="4B5563"/>
                          </a:solidFill>
                          <a:latin typeface="Pretendard" pitchFamily="34" charset="0"/>
                          <a:ea typeface="Pretendard" pitchFamily="34" charset="-122"/>
                          <a:cs typeface="Pretendard" pitchFamily="34" charset="-120"/>
                        </a:rPr>
                        <a:t>메타데이터</a:t>
                      </a:r>
                      <a:endParaRPr lang="en-US" sz="10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1000" dirty="0">
                          <a:solidFill>
                            <a:srgbClr val="111827"/>
                          </a:solidFill>
                          <a:latin typeface="Pretendard" pitchFamily="34" charset="0"/>
                          <a:ea typeface="Pretendard" pitchFamily="34" charset="-122"/>
                          <a:cs typeface="Pretendard" pitchFamily="34" charset="-120"/>
                        </a:rPr>
                        <a:t>작성자, 버전, 태그 등 구조화된 설정 (선택 사항)</a:t>
                      </a:r>
                      <a:endParaRPr lang="en-US" sz="10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438912">
                <a:tc>
                  <a:txBody>
                    <a:bodyPr/>
                    <a:lstStyle/>
                    <a:p>
                      <a:pPr marL="0" indent="0">
                        <a:buNone/>
                      </a:pPr>
                      <a:r>
                        <a:rPr lang="en-US" sz="1050" b="1" dirty="0">
                          <a:solidFill>
                            <a:srgbClr val="111827"/>
                          </a:solidFill>
                          <a:latin typeface="Pretendard" pitchFamily="34" charset="0"/>
                          <a:ea typeface="Pretendard" pitchFamily="34" charset="-122"/>
                          <a:cs typeface="Pretendard" pitchFamily="34" charset="-120"/>
                        </a:rPr>
                        <a:t>Instructions</a:t>
                      </a:r>
                      <a:endParaRPr lang="en-US" sz="10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5F9"/>
                    </a:solidFill>
                  </a:tcPr>
                </a:tc>
                <a:tc>
                  <a:txBody>
                    <a:bodyPr/>
                    <a:lstStyle/>
                    <a:p>
                      <a:pPr marL="0" indent="0">
                        <a:buNone/>
                      </a:pPr>
                      <a:r>
                        <a:rPr lang="en-US" sz="1000" dirty="0">
                          <a:solidFill>
                            <a:srgbClr val="4B5563"/>
                          </a:solidFill>
                          <a:latin typeface="Pretendard" pitchFamily="34" charset="0"/>
                          <a:ea typeface="Pretendard" pitchFamily="34" charset="-122"/>
                          <a:cs typeface="Pretendard" pitchFamily="34" charset="-120"/>
                        </a:rPr>
                        <a:t>실행 로직</a:t>
                      </a:r>
                      <a:endParaRPr lang="en-US" sz="10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1000" b="1" dirty="0">
                          <a:solidFill>
                            <a:srgbClr val="111827"/>
                          </a:solidFill>
                          <a:latin typeface="Pretendard" pitchFamily="34" charset="0"/>
                          <a:ea typeface="Pretendard" pitchFamily="34" charset="-122"/>
                          <a:cs typeface="Pretendard" pitchFamily="34" charset="-120"/>
                        </a:rPr>
                        <a:t>절차 단계, 의사 결정 로직, 도구 사용, 검증, 응답 형식, 에스컬레이션, 성공 기준</a:t>
                      </a:r>
                      <a:endParaRPr lang="en-US" sz="10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1" name="flow band">
            <a:extLst>
              <a:ext uri="{C183D7F6-B498-43B3-948B-1728B52AA6E4}">
                <adec:decorative xmlns:adec="http://schemas.microsoft.com/office/drawing/2017/decorative" val="1"/>
              </a:ext>
            </a:extLst>
          </p:cNvPr>
          <p:cNvSpPr/>
          <p:nvPr/>
        </p:nvSpPr>
        <p:spPr>
          <a:xfrm>
            <a:off x="548640" y="4114800"/>
            <a:ext cx="8046720" cy="566928"/>
          </a:xfrm>
          <a:prstGeom prst="rect">
            <a:avLst/>
          </a:prstGeom>
          <a:solidFill>
            <a:srgbClr val="F3F5F9"/>
          </a:solidFill>
          <a:ln w="12700">
            <a:solidFill>
              <a:srgbClr val="F3F5F9"/>
            </a:solidFill>
            <a:prstDash val="solid"/>
          </a:ln>
        </p:spPr>
        <p:txBody>
          <a:bodyPr/>
          <a:lstStyle/>
          <a:p>
            <a:endParaRPr lang="ko-KR" altLang="en-US"/>
          </a:p>
        </p:txBody>
      </p:sp>
      <p:sp>
        <p:nvSpPr>
          <p:cNvPr id="12" name="band accent">
            <a:extLst>
              <a:ext uri="{C183D7F6-B498-43B3-948B-1728B52AA6E4}">
                <adec:decorative xmlns:adec="http://schemas.microsoft.com/office/drawing/2017/decorative" val="1"/>
              </a:ext>
            </a:extLst>
          </p:cNvPr>
          <p:cNvSpPr/>
          <p:nvPr/>
        </p:nvSpPr>
        <p:spPr>
          <a:xfrm>
            <a:off x="548640" y="4114800"/>
            <a:ext cx="50292" cy="566928"/>
          </a:xfrm>
          <a:prstGeom prst="rect">
            <a:avLst/>
          </a:prstGeom>
          <a:solidFill>
            <a:srgbClr val="1D4ED8"/>
          </a:solidFill>
          <a:ln w="12700">
            <a:solidFill>
              <a:srgbClr val="1D4ED8"/>
            </a:solidFill>
            <a:prstDash val="solid"/>
          </a:ln>
        </p:spPr>
        <p:txBody>
          <a:bodyPr/>
          <a:lstStyle/>
          <a:p>
            <a:endParaRPr lang="en-US"/>
          </a:p>
        </p:txBody>
      </p:sp>
      <p:sp>
        <p:nvSpPr>
          <p:cNvPr id="13" name="Text 10">
            <a:extLst>
              <a:ext uri="{C183D7F6-B498-43B3-948B-1728B52AA6E4}">
                <adec:decorative xmlns:adec="http://schemas.microsoft.com/office/drawing/2017/decorative" val="1"/>
              </a:ext>
            </a:extLst>
          </p:cNvPr>
          <p:cNvSpPr/>
          <p:nvPr/>
        </p:nvSpPr>
        <p:spPr>
          <a:xfrm>
            <a:off x="777240" y="4114800"/>
            <a:ext cx="7589520" cy="566928"/>
          </a:xfrm>
          <a:prstGeom prst="rect">
            <a:avLst/>
          </a:prstGeom>
          <a:noFill/>
          <a:ln/>
        </p:spPr>
        <p:txBody>
          <a:bodyPr wrap="square" lIns="0" tIns="0" rIns="0" bIns="0" rtlCol="0" anchor="ctr"/>
          <a:lstStyle/>
          <a:p>
            <a:pPr marL="0" indent="0">
              <a:lnSpc>
                <a:spcPct val="120000"/>
              </a:lnSpc>
              <a:buNone/>
            </a:pPr>
            <a:r>
              <a:rPr lang="en-US" sz="1100" b="1" dirty="0">
                <a:solidFill>
                  <a:srgbClr val="1D4ED8"/>
                </a:solidFill>
                <a:latin typeface="Pretendard" pitchFamily="34" charset="0"/>
                <a:ea typeface="Pretendard" pitchFamily="34" charset="-122"/>
                <a:cs typeface="Pretendard" pitchFamily="34" charset="-120"/>
              </a:rPr>
              <a:t>호출 흐름   </a:t>
            </a:r>
            <a:r>
              <a:rPr lang="en-US" sz="1050" dirty="0">
                <a:solidFill>
                  <a:srgbClr val="4B5563"/>
                </a:solidFill>
                <a:latin typeface="Pretendard" pitchFamily="34" charset="0"/>
                <a:ea typeface="Pretendard" pitchFamily="34" charset="-122"/>
                <a:cs typeface="Pretendard" pitchFamily="34" charset="-120"/>
              </a:rPr>
              <a:t>요청이 들어오면 harness가 사용 가능한 스킬을 평가하고, 이름과 설명을 기준으로 관련성을 판단한 뒤, 활성화된 스킬의 지침이 에이전트를 그 작업으로 안내합니다.</a:t>
            </a:r>
            <a:endParaRPr lang="en-US" sz="1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a:extLst>
              <a:ext uri="{C183D7F6-B498-43B3-948B-1728B52AA6E4}">
                <adec:decorative xmlns:adec="http://schemas.microsoft.com/office/drawing/2017/decorative" val="1"/>
              </a:ext>
            </a:extLst>
          </p:cNvPr>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작성 원칙</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효과적인 스킬 지침을 위한 10가지 원칙</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06  ·  지침 작성</a:t>
            </a:r>
            <a:endParaRPr lang="en-US" sz="950" dirty="0"/>
          </a:p>
        </p:txBody>
      </p:sp>
      <p:sp>
        <p:nvSpPr>
          <p:cNvPr id="7" name="principle card">
            <a:extLst>
              <a:ext uri="{C183D7F6-B498-43B3-948B-1728B52AA6E4}">
                <adec:decorative xmlns:adec="http://schemas.microsoft.com/office/drawing/2017/decorative" val="1"/>
              </a:ext>
            </a:extLst>
          </p:cNvPr>
          <p:cNvSpPr/>
          <p:nvPr/>
        </p:nvSpPr>
        <p:spPr>
          <a:xfrm>
            <a:off x="548640" y="1371600"/>
            <a:ext cx="1572768" cy="804672"/>
          </a:xfrm>
          <a:prstGeom prst="rect">
            <a:avLst/>
          </a:prstGeom>
          <a:solidFill>
            <a:srgbClr val="FFFFFF"/>
          </a:solidFill>
          <a:ln w="12700">
            <a:solidFill>
              <a:srgbClr val="E5E7EB"/>
            </a:solidFill>
            <a:prstDash val="solid"/>
          </a:ln>
        </p:spPr>
        <p:txBody>
          <a:bodyPr/>
          <a:lstStyle/>
          <a:p>
            <a:endParaRPr lang="ko-KR" altLang="en-US"/>
          </a:p>
        </p:txBody>
      </p:sp>
      <p:sp>
        <p:nvSpPr>
          <p:cNvPr id="8" name="card rule">
            <a:extLst>
              <a:ext uri="{C183D7F6-B498-43B3-948B-1728B52AA6E4}">
                <adec:decorative xmlns:adec="http://schemas.microsoft.com/office/drawing/2017/decorative" val="1"/>
              </a:ext>
            </a:extLst>
          </p:cNvPr>
          <p:cNvSpPr/>
          <p:nvPr/>
        </p:nvSpPr>
        <p:spPr>
          <a:xfrm>
            <a:off x="548640" y="1371600"/>
            <a:ext cx="1572768" cy="32004"/>
          </a:xfrm>
          <a:prstGeom prst="rect">
            <a:avLst/>
          </a:prstGeom>
          <a:solidFill>
            <a:srgbClr val="3B82F6"/>
          </a:solidFill>
          <a:ln w="12700">
            <a:solidFill>
              <a:srgbClr val="3B82F6"/>
            </a:solidFill>
            <a:prstDash val="solid"/>
          </a:ln>
        </p:spPr>
        <p:txBody>
          <a:bodyPr/>
          <a:lstStyle/>
          <a:p>
            <a:endParaRPr lang="en-US"/>
          </a:p>
        </p:txBody>
      </p:sp>
      <p:sp>
        <p:nvSpPr>
          <p:cNvPr id="9" name="Text 7">
            <a:extLst>
              <a:ext uri="{C183D7F6-B498-43B3-948B-1728B52AA6E4}">
                <adec:decorative xmlns:adec="http://schemas.microsoft.com/office/drawing/2017/decorative" val="1"/>
              </a:ext>
            </a:extLst>
          </p:cNvPr>
          <p:cNvSpPr/>
          <p:nvPr/>
        </p:nvSpPr>
        <p:spPr>
          <a:xfrm>
            <a:off x="694944" y="1499616"/>
            <a:ext cx="1280160" cy="274320"/>
          </a:xfrm>
          <a:prstGeom prst="rect">
            <a:avLst/>
          </a:prstGeom>
          <a:noFill/>
          <a:ln/>
        </p:spPr>
        <p:txBody>
          <a:bodyPr wrap="square" lIns="0" tIns="0" rIns="0" bIns="0" rtlCol="0" anchor="t"/>
          <a:lstStyle/>
          <a:p>
            <a:pPr marL="0" indent="0">
              <a:buNone/>
            </a:pPr>
            <a:r>
              <a:rPr lang="en-US" sz="950" b="1" dirty="0">
                <a:solidFill>
                  <a:srgbClr val="1D4ED8"/>
                </a:solidFill>
                <a:latin typeface="Pretendard" pitchFamily="34" charset="0"/>
                <a:ea typeface="Pretendard" pitchFamily="34" charset="-122"/>
                <a:cs typeface="Pretendard" pitchFamily="34" charset="-120"/>
              </a:rPr>
              <a:t>01  </a:t>
            </a:r>
            <a:r>
              <a:rPr lang="en-US" sz="1050" b="1" dirty="0">
                <a:solidFill>
                  <a:srgbClr val="111827"/>
                </a:solidFill>
                <a:latin typeface="Pretendard" pitchFamily="34" charset="0"/>
                <a:ea typeface="Pretendard" pitchFamily="34" charset="-122"/>
                <a:cs typeface="Pretendard" pitchFamily="34" charset="-120"/>
              </a:rPr>
              <a:t>목적부터 시작</a:t>
            </a:r>
            <a:endParaRPr lang="en-US" sz="950" dirty="0"/>
          </a:p>
        </p:txBody>
      </p:sp>
      <p:sp>
        <p:nvSpPr>
          <p:cNvPr id="10" name="Text 8"/>
          <p:cNvSpPr/>
          <p:nvPr/>
        </p:nvSpPr>
        <p:spPr>
          <a:xfrm>
            <a:off x="694944" y="1773936"/>
            <a:ext cx="1280160" cy="329184"/>
          </a:xfrm>
          <a:prstGeom prst="rect">
            <a:avLst/>
          </a:prstGeom>
          <a:noFill/>
          <a:ln/>
        </p:spPr>
        <p:txBody>
          <a:bodyPr wrap="square" lIns="0" tIns="0" rIns="0" bIns="0" rtlCol="0" anchor="t"/>
          <a:lstStyle/>
          <a:p>
            <a:pPr marL="0" indent="0">
              <a:lnSpc>
                <a:spcPct val="120000"/>
              </a:lnSpc>
              <a:buNone/>
            </a:pPr>
            <a:r>
              <a:rPr lang="en-US" sz="850" dirty="0">
                <a:solidFill>
                  <a:srgbClr val="4B5563"/>
                </a:solidFill>
                <a:latin typeface="Pretendard" pitchFamily="34" charset="0"/>
                <a:ea typeface="Pretendard" pitchFamily="34" charset="-122"/>
                <a:cs typeface="Pretendard" pitchFamily="34" charset="-120"/>
              </a:rPr>
              <a:t>무엇을 하고 언제 쓰는지</a:t>
            </a:r>
            <a:endParaRPr lang="en-US" sz="850" dirty="0"/>
          </a:p>
        </p:txBody>
      </p:sp>
      <p:sp>
        <p:nvSpPr>
          <p:cNvPr id="11" name="principle card">
            <a:extLst>
              <a:ext uri="{C183D7F6-B498-43B3-948B-1728B52AA6E4}">
                <adec:decorative xmlns:adec="http://schemas.microsoft.com/office/drawing/2017/decorative" val="1"/>
              </a:ext>
            </a:extLst>
          </p:cNvPr>
          <p:cNvSpPr/>
          <p:nvPr/>
        </p:nvSpPr>
        <p:spPr>
          <a:xfrm>
            <a:off x="2167128" y="1371600"/>
            <a:ext cx="1572768" cy="804672"/>
          </a:xfrm>
          <a:prstGeom prst="rect">
            <a:avLst/>
          </a:prstGeom>
          <a:solidFill>
            <a:srgbClr val="FFFFFF"/>
          </a:solidFill>
          <a:ln w="12700">
            <a:solidFill>
              <a:srgbClr val="E5E7EB"/>
            </a:solidFill>
            <a:prstDash val="solid"/>
          </a:ln>
        </p:spPr>
        <p:txBody>
          <a:bodyPr/>
          <a:lstStyle/>
          <a:p>
            <a:endParaRPr lang="en-US"/>
          </a:p>
        </p:txBody>
      </p:sp>
      <p:sp>
        <p:nvSpPr>
          <p:cNvPr id="12" name="card rule">
            <a:extLst>
              <a:ext uri="{C183D7F6-B498-43B3-948B-1728B52AA6E4}">
                <adec:decorative xmlns:adec="http://schemas.microsoft.com/office/drawing/2017/decorative" val="1"/>
              </a:ext>
            </a:extLst>
          </p:cNvPr>
          <p:cNvSpPr/>
          <p:nvPr/>
        </p:nvSpPr>
        <p:spPr>
          <a:xfrm>
            <a:off x="2167128" y="1371600"/>
            <a:ext cx="1572768" cy="32004"/>
          </a:xfrm>
          <a:prstGeom prst="rect">
            <a:avLst/>
          </a:prstGeom>
          <a:solidFill>
            <a:srgbClr val="3B82F6"/>
          </a:solidFill>
          <a:ln w="12700">
            <a:solidFill>
              <a:srgbClr val="3B82F6"/>
            </a:solidFill>
            <a:prstDash val="solid"/>
          </a:ln>
        </p:spPr>
        <p:txBody>
          <a:bodyPr/>
          <a:lstStyle/>
          <a:p>
            <a:endParaRPr lang="en-US"/>
          </a:p>
        </p:txBody>
      </p:sp>
      <p:sp>
        <p:nvSpPr>
          <p:cNvPr id="13" name="Text 11">
            <a:extLst>
              <a:ext uri="{C183D7F6-B498-43B3-948B-1728B52AA6E4}">
                <adec:decorative xmlns:adec="http://schemas.microsoft.com/office/drawing/2017/decorative" val="1"/>
              </a:ext>
            </a:extLst>
          </p:cNvPr>
          <p:cNvSpPr/>
          <p:nvPr/>
        </p:nvSpPr>
        <p:spPr>
          <a:xfrm>
            <a:off x="2313432" y="1499616"/>
            <a:ext cx="1280160" cy="274320"/>
          </a:xfrm>
          <a:prstGeom prst="rect">
            <a:avLst/>
          </a:prstGeom>
          <a:noFill/>
          <a:ln/>
        </p:spPr>
        <p:txBody>
          <a:bodyPr wrap="square" lIns="0" tIns="0" rIns="0" bIns="0" rtlCol="0" anchor="t"/>
          <a:lstStyle/>
          <a:p>
            <a:pPr marL="0" indent="0">
              <a:buNone/>
            </a:pPr>
            <a:r>
              <a:rPr lang="en-US" sz="950" b="1" dirty="0">
                <a:solidFill>
                  <a:srgbClr val="1D4ED8"/>
                </a:solidFill>
                <a:latin typeface="Pretendard" pitchFamily="34" charset="0"/>
                <a:ea typeface="Pretendard" pitchFamily="34" charset="-122"/>
                <a:cs typeface="Pretendard" pitchFamily="34" charset="-120"/>
              </a:rPr>
              <a:t>02  </a:t>
            </a:r>
            <a:r>
              <a:rPr lang="en-US" sz="1050" b="1" dirty="0">
                <a:solidFill>
                  <a:srgbClr val="111827"/>
                </a:solidFill>
                <a:latin typeface="Pretendard" pitchFamily="34" charset="0"/>
                <a:ea typeface="Pretendard" pitchFamily="34" charset="-122"/>
                <a:cs typeface="Pretendard" pitchFamily="34" charset="-120"/>
              </a:rPr>
              <a:t>단계별 작업</a:t>
            </a:r>
            <a:endParaRPr lang="en-US" sz="950" dirty="0"/>
          </a:p>
        </p:txBody>
      </p:sp>
      <p:sp>
        <p:nvSpPr>
          <p:cNvPr id="14" name="Text 12"/>
          <p:cNvSpPr/>
          <p:nvPr/>
        </p:nvSpPr>
        <p:spPr>
          <a:xfrm>
            <a:off x="2313432" y="1773936"/>
            <a:ext cx="1280160" cy="329184"/>
          </a:xfrm>
          <a:prstGeom prst="rect">
            <a:avLst/>
          </a:prstGeom>
          <a:noFill/>
          <a:ln/>
        </p:spPr>
        <p:txBody>
          <a:bodyPr wrap="square" lIns="0" tIns="0" rIns="0" bIns="0" rtlCol="0" anchor="t"/>
          <a:lstStyle/>
          <a:p>
            <a:pPr marL="0" indent="0">
              <a:lnSpc>
                <a:spcPct val="120000"/>
              </a:lnSpc>
              <a:buNone/>
            </a:pPr>
            <a:r>
              <a:rPr lang="en-US" sz="850" dirty="0">
                <a:solidFill>
                  <a:srgbClr val="4B5563"/>
                </a:solidFill>
                <a:latin typeface="Pretendard" pitchFamily="34" charset="0"/>
                <a:ea typeface="Pretendard" pitchFamily="34" charset="-122"/>
                <a:cs typeface="Pretendard" pitchFamily="34" charset="-120"/>
              </a:rPr>
              <a:t>논리적이고 순서 있는 단계</a:t>
            </a:r>
            <a:endParaRPr lang="en-US" sz="850" dirty="0"/>
          </a:p>
        </p:txBody>
      </p:sp>
      <p:sp>
        <p:nvSpPr>
          <p:cNvPr id="15" name="principle card">
            <a:extLst>
              <a:ext uri="{C183D7F6-B498-43B3-948B-1728B52AA6E4}">
                <adec:decorative xmlns:adec="http://schemas.microsoft.com/office/drawing/2017/decorative" val="1"/>
              </a:ext>
            </a:extLst>
          </p:cNvPr>
          <p:cNvSpPr/>
          <p:nvPr/>
        </p:nvSpPr>
        <p:spPr>
          <a:xfrm>
            <a:off x="3785616" y="1371600"/>
            <a:ext cx="1572768" cy="804672"/>
          </a:xfrm>
          <a:prstGeom prst="rect">
            <a:avLst/>
          </a:prstGeom>
          <a:solidFill>
            <a:srgbClr val="FFFFFF"/>
          </a:solidFill>
          <a:ln w="12700">
            <a:solidFill>
              <a:srgbClr val="E5E7EB"/>
            </a:solidFill>
            <a:prstDash val="solid"/>
          </a:ln>
        </p:spPr>
        <p:txBody>
          <a:bodyPr/>
          <a:lstStyle/>
          <a:p>
            <a:endParaRPr lang="en-US"/>
          </a:p>
        </p:txBody>
      </p:sp>
      <p:sp>
        <p:nvSpPr>
          <p:cNvPr id="16" name="card rule">
            <a:extLst>
              <a:ext uri="{C183D7F6-B498-43B3-948B-1728B52AA6E4}">
                <adec:decorative xmlns:adec="http://schemas.microsoft.com/office/drawing/2017/decorative" val="1"/>
              </a:ext>
            </a:extLst>
          </p:cNvPr>
          <p:cNvSpPr/>
          <p:nvPr/>
        </p:nvSpPr>
        <p:spPr>
          <a:xfrm>
            <a:off x="3785616" y="1371600"/>
            <a:ext cx="1572768" cy="32004"/>
          </a:xfrm>
          <a:prstGeom prst="rect">
            <a:avLst/>
          </a:prstGeom>
          <a:solidFill>
            <a:srgbClr val="3B82F6"/>
          </a:solidFill>
          <a:ln w="12700">
            <a:solidFill>
              <a:srgbClr val="3B82F6"/>
            </a:solidFill>
            <a:prstDash val="solid"/>
          </a:ln>
        </p:spPr>
        <p:txBody>
          <a:bodyPr/>
          <a:lstStyle/>
          <a:p>
            <a:endParaRPr lang="en-US"/>
          </a:p>
        </p:txBody>
      </p:sp>
      <p:sp>
        <p:nvSpPr>
          <p:cNvPr id="17" name="Text 15">
            <a:extLst>
              <a:ext uri="{C183D7F6-B498-43B3-948B-1728B52AA6E4}">
                <adec:decorative xmlns:adec="http://schemas.microsoft.com/office/drawing/2017/decorative" val="1"/>
              </a:ext>
            </a:extLst>
          </p:cNvPr>
          <p:cNvSpPr/>
          <p:nvPr/>
        </p:nvSpPr>
        <p:spPr>
          <a:xfrm>
            <a:off x="3931920" y="1499616"/>
            <a:ext cx="1280160" cy="274320"/>
          </a:xfrm>
          <a:prstGeom prst="rect">
            <a:avLst/>
          </a:prstGeom>
          <a:noFill/>
          <a:ln/>
        </p:spPr>
        <p:txBody>
          <a:bodyPr wrap="square" lIns="0" tIns="0" rIns="0" bIns="0" rtlCol="0" anchor="t"/>
          <a:lstStyle/>
          <a:p>
            <a:pPr marL="0" indent="0">
              <a:buNone/>
            </a:pPr>
            <a:r>
              <a:rPr lang="en-US" sz="950" b="1" dirty="0">
                <a:solidFill>
                  <a:srgbClr val="1D4ED8"/>
                </a:solidFill>
                <a:latin typeface="Pretendard" pitchFamily="34" charset="0"/>
                <a:ea typeface="Pretendard" pitchFamily="34" charset="-122"/>
                <a:cs typeface="Pretendard" pitchFamily="34" charset="-120"/>
              </a:rPr>
              <a:t>03  </a:t>
            </a:r>
            <a:r>
              <a:rPr lang="en-US" sz="1050" b="1" dirty="0">
                <a:solidFill>
                  <a:srgbClr val="111827"/>
                </a:solidFill>
                <a:latin typeface="Pretendard" pitchFamily="34" charset="0"/>
                <a:ea typeface="Pretendard" pitchFamily="34" charset="-122"/>
                <a:cs typeface="Pretendard" pitchFamily="34" charset="-120"/>
              </a:rPr>
              <a:t>의사 결정 지점</a:t>
            </a:r>
            <a:endParaRPr lang="en-US" sz="950" dirty="0"/>
          </a:p>
        </p:txBody>
      </p:sp>
      <p:sp>
        <p:nvSpPr>
          <p:cNvPr id="18" name="Text 16"/>
          <p:cNvSpPr/>
          <p:nvPr/>
        </p:nvSpPr>
        <p:spPr>
          <a:xfrm>
            <a:off x="3931920" y="1773936"/>
            <a:ext cx="1280160" cy="329184"/>
          </a:xfrm>
          <a:prstGeom prst="rect">
            <a:avLst/>
          </a:prstGeom>
          <a:noFill/>
          <a:ln/>
        </p:spPr>
        <p:txBody>
          <a:bodyPr wrap="square" lIns="0" tIns="0" rIns="0" bIns="0" rtlCol="0" anchor="t"/>
          <a:lstStyle/>
          <a:p>
            <a:pPr marL="0" indent="0">
              <a:lnSpc>
                <a:spcPct val="120000"/>
              </a:lnSpc>
              <a:buNone/>
            </a:pPr>
            <a:r>
              <a:rPr lang="en-US" sz="850" dirty="0">
                <a:solidFill>
                  <a:srgbClr val="4B5563"/>
                </a:solidFill>
                <a:latin typeface="Pretendard" pitchFamily="34" charset="0"/>
                <a:ea typeface="Pretendard" pitchFamily="34" charset="-122"/>
                <a:cs typeface="Pretendard" pitchFamily="34" charset="-120"/>
              </a:rPr>
              <a:t>X면 Y, 아니면 Z</a:t>
            </a:r>
            <a:endParaRPr lang="en-US" sz="850" dirty="0"/>
          </a:p>
        </p:txBody>
      </p:sp>
      <p:sp>
        <p:nvSpPr>
          <p:cNvPr id="19" name="principle card">
            <a:extLst>
              <a:ext uri="{C183D7F6-B498-43B3-948B-1728B52AA6E4}">
                <adec:decorative xmlns:adec="http://schemas.microsoft.com/office/drawing/2017/decorative" val="1"/>
              </a:ext>
            </a:extLst>
          </p:cNvPr>
          <p:cNvSpPr/>
          <p:nvPr/>
        </p:nvSpPr>
        <p:spPr>
          <a:xfrm>
            <a:off x="5404104" y="1371600"/>
            <a:ext cx="1572768" cy="804672"/>
          </a:xfrm>
          <a:prstGeom prst="rect">
            <a:avLst/>
          </a:prstGeom>
          <a:solidFill>
            <a:srgbClr val="FFFFFF"/>
          </a:solidFill>
          <a:ln w="12700">
            <a:solidFill>
              <a:srgbClr val="E5E7EB"/>
            </a:solidFill>
            <a:prstDash val="solid"/>
          </a:ln>
        </p:spPr>
        <p:txBody>
          <a:bodyPr/>
          <a:lstStyle/>
          <a:p>
            <a:endParaRPr lang="en-US"/>
          </a:p>
        </p:txBody>
      </p:sp>
      <p:sp>
        <p:nvSpPr>
          <p:cNvPr id="20" name="card rule">
            <a:extLst>
              <a:ext uri="{C183D7F6-B498-43B3-948B-1728B52AA6E4}">
                <adec:decorative xmlns:adec="http://schemas.microsoft.com/office/drawing/2017/decorative" val="1"/>
              </a:ext>
            </a:extLst>
          </p:cNvPr>
          <p:cNvSpPr/>
          <p:nvPr/>
        </p:nvSpPr>
        <p:spPr>
          <a:xfrm>
            <a:off x="5404104" y="1371600"/>
            <a:ext cx="1572768" cy="32004"/>
          </a:xfrm>
          <a:prstGeom prst="rect">
            <a:avLst/>
          </a:prstGeom>
          <a:solidFill>
            <a:srgbClr val="3B82F6"/>
          </a:solidFill>
          <a:ln w="12700">
            <a:solidFill>
              <a:srgbClr val="3B82F6"/>
            </a:solidFill>
            <a:prstDash val="solid"/>
          </a:ln>
        </p:spPr>
        <p:txBody>
          <a:bodyPr/>
          <a:lstStyle/>
          <a:p>
            <a:endParaRPr lang="en-US"/>
          </a:p>
        </p:txBody>
      </p:sp>
      <p:sp>
        <p:nvSpPr>
          <p:cNvPr id="21" name="Text 19">
            <a:extLst>
              <a:ext uri="{C183D7F6-B498-43B3-948B-1728B52AA6E4}">
                <adec:decorative xmlns:adec="http://schemas.microsoft.com/office/drawing/2017/decorative" val="1"/>
              </a:ext>
            </a:extLst>
          </p:cNvPr>
          <p:cNvSpPr/>
          <p:nvPr/>
        </p:nvSpPr>
        <p:spPr>
          <a:xfrm>
            <a:off x="5550408" y="1499616"/>
            <a:ext cx="1280160" cy="274320"/>
          </a:xfrm>
          <a:prstGeom prst="rect">
            <a:avLst/>
          </a:prstGeom>
          <a:noFill/>
          <a:ln/>
        </p:spPr>
        <p:txBody>
          <a:bodyPr wrap="square" lIns="0" tIns="0" rIns="0" bIns="0" rtlCol="0" anchor="t"/>
          <a:lstStyle/>
          <a:p>
            <a:pPr marL="0" indent="0">
              <a:buNone/>
            </a:pPr>
            <a:r>
              <a:rPr lang="en-US" sz="950" b="1" dirty="0">
                <a:solidFill>
                  <a:srgbClr val="1D4ED8"/>
                </a:solidFill>
                <a:latin typeface="Pretendard" pitchFamily="34" charset="0"/>
                <a:ea typeface="Pretendard" pitchFamily="34" charset="-122"/>
                <a:cs typeface="Pretendard" pitchFamily="34" charset="-120"/>
              </a:rPr>
              <a:t>04  </a:t>
            </a:r>
            <a:r>
              <a:rPr lang="en-US" sz="1050" b="1" dirty="0">
                <a:solidFill>
                  <a:srgbClr val="111827"/>
                </a:solidFill>
                <a:latin typeface="Pretendard" pitchFamily="34" charset="0"/>
                <a:ea typeface="Pretendard" pitchFamily="34" charset="-122"/>
                <a:cs typeface="Pretendard" pitchFamily="34" charset="-120"/>
              </a:rPr>
              <a:t>필수 입력 지정</a:t>
            </a:r>
            <a:endParaRPr lang="en-US" sz="950" dirty="0"/>
          </a:p>
        </p:txBody>
      </p:sp>
      <p:sp>
        <p:nvSpPr>
          <p:cNvPr id="22" name="Text 20">
            <a:extLst>
              <a:ext uri="{C183D7F6-B498-43B3-948B-1728B52AA6E4}">
                <adec:decorative xmlns:adec="http://schemas.microsoft.com/office/drawing/2017/decorative" val="1"/>
              </a:ext>
            </a:extLst>
          </p:cNvPr>
          <p:cNvSpPr/>
          <p:nvPr/>
        </p:nvSpPr>
        <p:spPr>
          <a:xfrm>
            <a:off x="5550408" y="1773936"/>
            <a:ext cx="1280160" cy="329184"/>
          </a:xfrm>
          <a:prstGeom prst="rect">
            <a:avLst/>
          </a:prstGeom>
          <a:noFill/>
          <a:ln/>
        </p:spPr>
        <p:txBody>
          <a:bodyPr wrap="square" lIns="0" tIns="0" rIns="0" bIns="0" rtlCol="0" anchor="t"/>
          <a:lstStyle/>
          <a:p>
            <a:pPr marL="0" indent="0">
              <a:lnSpc>
                <a:spcPct val="120000"/>
              </a:lnSpc>
              <a:buNone/>
            </a:pPr>
            <a:r>
              <a:rPr lang="en-US" sz="850" dirty="0">
                <a:solidFill>
                  <a:srgbClr val="4B5563"/>
                </a:solidFill>
                <a:latin typeface="Pretendard" pitchFamily="34" charset="0"/>
                <a:ea typeface="Pretendard" pitchFamily="34" charset="-122"/>
                <a:cs typeface="Pretendard" pitchFamily="34" charset="-120"/>
              </a:rPr>
              <a:t>무엇을 수집할지 명시</a:t>
            </a:r>
            <a:endParaRPr lang="en-US" sz="850" dirty="0"/>
          </a:p>
        </p:txBody>
      </p:sp>
      <p:sp>
        <p:nvSpPr>
          <p:cNvPr id="23" name="principle card">
            <a:extLst>
              <a:ext uri="{C183D7F6-B498-43B3-948B-1728B52AA6E4}">
                <adec:decorative xmlns:adec="http://schemas.microsoft.com/office/drawing/2017/decorative" val="1"/>
              </a:ext>
            </a:extLst>
          </p:cNvPr>
          <p:cNvSpPr/>
          <p:nvPr/>
        </p:nvSpPr>
        <p:spPr>
          <a:xfrm>
            <a:off x="7022592" y="1371600"/>
            <a:ext cx="1572768" cy="804672"/>
          </a:xfrm>
          <a:prstGeom prst="rect">
            <a:avLst/>
          </a:prstGeom>
          <a:solidFill>
            <a:srgbClr val="FFFFFF"/>
          </a:solidFill>
          <a:ln w="12700">
            <a:solidFill>
              <a:srgbClr val="E5E7EB"/>
            </a:solidFill>
            <a:prstDash val="solid"/>
          </a:ln>
        </p:spPr>
        <p:txBody>
          <a:bodyPr/>
          <a:lstStyle/>
          <a:p>
            <a:endParaRPr lang="en-US"/>
          </a:p>
        </p:txBody>
      </p:sp>
      <p:sp>
        <p:nvSpPr>
          <p:cNvPr id="24" name="card rule">
            <a:extLst>
              <a:ext uri="{C183D7F6-B498-43B3-948B-1728B52AA6E4}">
                <adec:decorative xmlns:adec="http://schemas.microsoft.com/office/drawing/2017/decorative" val="1"/>
              </a:ext>
            </a:extLst>
          </p:cNvPr>
          <p:cNvSpPr/>
          <p:nvPr/>
        </p:nvSpPr>
        <p:spPr>
          <a:xfrm>
            <a:off x="7022592" y="1371600"/>
            <a:ext cx="1572768" cy="32004"/>
          </a:xfrm>
          <a:prstGeom prst="rect">
            <a:avLst/>
          </a:prstGeom>
          <a:solidFill>
            <a:srgbClr val="3B82F6"/>
          </a:solidFill>
          <a:ln w="12700">
            <a:solidFill>
              <a:srgbClr val="3B82F6"/>
            </a:solidFill>
            <a:prstDash val="solid"/>
          </a:ln>
        </p:spPr>
        <p:txBody>
          <a:bodyPr/>
          <a:lstStyle/>
          <a:p>
            <a:endParaRPr lang="en-US"/>
          </a:p>
        </p:txBody>
      </p:sp>
      <p:sp>
        <p:nvSpPr>
          <p:cNvPr id="25" name="Text 23"/>
          <p:cNvSpPr/>
          <p:nvPr/>
        </p:nvSpPr>
        <p:spPr>
          <a:xfrm>
            <a:off x="7168896" y="1499616"/>
            <a:ext cx="1280160" cy="274320"/>
          </a:xfrm>
          <a:prstGeom prst="rect">
            <a:avLst/>
          </a:prstGeom>
          <a:noFill/>
          <a:ln/>
        </p:spPr>
        <p:txBody>
          <a:bodyPr wrap="square" lIns="0" tIns="0" rIns="0" bIns="0" rtlCol="0" anchor="t"/>
          <a:lstStyle/>
          <a:p>
            <a:pPr marL="0" indent="0">
              <a:buNone/>
            </a:pPr>
            <a:r>
              <a:rPr lang="en-US" sz="950" b="1" dirty="0">
                <a:solidFill>
                  <a:srgbClr val="1D4ED8"/>
                </a:solidFill>
                <a:latin typeface="Pretendard" pitchFamily="34" charset="0"/>
                <a:ea typeface="Pretendard" pitchFamily="34" charset="-122"/>
                <a:cs typeface="Pretendard" pitchFamily="34" charset="-120"/>
              </a:rPr>
              <a:t>05  </a:t>
            </a:r>
            <a:r>
              <a:rPr lang="en-US" sz="1050" b="1" dirty="0">
                <a:solidFill>
                  <a:srgbClr val="111827"/>
                </a:solidFill>
                <a:latin typeface="Pretendard" pitchFamily="34" charset="0"/>
                <a:ea typeface="Pretendard" pitchFamily="34" charset="-122"/>
                <a:cs typeface="Pretendard" pitchFamily="34" charset="-120"/>
              </a:rPr>
              <a:t>도구 사용 정의</a:t>
            </a:r>
            <a:endParaRPr lang="en-US" sz="950" dirty="0"/>
          </a:p>
        </p:txBody>
      </p:sp>
      <p:sp>
        <p:nvSpPr>
          <p:cNvPr id="26" name="Text 24"/>
          <p:cNvSpPr/>
          <p:nvPr/>
        </p:nvSpPr>
        <p:spPr>
          <a:xfrm>
            <a:off x="7168896" y="1773936"/>
            <a:ext cx="1280160" cy="329184"/>
          </a:xfrm>
          <a:prstGeom prst="rect">
            <a:avLst/>
          </a:prstGeom>
          <a:noFill/>
          <a:ln/>
        </p:spPr>
        <p:txBody>
          <a:bodyPr wrap="square" lIns="0" tIns="0" rIns="0" bIns="0" rtlCol="0" anchor="t"/>
          <a:lstStyle/>
          <a:p>
            <a:pPr marL="0" indent="0">
              <a:lnSpc>
                <a:spcPct val="120000"/>
              </a:lnSpc>
              <a:buNone/>
            </a:pPr>
            <a:r>
              <a:rPr lang="en-US" sz="850" dirty="0">
                <a:solidFill>
                  <a:srgbClr val="4B5563"/>
                </a:solidFill>
                <a:latin typeface="Pretendard" pitchFamily="34" charset="0"/>
                <a:ea typeface="Pretendard" pitchFamily="34" charset="-122"/>
                <a:cs typeface="Pretendard" pitchFamily="34" charset="-120"/>
              </a:rPr>
              <a:t>매개변수와 필드 이름까지</a:t>
            </a:r>
            <a:endParaRPr lang="en-US" sz="850" dirty="0"/>
          </a:p>
        </p:txBody>
      </p:sp>
      <p:sp>
        <p:nvSpPr>
          <p:cNvPr id="27" name="principle card">
            <a:extLst>
              <a:ext uri="{C183D7F6-B498-43B3-948B-1728B52AA6E4}">
                <adec:decorative xmlns:adec="http://schemas.microsoft.com/office/drawing/2017/decorative" val="1"/>
              </a:ext>
            </a:extLst>
          </p:cNvPr>
          <p:cNvSpPr/>
          <p:nvPr/>
        </p:nvSpPr>
        <p:spPr>
          <a:xfrm>
            <a:off x="548640" y="2267712"/>
            <a:ext cx="1572768" cy="804672"/>
          </a:xfrm>
          <a:prstGeom prst="rect">
            <a:avLst/>
          </a:prstGeom>
          <a:solidFill>
            <a:srgbClr val="FFFFFF"/>
          </a:solidFill>
          <a:ln w="12700">
            <a:solidFill>
              <a:srgbClr val="E5E7EB"/>
            </a:solidFill>
            <a:prstDash val="solid"/>
          </a:ln>
        </p:spPr>
        <p:txBody>
          <a:bodyPr/>
          <a:lstStyle/>
          <a:p>
            <a:endParaRPr lang="ko-KR" altLang="en-US"/>
          </a:p>
        </p:txBody>
      </p:sp>
      <p:sp>
        <p:nvSpPr>
          <p:cNvPr id="28" name="card rule">
            <a:extLst>
              <a:ext uri="{C183D7F6-B498-43B3-948B-1728B52AA6E4}">
                <adec:decorative xmlns:adec="http://schemas.microsoft.com/office/drawing/2017/decorative" val="1"/>
              </a:ext>
            </a:extLst>
          </p:cNvPr>
          <p:cNvSpPr/>
          <p:nvPr/>
        </p:nvSpPr>
        <p:spPr>
          <a:xfrm>
            <a:off x="548640" y="2267712"/>
            <a:ext cx="1572768" cy="32004"/>
          </a:xfrm>
          <a:prstGeom prst="rect">
            <a:avLst/>
          </a:prstGeom>
          <a:solidFill>
            <a:srgbClr val="3B82F6"/>
          </a:solidFill>
          <a:ln w="12700">
            <a:solidFill>
              <a:srgbClr val="3B82F6"/>
            </a:solidFill>
            <a:prstDash val="solid"/>
          </a:ln>
        </p:spPr>
        <p:txBody>
          <a:bodyPr/>
          <a:lstStyle/>
          <a:p>
            <a:endParaRPr lang="en-US"/>
          </a:p>
        </p:txBody>
      </p:sp>
      <p:sp>
        <p:nvSpPr>
          <p:cNvPr id="29" name="Text 27">
            <a:extLst>
              <a:ext uri="{C183D7F6-B498-43B3-948B-1728B52AA6E4}">
                <adec:decorative xmlns:adec="http://schemas.microsoft.com/office/drawing/2017/decorative" val="1"/>
              </a:ext>
            </a:extLst>
          </p:cNvPr>
          <p:cNvSpPr/>
          <p:nvPr/>
        </p:nvSpPr>
        <p:spPr>
          <a:xfrm>
            <a:off x="694944" y="2395728"/>
            <a:ext cx="1280160" cy="274320"/>
          </a:xfrm>
          <a:prstGeom prst="rect">
            <a:avLst/>
          </a:prstGeom>
          <a:noFill/>
          <a:ln/>
        </p:spPr>
        <p:txBody>
          <a:bodyPr wrap="square" lIns="0" tIns="0" rIns="0" bIns="0" rtlCol="0" anchor="t"/>
          <a:lstStyle/>
          <a:p>
            <a:pPr marL="0" indent="0">
              <a:buNone/>
            </a:pPr>
            <a:r>
              <a:rPr lang="en-US" sz="950" b="1" dirty="0">
                <a:solidFill>
                  <a:srgbClr val="1D4ED8"/>
                </a:solidFill>
                <a:latin typeface="Pretendard" pitchFamily="34" charset="0"/>
                <a:ea typeface="Pretendard" pitchFamily="34" charset="-122"/>
                <a:cs typeface="Pretendard" pitchFamily="34" charset="-120"/>
              </a:rPr>
              <a:t>06  </a:t>
            </a:r>
            <a:r>
              <a:rPr lang="en-US" sz="1050" b="1" dirty="0">
                <a:solidFill>
                  <a:srgbClr val="111827"/>
                </a:solidFill>
                <a:latin typeface="Pretendard" pitchFamily="34" charset="0"/>
                <a:ea typeface="Pretendard" pitchFamily="34" charset="-122"/>
                <a:cs typeface="Pretendard" pitchFamily="34" charset="-120"/>
              </a:rPr>
              <a:t>기대 출력 설명</a:t>
            </a:r>
            <a:endParaRPr lang="en-US" sz="950" dirty="0"/>
          </a:p>
        </p:txBody>
      </p:sp>
      <p:sp>
        <p:nvSpPr>
          <p:cNvPr id="30" name="Text 28"/>
          <p:cNvSpPr/>
          <p:nvPr/>
        </p:nvSpPr>
        <p:spPr>
          <a:xfrm>
            <a:off x="694944" y="2670048"/>
            <a:ext cx="1280160" cy="329184"/>
          </a:xfrm>
          <a:prstGeom prst="rect">
            <a:avLst/>
          </a:prstGeom>
          <a:noFill/>
          <a:ln/>
        </p:spPr>
        <p:txBody>
          <a:bodyPr wrap="square" lIns="0" tIns="0" rIns="0" bIns="0" rtlCol="0" anchor="t"/>
          <a:lstStyle/>
          <a:p>
            <a:pPr marL="0" indent="0">
              <a:lnSpc>
                <a:spcPct val="120000"/>
              </a:lnSpc>
              <a:buNone/>
            </a:pPr>
            <a:r>
              <a:rPr lang="en-US" sz="850" dirty="0">
                <a:solidFill>
                  <a:srgbClr val="4B5563"/>
                </a:solidFill>
                <a:latin typeface="Pretendard" pitchFamily="34" charset="0"/>
                <a:ea typeface="Pretendard" pitchFamily="34" charset="-122"/>
                <a:cs typeface="Pretendard" pitchFamily="34" charset="-120"/>
              </a:rPr>
              <a:t>결과를 제시할 형식</a:t>
            </a:r>
            <a:endParaRPr lang="en-US" sz="850" dirty="0"/>
          </a:p>
        </p:txBody>
      </p:sp>
      <p:sp>
        <p:nvSpPr>
          <p:cNvPr id="31" name="principle card">
            <a:extLst>
              <a:ext uri="{C183D7F6-B498-43B3-948B-1728B52AA6E4}">
                <adec:decorative xmlns:adec="http://schemas.microsoft.com/office/drawing/2017/decorative" val="1"/>
              </a:ext>
            </a:extLst>
          </p:cNvPr>
          <p:cNvSpPr/>
          <p:nvPr/>
        </p:nvSpPr>
        <p:spPr>
          <a:xfrm>
            <a:off x="2167128" y="2267712"/>
            <a:ext cx="1572768" cy="804672"/>
          </a:xfrm>
          <a:prstGeom prst="rect">
            <a:avLst/>
          </a:prstGeom>
          <a:solidFill>
            <a:srgbClr val="FFFFFF"/>
          </a:solidFill>
          <a:ln w="12700">
            <a:solidFill>
              <a:srgbClr val="E5E7EB"/>
            </a:solidFill>
            <a:prstDash val="solid"/>
          </a:ln>
        </p:spPr>
        <p:txBody>
          <a:bodyPr/>
          <a:lstStyle/>
          <a:p>
            <a:endParaRPr lang="ko-KR" altLang="en-US"/>
          </a:p>
        </p:txBody>
      </p:sp>
      <p:sp>
        <p:nvSpPr>
          <p:cNvPr id="32" name="card rule">
            <a:extLst>
              <a:ext uri="{C183D7F6-B498-43B3-948B-1728B52AA6E4}">
                <adec:decorative xmlns:adec="http://schemas.microsoft.com/office/drawing/2017/decorative" val="1"/>
              </a:ext>
            </a:extLst>
          </p:cNvPr>
          <p:cNvSpPr/>
          <p:nvPr/>
        </p:nvSpPr>
        <p:spPr>
          <a:xfrm>
            <a:off x="2167128" y="2267712"/>
            <a:ext cx="1572768" cy="32004"/>
          </a:xfrm>
          <a:prstGeom prst="rect">
            <a:avLst/>
          </a:prstGeom>
          <a:solidFill>
            <a:srgbClr val="3B82F6"/>
          </a:solidFill>
          <a:ln w="12700">
            <a:solidFill>
              <a:srgbClr val="3B82F6"/>
            </a:solidFill>
            <a:prstDash val="solid"/>
          </a:ln>
        </p:spPr>
        <p:txBody>
          <a:bodyPr/>
          <a:lstStyle/>
          <a:p>
            <a:endParaRPr lang="en-US"/>
          </a:p>
        </p:txBody>
      </p:sp>
      <p:sp>
        <p:nvSpPr>
          <p:cNvPr id="33" name="Text 31"/>
          <p:cNvSpPr/>
          <p:nvPr/>
        </p:nvSpPr>
        <p:spPr>
          <a:xfrm>
            <a:off x="2313432" y="2395728"/>
            <a:ext cx="1280160" cy="274320"/>
          </a:xfrm>
          <a:prstGeom prst="rect">
            <a:avLst/>
          </a:prstGeom>
          <a:noFill/>
          <a:ln/>
        </p:spPr>
        <p:txBody>
          <a:bodyPr wrap="square" lIns="0" tIns="0" rIns="0" bIns="0" rtlCol="0" anchor="t"/>
          <a:lstStyle/>
          <a:p>
            <a:pPr marL="0" indent="0">
              <a:buNone/>
            </a:pPr>
            <a:r>
              <a:rPr lang="en-US" sz="950" b="1" dirty="0">
                <a:solidFill>
                  <a:srgbClr val="1D4ED8"/>
                </a:solidFill>
                <a:latin typeface="Pretendard" pitchFamily="34" charset="0"/>
                <a:ea typeface="Pretendard" pitchFamily="34" charset="-122"/>
                <a:cs typeface="Pretendard" pitchFamily="34" charset="-120"/>
              </a:rPr>
              <a:t>07  </a:t>
            </a:r>
            <a:r>
              <a:rPr lang="en-US" sz="1050" b="1" dirty="0">
                <a:solidFill>
                  <a:srgbClr val="111827"/>
                </a:solidFill>
                <a:latin typeface="Pretendard" pitchFamily="34" charset="0"/>
                <a:ea typeface="Pretendard" pitchFamily="34" charset="-122"/>
                <a:cs typeface="Pretendard" pitchFamily="34" charset="-120"/>
              </a:rPr>
              <a:t>검증 규칙</a:t>
            </a:r>
            <a:endParaRPr lang="en-US" sz="950" dirty="0"/>
          </a:p>
        </p:txBody>
      </p:sp>
      <p:sp>
        <p:nvSpPr>
          <p:cNvPr id="34" name="Text 32"/>
          <p:cNvSpPr/>
          <p:nvPr/>
        </p:nvSpPr>
        <p:spPr>
          <a:xfrm>
            <a:off x="2313432" y="2670048"/>
            <a:ext cx="1280160" cy="329184"/>
          </a:xfrm>
          <a:prstGeom prst="rect">
            <a:avLst/>
          </a:prstGeom>
          <a:noFill/>
          <a:ln/>
        </p:spPr>
        <p:txBody>
          <a:bodyPr wrap="square" lIns="0" tIns="0" rIns="0" bIns="0" rtlCol="0" anchor="t"/>
          <a:lstStyle/>
          <a:p>
            <a:pPr marL="0" indent="0">
              <a:lnSpc>
                <a:spcPct val="120000"/>
              </a:lnSpc>
              <a:buNone/>
            </a:pPr>
            <a:r>
              <a:rPr lang="en-US" sz="850" dirty="0">
                <a:solidFill>
                  <a:srgbClr val="4B5563"/>
                </a:solidFill>
                <a:latin typeface="Pretendard" pitchFamily="34" charset="0"/>
                <a:ea typeface="Pretendard" pitchFamily="34" charset="-122"/>
                <a:cs typeface="Pretendard" pitchFamily="34" charset="-120"/>
              </a:rPr>
              <a:t>환각과 오권장 방지</a:t>
            </a:r>
            <a:endParaRPr lang="en-US" sz="850" dirty="0"/>
          </a:p>
        </p:txBody>
      </p:sp>
      <p:sp>
        <p:nvSpPr>
          <p:cNvPr id="35" name="principle card">
            <a:extLst>
              <a:ext uri="{C183D7F6-B498-43B3-948B-1728B52AA6E4}">
                <adec:decorative xmlns:adec="http://schemas.microsoft.com/office/drawing/2017/decorative" val="1"/>
              </a:ext>
            </a:extLst>
          </p:cNvPr>
          <p:cNvSpPr/>
          <p:nvPr/>
        </p:nvSpPr>
        <p:spPr>
          <a:xfrm>
            <a:off x="3785616" y="2267712"/>
            <a:ext cx="1572768" cy="804672"/>
          </a:xfrm>
          <a:prstGeom prst="rect">
            <a:avLst/>
          </a:prstGeom>
          <a:solidFill>
            <a:srgbClr val="FFFFFF"/>
          </a:solidFill>
          <a:ln w="12700">
            <a:solidFill>
              <a:srgbClr val="E5E7EB"/>
            </a:solidFill>
            <a:prstDash val="solid"/>
          </a:ln>
        </p:spPr>
        <p:txBody>
          <a:bodyPr/>
          <a:lstStyle/>
          <a:p>
            <a:endParaRPr lang="ko-KR" altLang="en-US"/>
          </a:p>
        </p:txBody>
      </p:sp>
      <p:sp>
        <p:nvSpPr>
          <p:cNvPr id="36" name="card rule">
            <a:extLst>
              <a:ext uri="{C183D7F6-B498-43B3-948B-1728B52AA6E4}">
                <adec:decorative xmlns:adec="http://schemas.microsoft.com/office/drawing/2017/decorative" val="1"/>
              </a:ext>
            </a:extLst>
          </p:cNvPr>
          <p:cNvSpPr/>
          <p:nvPr/>
        </p:nvSpPr>
        <p:spPr>
          <a:xfrm>
            <a:off x="3785616" y="2267712"/>
            <a:ext cx="1572768" cy="32004"/>
          </a:xfrm>
          <a:prstGeom prst="rect">
            <a:avLst/>
          </a:prstGeom>
          <a:solidFill>
            <a:srgbClr val="3B82F6"/>
          </a:solidFill>
          <a:ln w="12700">
            <a:solidFill>
              <a:srgbClr val="3B82F6"/>
            </a:solidFill>
            <a:prstDash val="solid"/>
          </a:ln>
        </p:spPr>
        <p:txBody>
          <a:bodyPr/>
          <a:lstStyle/>
          <a:p>
            <a:endParaRPr lang="ko-KR" altLang="en-US"/>
          </a:p>
        </p:txBody>
      </p:sp>
      <p:sp>
        <p:nvSpPr>
          <p:cNvPr id="37" name="Text 35"/>
          <p:cNvSpPr/>
          <p:nvPr/>
        </p:nvSpPr>
        <p:spPr>
          <a:xfrm>
            <a:off x="3931920" y="2395728"/>
            <a:ext cx="1280160" cy="274320"/>
          </a:xfrm>
          <a:prstGeom prst="rect">
            <a:avLst/>
          </a:prstGeom>
          <a:noFill/>
          <a:ln/>
        </p:spPr>
        <p:txBody>
          <a:bodyPr wrap="square" lIns="0" tIns="0" rIns="0" bIns="0" rtlCol="0" anchor="t"/>
          <a:lstStyle/>
          <a:p>
            <a:pPr marL="0" indent="0">
              <a:buNone/>
            </a:pPr>
            <a:r>
              <a:rPr lang="en-US" sz="950" b="1" dirty="0">
                <a:solidFill>
                  <a:srgbClr val="1D4ED8"/>
                </a:solidFill>
                <a:latin typeface="Pretendard" pitchFamily="34" charset="0"/>
                <a:ea typeface="Pretendard" pitchFamily="34" charset="-122"/>
                <a:cs typeface="Pretendard" pitchFamily="34" charset="-120"/>
              </a:rPr>
              <a:t>08  </a:t>
            </a:r>
            <a:r>
              <a:rPr lang="en-US" sz="1050" b="1" dirty="0">
                <a:solidFill>
                  <a:srgbClr val="111827"/>
                </a:solidFill>
                <a:latin typeface="Pretendard" pitchFamily="34" charset="0"/>
                <a:ea typeface="Pretendard" pitchFamily="34" charset="-122"/>
                <a:cs typeface="Pretendard" pitchFamily="34" charset="-120"/>
              </a:rPr>
              <a:t>범위와 경계</a:t>
            </a:r>
            <a:endParaRPr lang="en-US" sz="950" dirty="0"/>
          </a:p>
        </p:txBody>
      </p:sp>
      <p:sp>
        <p:nvSpPr>
          <p:cNvPr id="38" name="Text 36"/>
          <p:cNvSpPr/>
          <p:nvPr/>
        </p:nvSpPr>
        <p:spPr>
          <a:xfrm>
            <a:off x="3931920" y="2670048"/>
            <a:ext cx="1280160" cy="329184"/>
          </a:xfrm>
          <a:prstGeom prst="rect">
            <a:avLst/>
          </a:prstGeom>
          <a:noFill/>
          <a:ln/>
        </p:spPr>
        <p:txBody>
          <a:bodyPr wrap="square" lIns="0" tIns="0" rIns="0" bIns="0" rtlCol="0" anchor="t"/>
          <a:lstStyle/>
          <a:p>
            <a:pPr marL="0" indent="0">
              <a:lnSpc>
                <a:spcPct val="120000"/>
              </a:lnSpc>
              <a:buNone/>
            </a:pPr>
            <a:r>
              <a:rPr lang="en-US" sz="850" dirty="0">
                <a:solidFill>
                  <a:srgbClr val="4B5563"/>
                </a:solidFill>
                <a:latin typeface="Pretendard" pitchFamily="34" charset="0"/>
                <a:ea typeface="Pretendard" pitchFamily="34" charset="-122"/>
                <a:cs typeface="Pretendard" pitchFamily="34" charset="-120"/>
              </a:rPr>
              <a:t>하지 않을 일도 명시</a:t>
            </a:r>
            <a:endParaRPr lang="en-US" sz="850" dirty="0"/>
          </a:p>
        </p:txBody>
      </p:sp>
      <p:sp>
        <p:nvSpPr>
          <p:cNvPr id="39" name="principle card">
            <a:extLst>
              <a:ext uri="{C183D7F6-B498-43B3-948B-1728B52AA6E4}">
                <adec:decorative xmlns:adec="http://schemas.microsoft.com/office/drawing/2017/decorative" val="1"/>
              </a:ext>
            </a:extLst>
          </p:cNvPr>
          <p:cNvSpPr/>
          <p:nvPr/>
        </p:nvSpPr>
        <p:spPr>
          <a:xfrm>
            <a:off x="5404104" y="2267712"/>
            <a:ext cx="1572768" cy="804672"/>
          </a:xfrm>
          <a:prstGeom prst="rect">
            <a:avLst/>
          </a:prstGeom>
          <a:solidFill>
            <a:srgbClr val="FFFFFF"/>
          </a:solidFill>
          <a:ln w="12700">
            <a:solidFill>
              <a:srgbClr val="E5E7EB"/>
            </a:solidFill>
            <a:prstDash val="solid"/>
          </a:ln>
        </p:spPr>
        <p:txBody>
          <a:bodyPr/>
          <a:lstStyle/>
          <a:p>
            <a:endParaRPr lang="ko-KR" altLang="en-US"/>
          </a:p>
        </p:txBody>
      </p:sp>
      <p:sp>
        <p:nvSpPr>
          <p:cNvPr id="40" name="card rule">
            <a:extLst>
              <a:ext uri="{C183D7F6-B498-43B3-948B-1728B52AA6E4}">
                <adec:decorative xmlns:adec="http://schemas.microsoft.com/office/drawing/2017/decorative" val="1"/>
              </a:ext>
            </a:extLst>
          </p:cNvPr>
          <p:cNvSpPr/>
          <p:nvPr/>
        </p:nvSpPr>
        <p:spPr>
          <a:xfrm>
            <a:off x="5404104" y="2267712"/>
            <a:ext cx="1572768" cy="32004"/>
          </a:xfrm>
          <a:prstGeom prst="rect">
            <a:avLst/>
          </a:prstGeom>
          <a:solidFill>
            <a:srgbClr val="3B82F6"/>
          </a:solidFill>
          <a:ln w="12700">
            <a:solidFill>
              <a:srgbClr val="3B82F6"/>
            </a:solidFill>
            <a:prstDash val="solid"/>
          </a:ln>
        </p:spPr>
        <p:txBody>
          <a:bodyPr/>
          <a:lstStyle/>
          <a:p>
            <a:endParaRPr lang="ko-KR" altLang="en-US"/>
          </a:p>
        </p:txBody>
      </p:sp>
      <p:sp>
        <p:nvSpPr>
          <p:cNvPr id="41" name="Text 39"/>
          <p:cNvSpPr/>
          <p:nvPr/>
        </p:nvSpPr>
        <p:spPr>
          <a:xfrm>
            <a:off x="5550408" y="2395728"/>
            <a:ext cx="1280160" cy="274320"/>
          </a:xfrm>
          <a:prstGeom prst="rect">
            <a:avLst/>
          </a:prstGeom>
          <a:noFill/>
          <a:ln/>
        </p:spPr>
        <p:txBody>
          <a:bodyPr wrap="square" lIns="0" tIns="0" rIns="0" bIns="0" rtlCol="0" anchor="t"/>
          <a:lstStyle/>
          <a:p>
            <a:pPr marL="0" indent="0">
              <a:buNone/>
            </a:pPr>
            <a:r>
              <a:rPr lang="en-US" sz="950" b="1" dirty="0">
                <a:solidFill>
                  <a:srgbClr val="1D4ED8"/>
                </a:solidFill>
                <a:latin typeface="Pretendard" pitchFamily="34" charset="0"/>
                <a:ea typeface="Pretendard" pitchFamily="34" charset="-122"/>
                <a:cs typeface="Pretendard" pitchFamily="34" charset="-120"/>
              </a:rPr>
              <a:t>09  </a:t>
            </a:r>
            <a:r>
              <a:rPr lang="en-US" sz="1050" b="1" dirty="0">
                <a:solidFill>
                  <a:srgbClr val="111827"/>
                </a:solidFill>
                <a:latin typeface="Pretendard" pitchFamily="34" charset="0"/>
                <a:ea typeface="Pretendard" pitchFamily="34" charset="-122"/>
                <a:cs typeface="Pretendard" pitchFamily="34" charset="-120"/>
              </a:rPr>
              <a:t>에스컬레이션</a:t>
            </a:r>
            <a:endParaRPr lang="en-US" sz="950" dirty="0"/>
          </a:p>
        </p:txBody>
      </p:sp>
      <p:sp>
        <p:nvSpPr>
          <p:cNvPr id="42" name="Text 40"/>
          <p:cNvSpPr/>
          <p:nvPr/>
        </p:nvSpPr>
        <p:spPr>
          <a:xfrm>
            <a:off x="5550408" y="2670048"/>
            <a:ext cx="1280160" cy="329184"/>
          </a:xfrm>
          <a:prstGeom prst="rect">
            <a:avLst/>
          </a:prstGeom>
          <a:noFill/>
          <a:ln/>
        </p:spPr>
        <p:txBody>
          <a:bodyPr wrap="square" lIns="0" tIns="0" rIns="0" bIns="0" rtlCol="0" anchor="t"/>
          <a:lstStyle/>
          <a:p>
            <a:pPr marL="0" indent="0">
              <a:lnSpc>
                <a:spcPct val="120000"/>
              </a:lnSpc>
              <a:buNone/>
            </a:pPr>
            <a:r>
              <a:rPr lang="en-US" sz="850" dirty="0">
                <a:solidFill>
                  <a:srgbClr val="4B5563"/>
                </a:solidFill>
                <a:latin typeface="Pretendard" pitchFamily="34" charset="0"/>
                <a:ea typeface="Pretendard" pitchFamily="34" charset="-122"/>
                <a:cs typeface="Pretendard" pitchFamily="34" charset="-120"/>
              </a:rPr>
              <a:t>막혔을 때의 경로</a:t>
            </a:r>
            <a:endParaRPr lang="en-US" sz="850" dirty="0"/>
          </a:p>
        </p:txBody>
      </p:sp>
      <p:sp>
        <p:nvSpPr>
          <p:cNvPr id="43" name="principle card">
            <a:extLst>
              <a:ext uri="{C183D7F6-B498-43B3-948B-1728B52AA6E4}">
                <adec:decorative xmlns:adec="http://schemas.microsoft.com/office/drawing/2017/decorative" val="1"/>
              </a:ext>
            </a:extLst>
          </p:cNvPr>
          <p:cNvSpPr/>
          <p:nvPr/>
        </p:nvSpPr>
        <p:spPr>
          <a:xfrm>
            <a:off x="7022592" y="2267712"/>
            <a:ext cx="1572768" cy="804672"/>
          </a:xfrm>
          <a:prstGeom prst="rect">
            <a:avLst/>
          </a:prstGeom>
          <a:solidFill>
            <a:srgbClr val="FFFFFF"/>
          </a:solidFill>
          <a:ln w="12700">
            <a:solidFill>
              <a:srgbClr val="E5E7EB"/>
            </a:solidFill>
            <a:prstDash val="solid"/>
          </a:ln>
        </p:spPr>
        <p:txBody>
          <a:bodyPr/>
          <a:lstStyle/>
          <a:p>
            <a:endParaRPr lang="ko-KR" altLang="en-US"/>
          </a:p>
        </p:txBody>
      </p:sp>
      <p:sp>
        <p:nvSpPr>
          <p:cNvPr id="44" name="card rule">
            <a:extLst>
              <a:ext uri="{C183D7F6-B498-43B3-948B-1728B52AA6E4}">
                <adec:decorative xmlns:adec="http://schemas.microsoft.com/office/drawing/2017/decorative" val="1"/>
              </a:ext>
            </a:extLst>
          </p:cNvPr>
          <p:cNvSpPr/>
          <p:nvPr/>
        </p:nvSpPr>
        <p:spPr>
          <a:xfrm>
            <a:off x="7022592" y="2267712"/>
            <a:ext cx="1572768" cy="32004"/>
          </a:xfrm>
          <a:prstGeom prst="rect">
            <a:avLst/>
          </a:prstGeom>
          <a:solidFill>
            <a:srgbClr val="3B82F6"/>
          </a:solidFill>
          <a:ln w="12700">
            <a:solidFill>
              <a:srgbClr val="3B82F6"/>
            </a:solidFill>
            <a:prstDash val="solid"/>
          </a:ln>
        </p:spPr>
        <p:txBody>
          <a:bodyPr/>
          <a:lstStyle/>
          <a:p>
            <a:endParaRPr lang="ko-KR" altLang="en-US"/>
          </a:p>
        </p:txBody>
      </p:sp>
      <p:sp>
        <p:nvSpPr>
          <p:cNvPr id="45" name="Text 43"/>
          <p:cNvSpPr/>
          <p:nvPr/>
        </p:nvSpPr>
        <p:spPr>
          <a:xfrm>
            <a:off x="7168896" y="2395728"/>
            <a:ext cx="1280160" cy="274320"/>
          </a:xfrm>
          <a:prstGeom prst="rect">
            <a:avLst/>
          </a:prstGeom>
          <a:noFill/>
          <a:ln/>
        </p:spPr>
        <p:txBody>
          <a:bodyPr wrap="square" lIns="0" tIns="0" rIns="0" bIns="0" rtlCol="0" anchor="t"/>
          <a:lstStyle/>
          <a:p>
            <a:pPr marL="0" indent="0">
              <a:buNone/>
            </a:pPr>
            <a:r>
              <a:rPr lang="en-US" sz="950" b="1" dirty="0">
                <a:solidFill>
                  <a:srgbClr val="1D4ED8"/>
                </a:solidFill>
                <a:latin typeface="Pretendard" pitchFamily="34" charset="0"/>
                <a:ea typeface="Pretendard" pitchFamily="34" charset="-122"/>
                <a:cs typeface="Pretendard" pitchFamily="34" charset="-120"/>
              </a:rPr>
              <a:t>10  </a:t>
            </a:r>
            <a:r>
              <a:rPr lang="en-US" sz="1050" b="1" dirty="0">
                <a:solidFill>
                  <a:srgbClr val="111827"/>
                </a:solidFill>
                <a:latin typeface="Pretendard" pitchFamily="34" charset="0"/>
                <a:ea typeface="Pretendard" pitchFamily="34" charset="-122"/>
                <a:cs typeface="Pretendard" pitchFamily="34" charset="-120"/>
              </a:rPr>
              <a:t>성공 기준</a:t>
            </a:r>
            <a:endParaRPr lang="en-US" sz="950" dirty="0"/>
          </a:p>
        </p:txBody>
      </p:sp>
      <p:sp>
        <p:nvSpPr>
          <p:cNvPr id="46" name="Text 44"/>
          <p:cNvSpPr/>
          <p:nvPr/>
        </p:nvSpPr>
        <p:spPr>
          <a:xfrm>
            <a:off x="7168896" y="2670048"/>
            <a:ext cx="1280160" cy="329184"/>
          </a:xfrm>
          <a:prstGeom prst="rect">
            <a:avLst/>
          </a:prstGeom>
          <a:noFill/>
          <a:ln/>
        </p:spPr>
        <p:txBody>
          <a:bodyPr wrap="square" lIns="0" tIns="0" rIns="0" bIns="0" rtlCol="0" anchor="t"/>
          <a:lstStyle/>
          <a:p>
            <a:pPr marL="0" indent="0">
              <a:lnSpc>
                <a:spcPct val="120000"/>
              </a:lnSpc>
              <a:buNone/>
            </a:pPr>
            <a:r>
              <a:rPr lang="en-US" sz="850" dirty="0">
                <a:solidFill>
                  <a:srgbClr val="4B5563"/>
                </a:solidFill>
                <a:latin typeface="Pretendard" pitchFamily="34" charset="0"/>
                <a:ea typeface="Pretendard" pitchFamily="34" charset="-122"/>
                <a:cs typeface="Pretendard" pitchFamily="34" charset="-120"/>
              </a:rPr>
              <a:t>언제 멈춰야 하는지</a:t>
            </a:r>
            <a:endParaRPr lang="en-US" sz="850" dirty="0"/>
          </a:p>
        </p:txBody>
      </p:sp>
      <p:sp>
        <p:nvSpPr>
          <p:cNvPr id="47" name="tip panel">
            <a:extLst>
              <a:ext uri="{C183D7F6-B498-43B3-948B-1728B52AA6E4}">
                <adec:decorative xmlns:adec="http://schemas.microsoft.com/office/drawing/2017/decorative" val="1"/>
              </a:ext>
            </a:extLst>
          </p:cNvPr>
          <p:cNvSpPr/>
          <p:nvPr/>
        </p:nvSpPr>
        <p:spPr>
          <a:xfrm>
            <a:off x="548640" y="3310128"/>
            <a:ext cx="8046720" cy="1298448"/>
          </a:xfrm>
          <a:prstGeom prst="rect">
            <a:avLst/>
          </a:prstGeom>
          <a:solidFill>
            <a:srgbClr val="F3F5F9"/>
          </a:solidFill>
          <a:ln w="12700">
            <a:solidFill>
              <a:srgbClr val="F3F5F9"/>
            </a:solidFill>
            <a:prstDash val="solid"/>
          </a:ln>
        </p:spPr>
        <p:txBody>
          <a:bodyPr/>
          <a:lstStyle/>
          <a:p>
            <a:endParaRPr lang="ko-KR" altLang="en-US"/>
          </a:p>
        </p:txBody>
      </p:sp>
      <p:sp>
        <p:nvSpPr>
          <p:cNvPr id="48" name="tip accent">
            <a:extLst>
              <a:ext uri="{C183D7F6-B498-43B3-948B-1728B52AA6E4}">
                <adec:decorative xmlns:adec="http://schemas.microsoft.com/office/drawing/2017/decorative" val="1"/>
              </a:ext>
            </a:extLst>
          </p:cNvPr>
          <p:cNvSpPr/>
          <p:nvPr/>
        </p:nvSpPr>
        <p:spPr>
          <a:xfrm>
            <a:off x="548640" y="3310128"/>
            <a:ext cx="50292" cy="1298448"/>
          </a:xfrm>
          <a:prstGeom prst="rect">
            <a:avLst/>
          </a:prstGeom>
          <a:solidFill>
            <a:srgbClr val="1D4ED8"/>
          </a:solidFill>
          <a:ln w="12700">
            <a:solidFill>
              <a:srgbClr val="1D4ED8"/>
            </a:solidFill>
            <a:prstDash val="solid"/>
          </a:ln>
        </p:spPr>
        <p:txBody>
          <a:bodyPr/>
          <a:lstStyle/>
          <a:p>
            <a:endParaRPr lang="ko-KR" altLang="en-US"/>
          </a:p>
        </p:txBody>
      </p:sp>
      <p:sp>
        <p:nvSpPr>
          <p:cNvPr id="49" name="Text 47"/>
          <p:cNvSpPr/>
          <p:nvPr/>
        </p:nvSpPr>
        <p:spPr>
          <a:xfrm>
            <a:off x="822960" y="3474720"/>
            <a:ext cx="7498080" cy="256032"/>
          </a:xfrm>
          <a:prstGeom prst="rect">
            <a:avLst/>
          </a:prstGeom>
          <a:noFill/>
          <a:ln/>
        </p:spPr>
        <p:txBody>
          <a:bodyPr wrap="square" lIns="0" tIns="0" rIns="0" bIns="0" rtlCol="0" anchor="ctr"/>
          <a:lstStyle/>
          <a:p>
            <a:pPr marL="0" indent="0">
              <a:buNone/>
            </a:pPr>
            <a:r>
              <a:rPr lang="en-US" sz="1200" b="1" dirty="0">
                <a:solidFill>
                  <a:srgbClr val="1D4ED8"/>
                </a:solidFill>
                <a:latin typeface="Pretendard" pitchFamily="34" charset="0"/>
                <a:ea typeface="Pretendard" pitchFamily="34" charset="-122"/>
                <a:cs typeface="Pretendard" pitchFamily="34" charset="-120"/>
              </a:rPr>
              <a:t>가장 강력한 지침은 네 가지 질문에 명확히 답합니다</a:t>
            </a:r>
            <a:endParaRPr lang="en-US" sz="1200" dirty="0"/>
          </a:p>
        </p:txBody>
      </p:sp>
      <p:sp>
        <p:nvSpPr>
          <p:cNvPr id="50" name="question card">
            <a:extLst>
              <a:ext uri="{C183D7F6-B498-43B3-948B-1728B52AA6E4}">
                <adec:decorative xmlns:adec="http://schemas.microsoft.com/office/drawing/2017/decorative" val="1"/>
              </a:ext>
            </a:extLst>
          </p:cNvPr>
          <p:cNvSpPr/>
          <p:nvPr/>
        </p:nvSpPr>
        <p:spPr>
          <a:xfrm>
            <a:off x="822960" y="3840480"/>
            <a:ext cx="1783080" cy="566928"/>
          </a:xfrm>
          <a:prstGeom prst="rect">
            <a:avLst/>
          </a:prstGeom>
          <a:solidFill>
            <a:srgbClr val="FFFFFF"/>
          </a:solidFill>
          <a:ln w="12700">
            <a:solidFill>
              <a:srgbClr val="E5E7EB"/>
            </a:solidFill>
            <a:prstDash val="solid"/>
          </a:ln>
        </p:spPr>
        <p:txBody>
          <a:bodyPr/>
          <a:lstStyle/>
          <a:p>
            <a:endParaRPr lang="ko-KR" altLang="en-US"/>
          </a:p>
        </p:txBody>
      </p:sp>
      <p:sp>
        <p:nvSpPr>
          <p:cNvPr id="51" name="Text 49"/>
          <p:cNvSpPr/>
          <p:nvPr/>
        </p:nvSpPr>
        <p:spPr>
          <a:xfrm>
            <a:off x="950976" y="3840480"/>
            <a:ext cx="1527048" cy="566928"/>
          </a:xfrm>
          <a:prstGeom prst="rect">
            <a:avLst/>
          </a:prstGeom>
          <a:noFill/>
          <a:ln/>
        </p:spPr>
        <p:txBody>
          <a:bodyPr wrap="square" lIns="0" tIns="0" rIns="0" bIns="0" rtlCol="0" anchor="ctr"/>
          <a:lstStyle/>
          <a:p>
            <a:pPr marL="0" indent="0">
              <a:lnSpc>
                <a:spcPct val="120000"/>
              </a:lnSpc>
              <a:buNone/>
            </a:pPr>
            <a:r>
              <a:rPr lang="en-US" sz="1000" dirty="0">
                <a:solidFill>
                  <a:srgbClr val="111827"/>
                </a:solidFill>
                <a:latin typeface="Pretendard" pitchFamily="34" charset="0"/>
                <a:ea typeface="Pretendard" pitchFamily="34" charset="-122"/>
                <a:cs typeface="Pretendard" pitchFamily="34" charset="-120"/>
              </a:rPr>
              <a:t>이 스킬은 언제 사용하나</a:t>
            </a:r>
            <a:endParaRPr lang="en-US" sz="1000" dirty="0"/>
          </a:p>
        </p:txBody>
      </p:sp>
      <p:sp>
        <p:nvSpPr>
          <p:cNvPr id="52" name="question card">
            <a:extLst>
              <a:ext uri="{C183D7F6-B498-43B3-948B-1728B52AA6E4}">
                <adec:decorative xmlns:adec="http://schemas.microsoft.com/office/drawing/2017/decorative" val="1"/>
              </a:ext>
            </a:extLst>
          </p:cNvPr>
          <p:cNvSpPr/>
          <p:nvPr/>
        </p:nvSpPr>
        <p:spPr>
          <a:xfrm>
            <a:off x="2743200" y="3840480"/>
            <a:ext cx="1783080" cy="566928"/>
          </a:xfrm>
          <a:prstGeom prst="rect">
            <a:avLst/>
          </a:prstGeom>
          <a:solidFill>
            <a:srgbClr val="FFFFFF"/>
          </a:solidFill>
          <a:ln w="12700">
            <a:solidFill>
              <a:srgbClr val="E5E7EB"/>
            </a:solidFill>
            <a:prstDash val="solid"/>
          </a:ln>
        </p:spPr>
        <p:txBody>
          <a:bodyPr/>
          <a:lstStyle/>
          <a:p>
            <a:endParaRPr lang="ko-KR" altLang="en-US"/>
          </a:p>
        </p:txBody>
      </p:sp>
      <p:sp>
        <p:nvSpPr>
          <p:cNvPr id="53" name="Text 51"/>
          <p:cNvSpPr/>
          <p:nvPr/>
        </p:nvSpPr>
        <p:spPr>
          <a:xfrm>
            <a:off x="2871216" y="3840480"/>
            <a:ext cx="1527048" cy="566928"/>
          </a:xfrm>
          <a:prstGeom prst="rect">
            <a:avLst/>
          </a:prstGeom>
          <a:noFill/>
          <a:ln/>
        </p:spPr>
        <p:txBody>
          <a:bodyPr wrap="square" lIns="0" tIns="0" rIns="0" bIns="0" rtlCol="0" anchor="ctr"/>
          <a:lstStyle/>
          <a:p>
            <a:pPr marL="0" indent="0">
              <a:lnSpc>
                <a:spcPct val="120000"/>
              </a:lnSpc>
              <a:buNone/>
            </a:pPr>
            <a:r>
              <a:rPr lang="en-US" sz="1000" dirty="0">
                <a:solidFill>
                  <a:srgbClr val="111827"/>
                </a:solidFill>
                <a:latin typeface="Pretendard" pitchFamily="34" charset="0"/>
                <a:ea typeface="Pretendard" pitchFamily="34" charset="-122"/>
                <a:cs typeface="Pretendard" pitchFamily="34" charset="-120"/>
              </a:rPr>
              <a:t>어떤 정보를 수집하나</a:t>
            </a:r>
            <a:endParaRPr lang="en-US" sz="1000" dirty="0"/>
          </a:p>
        </p:txBody>
      </p:sp>
      <p:sp>
        <p:nvSpPr>
          <p:cNvPr id="54" name="question card">
            <a:extLst>
              <a:ext uri="{C183D7F6-B498-43B3-948B-1728B52AA6E4}">
                <adec:decorative xmlns:adec="http://schemas.microsoft.com/office/drawing/2017/decorative" val="1"/>
              </a:ext>
            </a:extLst>
          </p:cNvPr>
          <p:cNvSpPr/>
          <p:nvPr/>
        </p:nvSpPr>
        <p:spPr>
          <a:xfrm>
            <a:off x="4663440" y="3840480"/>
            <a:ext cx="1783080" cy="566928"/>
          </a:xfrm>
          <a:prstGeom prst="rect">
            <a:avLst/>
          </a:prstGeom>
          <a:solidFill>
            <a:srgbClr val="FFFFFF"/>
          </a:solidFill>
          <a:ln w="12700">
            <a:solidFill>
              <a:srgbClr val="E5E7EB"/>
            </a:solidFill>
            <a:prstDash val="solid"/>
          </a:ln>
        </p:spPr>
        <p:txBody>
          <a:bodyPr/>
          <a:lstStyle/>
          <a:p>
            <a:endParaRPr lang="ko-KR" altLang="en-US"/>
          </a:p>
        </p:txBody>
      </p:sp>
      <p:sp>
        <p:nvSpPr>
          <p:cNvPr id="55" name="Text 53"/>
          <p:cNvSpPr/>
          <p:nvPr/>
        </p:nvSpPr>
        <p:spPr>
          <a:xfrm>
            <a:off x="4791456" y="3840480"/>
            <a:ext cx="1527048" cy="566928"/>
          </a:xfrm>
          <a:prstGeom prst="rect">
            <a:avLst/>
          </a:prstGeom>
          <a:noFill/>
          <a:ln/>
        </p:spPr>
        <p:txBody>
          <a:bodyPr wrap="square" lIns="0" tIns="0" rIns="0" bIns="0" rtlCol="0" anchor="ctr"/>
          <a:lstStyle/>
          <a:p>
            <a:pPr marL="0" indent="0">
              <a:lnSpc>
                <a:spcPct val="120000"/>
              </a:lnSpc>
              <a:buNone/>
            </a:pPr>
            <a:r>
              <a:rPr lang="en-US" sz="1000" dirty="0">
                <a:solidFill>
                  <a:srgbClr val="111827"/>
                </a:solidFill>
                <a:latin typeface="Pretendard" pitchFamily="34" charset="0"/>
                <a:ea typeface="Pretendard" pitchFamily="34" charset="-122"/>
                <a:cs typeface="Pretendard" pitchFamily="34" charset="-120"/>
              </a:rPr>
              <a:t>어떤 도구를 호출하나</a:t>
            </a:r>
            <a:endParaRPr lang="en-US" sz="1000" dirty="0"/>
          </a:p>
        </p:txBody>
      </p:sp>
      <p:sp>
        <p:nvSpPr>
          <p:cNvPr id="56" name="question card">
            <a:extLst>
              <a:ext uri="{C183D7F6-B498-43B3-948B-1728B52AA6E4}">
                <adec:decorative xmlns:adec="http://schemas.microsoft.com/office/drawing/2017/decorative" val="1"/>
              </a:ext>
            </a:extLst>
          </p:cNvPr>
          <p:cNvSpPr/>
          <p:nvPr/>
        </p:nvSpPr>
        <p:spPr>
          <a:xfrm>
            <a:off x="6583680" y="3840480"/>
            <a:ext cx="1783080" cy="566928"/>
          </a:xfrm>
          <a:prstGeom prst="rect">
            <a:avLst/>
          </a:prstGeom>
          <a:solidFill>
            <a:srgbClr val="FFFFFF"/>
          </a:solidFill>
          <a:ln w="12700">
            <a:solidFill>
              <a:srgbClr val="E5E7EB"/>
            </a:solidFill>
            <a:prstDash val="solid"/>
          </a:ln>
        </p:spPr>
        <p:txBody>
          <a:bodyPr/>
          <a:lstStyle/>
          <a:p>
            <a:endParaRPr lang="ko-KR" altLang="en-US"/>
          </a:p>
        </p:txBody>
      </p:sp>
      <p:sp>
        <p:nvSpPr>
          <p:cNvPr id="57" name="Text 55"/>
          <p:cNvSpPr/>
          <p:nvPr/>
        </p:nvSpPr>
        <p:spPr>
          <a:xfrm>
            <a:off x="6711696" y="3840480"/>
            <a:ext cx="1527048" cy="566928"/>
          </a:xfrm>
          <a:prstGeom prst="rect">
            <a:avLst/>
          </a:prstGeom>
          <a:noFill/>
          <a:ln/>
        </p:spPr>
        <p:txBody>
          <a:bodyPr wrap="square" lIns="0" tIns="0" rIns="0" bIns="0" rtlCol="0" anchor="ctr"/>
          <a:lstStyle/>
          <a:p>
            <a:pPr marL="0" indent="0">
              <a:lnSpc>
                <a:spcPct val="120000"/>
              </a:lnSpc>
              <a:buNone/>
            </a:pPr>
            <a:r>
              <a:rPr lang="en-US" sz="1000" dirty="0">
                <a:solidFill>
                  <a:srgbClr val="111827"/>
                </a:solidFill>
                <a:latin typeface="Pretendard" pitchFamily="34" charset="0"/>
                <a:ea typeface="Pretendard" pitchFamily="34" charset="-122"/>
                <a:cs typeface="Pretendard" pitchFamily="34" charset="-120"/>
              </a:rPr>
              <a:t>최종 응답은 어떤 형태인가</a:t>
            </a:r>
            <a:endParaRPr lang="en-US" sz="10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a:extLst>
              <a:ext uri="{C183D7F6-B498-43B3-948B-1728B52AA6E4}">
                <adec:decorative xmlns:adec="http://schemas.microsoft.com/office/drawing/2017/decorative" val="1"/>
              </a:ext>
            </a:extLst>
          </p:cNvPr>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실습</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랩 06 · 두 가지 스킬을 만들고 다듬습니다</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06  ·  실습 안내</a:t>
            </a:r>
            <a:endParaRPr lang="en-US" sz="950" dirty="0"/>
          </a:p>
        </p:txBody>
      </p:sp>
      <p:sp>
        <p:nvSpPr>
          <p:cNvPr id="7" name="usecase band">
            <a:extLst>
              <a:ext uri="{C183D7F6-B498-43B3-948B-1728B52AA6E4}">
                <adec:decorative xmlns:adec="http://schemas.microsoft.com/office/drawing/2017/decorative" val="1"/>
              </a:ext>
            </a:extLst>
          </p:cNvPr>
          <p:cNvSpPr/>
          <p:nvPr/>
        </p:nvSpPr>
        <p:spPr>
          <a:xfrm>
            <a:off x="548640" y="1371600"/>
            <a:ext cx="8046720" cy="512064"/>
          </a:xfrm>
          <a:prstGeom prst="rect">
            <a:avLst/>
          </a:prstGeom>
          <a:solidFill>
            <a:srgbClr val="F3F5F9"/>
          </a:solidFill>
          <a:ln w="12700">
            <a:solidFill>
              <a:srgbClr val="F3F5F9"/>
            </a:solidFill>
            <a:prstDash val="solid"/>
          </a:ln>
        </p:spPr>
        <p:txBody>
          <a:bodyPr/>
          <a:lstStyle/>
          <a:p>
            <a:endParaRPr lang="ko-KR" altLang="en-US"/>
          </a:p>
        </p:txBody>
      </p:sp>
      <p:sp>
        <p:nvSpPr>
          <p:cNvPr id="8" name="usecase accent">
            <a:extLst>
              <a:ext uri="{C183D7F6-B498-43B3-948B-1728B52AA6E4}">
                <adec:decorative xmlns:adec="http://schemas.microsoft.com/office/drawing/2017/decorative" val="1"/>
              </a:ext>
            </a:extLst>
          </p:cNvPr>
          <p:cNvSpPr/>
          <p:nvPr/>
        </p:nvSpPr>
        <p:spPr>
          <a:xfrm>
            <a:off x="548640" y="1371600"/>
            <a:ext cx="50292" cy="512064"/>
          </a:xfrm>
          <a:prstGeom prst="rect">
            <a:avLst/>
          </a:prstGeom>
          <a:solidFill>
            <a:srgbClr val="1D4ED8"/>
          </a:solidFill>
          <a:ln w="12700">
            <a:solidFill>
              <a:srgbClr val="1D4ED8"/>
            </a:solidFill>
            <a:prstDash val="solid"/>
          </a:ln>
        </p:spPr>
        <p:txBody>
          <a:bodyPr/>
          <a:lstStyle/>
          <a:p>
            <a:endParaRPr lang="en-US"/>
          </a:p>
        </p:txBody>
      </p:sp>
      <p:sp>
        <p:nvSpPr>
          <p:cNvPr id="9" name="Text 7">
            <a:extLst>
              <a:ext uri="{C183D7F6-B498-43B3-948B-1728B52AA6E4}">
                <adec:decorative xmlns:adec="http://schemas.microsoft.com/office/drawing/2017/decorative" val="1"/>
              </a:ext>
            </a:extLst>
          </p:cNvPr>
          <p:cNvSpPr/>
          <p:nvPr/>
        </p:nvSpPr>
        <p:spPr>
          <a:xfrm>
            <a:off x="777240" y="1371600"/>
            <a:ext cx="7589520" cy="512064"/>
          </a:xfrm>
          <a:prstGeom prst="rect">
            <a:avLst/>
          </a:prstGeom>
          <a:noFill/>
          <a:ln/>
        </p:spPr>
        <p:txBody>
          <a:bodyPr wrap="square" lIns="0" tIns="0" rIns="0" bIns="0" rtlCol="0" anchor="ctr"/>
          <a:lstStyle/>
          <a:p>
            <a:pPr marL="0" indent="0">
              <a:buNone/>
            </a:pPr>
            <a:r>
              <a:rPr lang="en-US" sz="1050" b="1" dirty="0">
                <a:solidFill>
                  <a:srgbClr val="1D4ED8"/>
                </a:solidFill>
                <a:latin typeface="Pretendard" pitchFamily="34" charset="0"/>
                <a:ea typeface="Pretendard" pitchFamily="34" charset="-122"/>
                <a:cs typeface="Pretendard" pitchFamily="34" charset="-120"/>
              </a:rPr>
              <a:t>사용 사례   </a:t>
            </a:r>
            <a:r>
              <a:rPr lang="en-US" sz="1100" dirty="0">
                <a:solidFill>
                  <a:srgbClr val="111827"/>
                </a:solidFill>
                <a:latin typeface="Pretendard" pitchFamily="34" charset="0"/>
                <a:ea typeface="Pretendard" pitchFamily="34" charset="-122"/>
                <a:cs typeface="Pretendard" pitchFamily="34" charset="-120"/>
              </a:rPr>
              <a:t>직원이 일반적인 문제와 디바이스 요청에 대해 빠르고 정확한 지원을 받아 생산성을 유지합니다.</a:t>
            </a:r>
            <a:endParaRPr lang="en-US" sz="1050" dirty="0"/>
          </a:p>
        </p:txBody>
      </p:sp>
      <p:sp>
        <p:nvSpPr>
          <p:cNvPr id="10" name="Text 8">
            <a:extLst>
              <a:ext uri="{C183D7F6-B498-43B3-948B-1728B52AA6E4}">
                <adec:decorative xmlns:adec="http://schemas.microsoft.com/office/drawing/2017/decorative" val="1"/>
              </a:ext>
            </a:extLst>
          </p:cNvPr>
          <p:cNvSpPr/>
          <p:nvPr/>
        </p:nvSpPr>
        <p:spPr>
          <a:xfrm>
            <a:off x="548640" y="2011680"/>
            <a:ext cx="5120640" cy="237744"/>
          </a:xfrm>
          <a:prstGeom prst="rect">
            <a:avLst/>
          </a:prstGeom>
          <a:noFill/>
          <a:ln/>
        </p:spPr>
        <p:txBody>
          <a:bodyPr wrap="square" lIns="0" tIns="0" rIns="0" bIns="0" rtlCol="0" anchor="ctr"/>
          <a:lstStyle/>
          <a:p>
            <a:pPr marL="0" indent="0">
              <a:buNone/>
            </a:pPr>
            <a:r>
              <a:rPr lang="en-US" sz="1100" b="1" dirty="0">
                <a:solidFill>
                  <a:srgbClr val="1D4ED8"/>
                </a:solidFill>
                <a:latin typeface="Pretendard" pitchFamily="34" charset="0"/>
                <a:ea typeface="Pretendard" pitchFamily="34" charset="-122"/>
                <a:cs typeface="Pretendard" pitchFamily="34" charset="-120"/>
              </a:rPr>
              <a:t>6.1  디바이스 안내 스킬 · 세 번 반복해 다듬기</a:t>
            </a:r>
            <a:endParaRPr lang="en-US" sz="1100" dirty="0"/>
          </a:p>
        </p:txBody>
      </p:sp>
      <p:sp>
        <p:nvSpPr>
          <p:cNvPr id="11" name="step card">
            <a:extLst>
              <a:ext uri="{C183D7F6-B498-43B3-948B-1728B52AA6E4}">
                <adec:decorative xmlns:adec="http://schemas.microsoft.com/office/drawing/2017/decorative" val="1"/>
              </a:ext>
            </a:extLst>
          </p:cNvPr>
          <p:cNvSpPr/>
          <p:nvPr/>
        </p:nvSpPr>
        <p:spPr>
          <a:xfrm>
            <a:off x="548640" y="2304288"/>
            <a:ext cx="1673352" cy="1389888"/>
          </a:xfrm>
          <a:prstGeom prst="rect">
            <a:avLst/>
          </a:prstGeom>
          <a:solidFill>
            <a:srgbClr val="FFFFFF"/>
          </a:solidFill>
          <a:ln w="12700">
            <a:solidFill>
              <a:srgbClr val="E5E7EB"/>
            </a:solidFill>
            <a:prstDash val="solid"/>
          </a:ln>
        </p:spPr>
        <p:txBody>
          <a:bodyPr/>
          <a:lstStyle/>
          <a:p>
            <a:endParaRPr lang="en-US"/>
          </a:p>
        </p:txBody>
      </p:sp>
      <p:sp>
        <p:nvSpPr>
          <p:cNvPr id="12" name="card rule">
            <a:extLst>
              <a:ext uri="{C183D7F6-B498-43B3-948B-1728B52AA6E4}">
                <adec:decorative xmlns:adec="http://schemas.microsoft.com/office/drawing/2017/decorative" val="1"/>
              </a:ext>
            </a:extLst>
          </p:cNvPr>
          <p:cNvSpPr/>
          <p:nvPr/>
        </p:nvSpPr>
        <p:spPr>
          <a:xfrm>
            <a:off x="548640" y="2304288"/>
            <a:ext cx="1673352" cy="36576"/>
          </a:xfrm>
          <a:prstGeom prst="rect">
            <a:avLst/>
          </a:prstGeom>
          <a:solidFill>
            <a:srgbClr val="3B82F6"/>
          </a:solidFill>
          <a:ln w="12700">
            <a:solidFill>
              <a:srgbClr val="3B82F6"/>
            </a:solidFill>
            <a:prstDash val="solid"/>
          </a:ln>
        </p:spPr>
        <p:txBody>
          <a:bodyPr/>
          <a:lstStyle/>
          <a:p>
            <a:endParaRPr lang="en-US"/>
          </a:p>
        </p:txBody>
      </p:sp>
      <p:sp>
        <p:nvSpPr>
          <p:cNvPr id="13" name="Text 11">
            <a:extLst>
              <a:ext uri="{C183D7F6-B498-43B3-948B-1728B52AA6E4}">
                <adec:decorative xmlns:adec="http://schemas.microsoft.com/office/drawing/2017/decorative" val="1"/>
              </a:ext>
            </a:extLst>
          </p:cNvPr>
          <p:cNvSpPr/>
          <p:nvPr/>
        </p:nvSpPr>
        <p:spPr>
          <a:xfrm>
            <a:off x="713232" y="2450592"/>
            <a:ext cx="1344168" cy="237744"/>
          </a:xfrm>
          <a:prstGeom prst="rect">
            <a:avLst/>
          </a:prstGeom>
          <a:noFill/>
          <a:ln/>
        </p:spPr>
        <p:txBody>
          <a:bodyPr wrap="square" lIns="0" tIns="0" rIns="0" bIns="0" rtlCol="0" anchor="ctr"/>
          <a:lstStyle/>
          <a:p>
            <a:pPr marL="0" indent="0">
              <a:buNone/>
            </a:pPr>
            <a:r>
              <a:rPr lang="en-US" sz="1200" b="1" dirty="0">
                <a:solidFill>
                  <a:srgbClr val="1D4ED8"/>
                </a:solidFill>
                <a:latin typeface="Pretendard" pitchFamily="34" charset="0"/>
                <a:ea typeface="Pretendard" pitchFamily="34" charset="-122"/>
                <a:cs typeface="Pretendard" pitchFamily="34" charset="-120"/>
              </a:rPr>
              <a:t>v1</a:t>
            </a:r>
            <a:endParaRPr lang="en-US" sz="1200" dirty="0"/>
          </a:p>
        </p:txBody>
      </p:sp>
      <p:sp>
        <p:nvSpPr>
          <p:cNvPr id="14" name="Text 12"/>
          <p:cNvSpPr/>
          <p:nvPr/>
        </p:nvSpPr>
        <p:spPr>
          <a:xfrm>
            <a:off x="713232" y="2706624"/>
            <a:ext cx="1344168" cy="256032"/>
          </a:xfrm>
          <a:prstGeom prst="rect">
            <a:avLst/>
          </a:prstGeom>
          <a:noFill/>
          <a:ln/>
        </p:spPr>
        <p:txBody>
          <a:bodyPr wrap="square" lIns="0" tIns="0" rIns="0" bIns="0" rtlCol="0" anchor="t"/>
          <a:lstStyle/>
          <a:p>
            <a:pPr marL="0" indent="0">
              <a:buNone/>
            </a:pPr>
            <a:r>
              <a:rPr lang="en-US" sz="1100" b="1" dirty="0">
                <a:solidFill>
                  <a:srgbClr val="111827"/>
                </a:solidFill>
                <a:latin typeface="Pretendard" pitchFamily="34" charset="0"/>
                <a:ea typeface="Pretendard" pitchFamily="34" charset="-122"/>
                <a:cs typeface="Pretendard" pitchFamily="34" charset="-120"/>
              </a:rPr>
              <a:t>업로드와 검토</a:t>
            </a:r>
            <a:endParaRPr lang="en-US" sz="1100" dirty="0"/>
          </a:p>
        </p:txBody>
      </p:sp>
      <p:sp>
        <p:nvSpPr>
          <p:cNvPr id="15" name="Text 13">
            <a:extLst>
              <a:ext uri="{C183D7F6-B498-43B3-948B-1728B52AA6E4}">
                <adec:decorative xmlns:adec="http://schemas.microsoft.com/office/drawing/2017/decorative" val="1"/>
              </a:ext>
            </a:extLst>
          </p:cNvPr>
          <p:cNvSpPr/>
          <p:nvPr/>
        </p:nvSpPr>
        <p:spPr>
          <a:xfrm>
            <a:off x="713232" y="2999232"/>
            <a:ext cx="1344168" cy="603504"/>
          </a:xfrm>
          <a:prstGeom prst="rect">
            <a:avLst/>
          </a:prstGeom>
          <a:noFill/>
          <a:ln/>
        </p:spPr>
        <p:txBody>
          <a:bodyPr wrap="square" lIns="0" tIns="0" rIns="0" bIns="0" rtlCol="0" anchor="t"/>
          <a:lstStyle/>
          <a:p>
            <a:pPr marL="0" indent="0">
              <a:lnSpc>
                <a:spcPct val="122000"/>
              </a:lnSpc>
              <a:buNone/>
            </a:pPr>
            <a:r>
              <a:rPr lang="en-US" sz="900" dirty="0">
                <a:solidFill>
                  <a:srgbClr val="4B5563"/>
                </a:solidFill>
                <a:latin typeface="Pretendard" pitchFamily="34" charset="0"/>
                <a:ea typeface="Pretendard" pitchFamily="34" charset="-122"/>
                <a:cs typeface="Pretendard" pitchFamily="34" charset="-120"/>
              </a:rPr>
              <a:t>스킬을 올리고 이름 ·</a:t>
            </a:r>
            <a:endParaRPr lang="en-US" sz="900" dirty="0"/>
          </a:p>
          <a:p>
            <a:pPr marL="0" indent="0">
              <a:lnSpc>
                <a:spcPct val="122000"/>
              </a:lnSpc>
              <a:buNone/>
            </a:pPr>
            <a:r>
              <a:rPr lang="en-US" sz="900" dirty="0">
                <a:solidFill>
                  <a:srgbClr val="4B5563"/>
                </a:solidFill>
                <a:latin typeface="Pretendard" pitchFamily="34" charset="0"/>
                <a:ea typeface="Pretendard" pitchFamily="34" charset="-122"/>
                <a:cs typeface="Pretendard" pitchFamily="34" charset="-120"/>
              </a:rPr>
              <a:t>설명 · 지침을 확인</a:t>
            </a:r>
            <a:endParaRPr lang="en-US" sz="900" dirty="0"/>
          </a:p>
        </p:txBody>
      </p:sp>
      <p:sp>
        <p:nvSpPr>
          <p:cNvPr id="16" name="step card">
            <a:extLst>
              <a:ext uri="{C183D7F6-B498-43B3-948B-1728B52AA6E4}">
                <adec:decorative xmlns:adec="http://schemas.microsoft.com/office/drawing/2017/decorative" val="1"/>
              </a:ext>
            </a:extLst>
          </p:cNvPr>
          <p:cNvSpPr/>
          <p:nvPr/>
        </p:nvSpPr>
        <p:spPr>
          <a:xfrm>
            <a:off x="2276856" y="2304288"/>
            <a:ext cx="1673352" cy="1389888"/>
          </a:xfrm>
          <a:prstGeom prst="rect">
            <a:avLst/>
          </a:prstGeom>
          <a:solidFill>
            <a:srgbClr val="FFFFFF"/>
          </a:solidFill>
          <a:ln w="12700">
            <a:solidFill>
              <a:srgbClr val="E5E7EB"/>
            </a:solidFill>
            <a:prstDash val="solid"/>
          </a:ln>
        </p:spPr>
        <p:txBody>
          <a:bodyPr/>
          <a:lstStyle/>
          <a:p>
            <a:endParaRPr lang="en-US"/>
          </a:p>
        </p:txBody>
      </p:sp>
      <p:sp>
        <p:nvSpPr>
          <p:cNvPr id="17" name="card rule">
            <a:extLst>
              <a:ext uri="{C183D7F6-B498-43B3-948B-1728B52AA6E4}">
                <adec:decorative xmlns:adec="http://schemas.microsoft.com/office/drawing/2017/decorative" val="1"/>
              </a:ext>
            </a:extLst>
          </p:cNvPr>
          <p:cNvSpPr/>
          <p:nvPr/>
        </p:nvSpPr>
        <p:spPr>
          <a:xfrm>
            <a:off x="2276856" y="2304288"/>
            <a:ext cx="1673352" cy="36576"/>
          </a:xfrm>
          <a:prstGeom prst="rect">
            <a:avLst/>
          </a:prstGeom>
          <a:solidFill>
            <a:srgbClr val="3B82F6"/>
          </a:solidFill>
          <a:ln w="12700">
            <a:solidFill>
              <a:srgbClr val="3B82F6"/>
            </a:solidFill>
            <a:prstDash val="solid"/>
          </a:ln>
        </p:spPr>
        <p:txBody>
          <a:bodyPr/>
          <a:lstStyle/>
          <a:p>
            <a:endParaRPr lang="en-US"/>
          </a:p>
        </p:txBody>
      </p:sp>
      <p:sp>
        <p:nvSpPr>
          <p:cNvPr id="18" name="Text 16"/>
          <p:cNvSpPr/>
          <p:nvPr/>
        </p:nvSpPr>
        <p:spPr>
          <a:xfrm>
            <a:off x="2441448" y="2450592"/>
            <a:ext cx="1344168" cy="237744"/>
          </a:xfrm>
          <a:prstGeom prst="rect">
            <a:avLst/>
          </a:prstGeom>
          <a:noFill/>
          <a:ln/>
        </p:spPr>
        <p:txBody>
          <a:bodyPr wrap="square" lIns="0" tIns="0" rIns="0" bIns="0" rtlCol="0" anchor="ctr"/>
          <a:lstStyle/>
          <a:p>
            <a:pPr marL="0" indent="0">
              <a:buNone/>
            </a:pPr>
            <a:r>
              <a:rPr lang="en-US" sz="1200" b="1" dirty="0">
                <a:solidFill>
                  <a:srgbClr val="1D4ED8"/>
                </a:solidFill>
                <a:latin typeface="Pretendard" pitchFamily="34" charset="0"/>
                <a:ea typeface="Pretendard" pitchFamily="34" charset="-122"/>
                <a:cs typeface="Pretendard" pitchFamily="34" charset="-120"/>
              </a:rPr>
              <a:t>v2</a:t>
            </a:r>
            <a:endParaRPr lang="en-US" sz="1200" dirty="0"/>
          </a:p>
        </p:txBody>
      </p:sp>
      <p:sp>
        <p:nvSpPr>
          <p:cNvPr id="19" name="Text 17">
            <a:extLst>
              <a:ext uri="{C183D7F6-B498-43B3-948B-1728B52AA6E4}">
                <adec:decorative xmlns:adec="http://schemas.microsoft.com/office/drawing/2017/decorative" val="1"/>
              </a:ext>
            </a:extLst>
          </p:cNvPr>
          <p:cNvSpPr/>
          <p:nvPr/>
        </p:nvSpPr>
        <p:spPr>
          <a:xfrm>
            <a:off x="2441448" y="2706624"/>
            <a:ext cx="1344168" cy="256032"/>
          </a:xfrm>
          <a:prstGeom prst="rect">
            <a:avLst/>
          </a:prstGeom>
          <a:noFill/>
          <a:ln/>
        </p:spPr>
        <p:txBody>
          <a:bodyPr wrap="square" lIns="0" tIns="0" rIns="0" bIns="0" rtlCol="0" anchor="t"/>
          <a:lstStyle/>
          <a:p>
            <a:pPr marL="0" indent="0">
              <a:buNone/>
            </a:pPr>
            <a:r>
              <a:rPr lang="en-US" sz="1100" b="1" dirty="0">
                <a:solidFill>
                  <a:srgbClr val="111827"/>
                </a:solidFill>
                <a:latin typeface="Pretendard" pitchFamily="34" charset="0"/>
                <a:ea typeface="Pretendard" pitchFamily="34" charset="-122"/>
                <a:cs typeface="Pretendard" pitchFamily="34" charset="-120"/>
              </a:rPr>
              <a:t>열 이름 매핑</a:t>
            </a:r>
            <a:endParaRPr lang="en-US" sz="1100" dirty="0"/>
          </a:p>
        </p:txBody>
      </p:sp>
      <p:sp>
        <p:nvSpPr>
          <p:cNvPr id="20" name="Text 18"/>
          <p:cNvSpPr/>
          <p:nvPr/>
        </p:nvSpPr>
        <p:spPr>
          <a:xfrm>
            <a:off x="2441448" y="2999232"/>
            <a:ext cx="1344168" cy="603504"/>
          </a:xfrm>
          <a:prstGeom prst="rect">
            <a:avLst/>
          </a:prstGeom>
          <a:noFill/>
          <a:ln/>
        </p:spPr>
        <p:txBody>
          <a:bodyPr wrap="square" lIns="0" tIns="0" rIns="0" bIns="0" rtlCol="0" anchor="t"/>
          <a:lstStyle/>
          <a:p>
            <a:pPr marL="0" indent="0">
              <a:lnSpc>
                <a:spcPct val="122000"/>
              </a:lnSpc>
              <a:buNone/>
            </a:pPr>
            <a:r>
              <a:rPr lang="en-US" sz="900" dirty="0">
                <a:solidFill>
                  <a:srgbClr val="4B5563"/>
                </a:solidFill>
                <a:latin typeface="Pretendard" pitchFamily="34" charset="0"/>
                <a:ea typeface="Pretendard" pitchFamily="34" charset="-122"/>
                <a:cs typeface="Pretendard" pitchFamily="34" charset="-120"/>
              </a:rPr>
              <a:t>내부 열 이름을 명시해</a:t>
            </a:r>
            <a:endParaRPr lang="en-US" sz="900" dirty="0"/>
          </a:p>
          <a:p>
            <a:pPr marL="0" indent="0">
              <a:lnSpc>
                <a:spcPct val="122000"/>
              </a:lnSpc>
              <a:buNone/>
            </a:pPr>
            <a:r>
              <a:rPr lang="en-US" sz="900" dirty="0">
                <a:solidFill>
                  <a:srgbClr val="4B5563"/>
                </a:solidFill>
                <a:latin typeface="Pretendard" pitchFamily="34" charset="0"/>
                <a:ea typeface="Pretendard" pitchFamily="34" charset="-122"/>
                <a:cs typeface="Pretendard" pitchFamily="34" charset="-120"/>
              </a:rPr>
              <a:t>필터 오류를 해결</a:t>
            </a:r>
            <a:endParaRPr lang="en-US" sz="900" dirty="0"/>
          </a:p>
        </p:txBody>
      </p:sp>
      <p:sp>
        <p:nvSpPr>
          <p:cNvPr id="21" name="step card">
            <a:extLst>
              <a:ext uri="{C183D7F6-B498-43B3-948B-1728B52AA6E4}">
                <adec:decorative xmlns:adec="http://schemas.microsoft.com/office/drawing/2017/decorative" val="1"/>
              </a:ext>
            </a:extLst>
          </p:cNvPr>
          <p:cNvSpPr/>
          <p:nvPr/>
        </p:nvSpPr>
        <p:spPr>
          <a:xfrm>
            <a:off x="4005072" y="2304288"/>
            <a:ext cx="1673352" cy="1389888"/>
          </a:xfrm>
          <a:prstGeom prst="rect">
            <a:avLst/>
          </a:prstGeom>
          <a:solidFill>
            <a:srgbClr val="FFFFFF"/>
          </a:solidFill>
          <a:ln w="12700">
            <a:solidFill>
              <a:srgbClr val="E5E7EB"/>
            </a:solidFill>
            <a:prstDash val="solid"/>
          </a:ln>
        </p:spPr>
        <p:txBody>
          <a:bodyPr/>
          <a:lstStyle/>
          <a:p>
            <a:endParaRPr lang="ko-KR" altLang="en-US"/>
          </a:p>
        </p:txBody>
      </p:sp>
      <p:sp>
        <p:nvSpPr>
          <p:cNvPr id="22" name="card rule">
            <a:extLst>
              <a:ext uri="{C183D7F6-B498-43B3-948B-1728B52AA6E4}">
                <adec:decorative xmlns:adec="http://schemas.microsoft.com/office/drawing/2017/decorative" val="1"/>
              </a:ext>
            </a:extLst>
          </p:cNvPr>
          <p:cNvSpPr/>
          <p:nvPr/>
        </p:nvSpPr>
        <p:spPr>
          <a:xfrm>
            <a:off x="4005072" y="2304288"/>
            <a:ext cx="1673352" cy="36576"/>
          </a:xfrm>
          <a:prstGeom prst="rect">
            <a:avLst/>
          </a:prstGeom>
          <a:solidFill>
            <a:srgbClr val="3B82F6"/>
          </a:solidFill>
          <a:ln w="12700">
            <a:solidFill>
              <a:srgbClr val="3B82F6"/>
            </a:solidFill>
            <a:prstDash val="solid"/>
          </a:ln>
        </p:spPr>
        <p:txBody>
          <a:bodyPr/>
          <a:lstStyle/>
          <a:p>
            <a:endParaRPr lang="ko-KR" altLang="en-US"/>
          </a:p>
        </p:txBody>
      </p:sp>
      <p:sp>
        <p:nvSpPr>
          <p:cNvPr id="23" name="Text 21"/>
          <p:cNvSpPr/>
          <p:nvPr/>
        </p:nvSpPr>
        <p:spPr>
          <a:xfrm>
            <a:off x="4169664" y="2450592"/>
            <a:ext cx="1344168" cy="237744"/>
          </a:xfrm>
          <a:prstGeom prst="rect">
            <a:avLst/>
          </a:prstGeom>
          <a:noFill/>
          <a:ln/>
        </p:spPr>
        <p:txBody>
          <a:bodyPr wrap="square" lIns="0" tIns="0" rIns="0" bIns="0" rtlCol="0" anchor="ctr"/>
          <a:lstStyle/>
          <a:p>
            <a:pPr marL="0" indent="0">
              <a:buNone/>
            </a:pPr>
            <a:r>
              <a:rPr lang="en-US" sz="1200" b="1" dirty="0">
                <a:solidFill>
                  <a:srgbClr val="1D4ED8"/>
                </a:solidFill>
                <a:latin typeface="Pretendard" pitchFamily="34" charset="0"/>
                <a:ea typeface="Pretendard" pitchFamily="34" charset="-122"/>
                <a:cs typeface="Pretendard" pitchFamily="34" charset="-120"/>
              </a:rPr>
              <a:t>v3</a:t>
            </a:r>
            <a:endParaRPr lang="en-US" sz="1200" dirty="0"/>
          </a:p>
        </p:txBody>
      </p:sp>
      <p:sp>
        <p:nvSpPr>
          <p:cNvPr id="24" name="Text 22"/>
          <p:cNvSpPr/>
          <p:nvPr/>
        </p:nvSpPr>
        <p:spPr>
          <a:xfrm>
            <a:off x="4169664" y="2706624"/>
            <a:ext cx="1344168" cy="256032"/>
          </a:xfrm>
          <a:prstGeom prst="rect">
            <a:avLst/>
          </a:prstGeom>
          <a:noFill/>
          <a:ln/>
        </p:spPr>
        <p:txBody>
          <a:bodyPr wrap="square" lIns="0" tIns="0" rIns="0" bIns="0" rtlCol="0" anchor="t"/>
          <a:lstStyle/>
          <a:p>
            <a:pPr marL="0" indent="0">
              <a:buNone/>
            </a:pPr>
            <a:r>
              <a:rPr lang="en-US" sz="1100" b="1" dirty="0">
                <a:solidFill>
                  <a:srgbClr val="111827"/>
                </a:solidFill>
                <a:latin typeface="Pretendard" pitchFamily="34" charset="0"/>
                <a:ea typeface="Pretendard" pitchFamily="34" charset="-122"/>
                <a:cs typeface="Pretendard" pitchFamily="34" charset="-120"/>
              </a:rPr>
              <a:t>요구 사항 수집</a:t>
            </a:r>
            <a:endParaRPr lang="en-US" sz="1100" dirty="0"/>
          </a:p>
        </p:txBody>
      </p:sp>
      <p:sp>
        <p:nvSpPr>
          <p:cNvPr id="25" name="Text 23"/>
          <p:cNvSpPr/>
          <p:nvPr/>
        </p:nvSpPr>
        <p:spPr>
          <a:xfrm>
            <a:off x="4169664" y="2999232"/>
            <a:ext cx="1344168" cy="603504"/>
          </a:xfrm>
          <a:prstGeom prst="rect">
            <a:avLst/>
          </a:prstGeom>
          <a:noFill/>
          <a:ln/>
        </p:spPr>
        <p:txBody>
          <a:bodyPr wrap="square" lIns="0" tIns="0" rIns="0" bIns="0" rtlCol="0" anchor="t"/>
          <a:lstStyle/>
          <a:p>
            <a:pPr marL="0" indent="0">
              <a:lnSpc>
                <a:spcPct val="122000"/>
              </a:lnSpc>
              <a:buNone/>
            </a:pPr>
            <a:r>
              <a:rPr lang="en-US" sz="900" dirty="0">
                <a:solidFill>
                  <a:srgbClr val="4B5563"/>
                </a:solidFill>
                <a:latin typeface="Pretendard" pitchFamily="34" charset="0"/>
                <a:ea typeface="Pretendard" pitchFamily="34" charset="-122"/>
                <a:cs typeface="Pretendard" pitchFamily="34" charset="-120"/>
              </a:rPr>
              <a:t>선택 후 추가 사양을</a:t>
            </a:r>
            <a:endParaRPr lang="en-US" sz="900" dirty="0"/>
          </a:p>
          <a:p>
            <a:pPr marL="0" indent="0">
              <a:lnSpc>
                <a:spcPct val="122000"/>
              </a:lnSpc>
              <a:buNone/>
            </a:pPr>
            <a:r>
              <a:rPr lang="en-US" sz="900" dirty="0">
                <a:solidFill>
                  <a:srgbClr val="4B5563"/>
                </a:solidFill>
                <a:latin typeface="Pretendard" pitchFamily="34" charset="0"/>
                <a:ea typeface="Pretendard" pitchFamily="34" charset="-122"/>
                <a:cs typeface="Pretendard" pitchFamily="34" charset="-120"/>
              </a:rPr>
              <a:t>묻도록 보완</a:t>
            </a:r>
            <a:endParaRPr lang="en-US" sz="900" dirty="0"/>
          </a:p>
        </p:txBody>
      </p:sp>
      <p:sp>
        <p:nvSpPr>
          <p:cNvPr id="26" name="Text 24"/>
          <p:cNvSpPr/>
          <p:nvPr/>
        </p:nvSpPr>
        <p:spPr>
          <a:xfrm>
            <a:off x="5806440" y="2011680"/>
            <a:ext cx="2788920" cy="237744"/>
          </a:xfrm>
          <a:prstGeom prst="rect">
            <a:avLst/>
          </a:prstGeom>
          <a:noFill/>
          <a:ln/>
        </p:spPr>
        <p:txBody>
          <a:bodyPr wrap="square" lIns="0" tIns="0" rIns="0" bIns="0" rtlCol="0" anchor="ctr"/>
          <a:lstStyle/>
          <a:p>
            <a:pPr marL="0" indent="0">
              <a:buNone/>
            </a:pPr>
            <a:r>
              <a:rPr lang="en-US" sz="1100" b="1" dirty="0">
                <a:solidFill>
                  <a:srgbClr val="1D4ED8"/>
                </a:solidFill>
                <a:latin typeface="Pretendard" pitchFamily="34" charset="0"/>
                <a:ea typeface="Pretendard" pitchFamily="34" charset="-122"/>
                <a:cs typeface="Pretendard" pitchFamily="34" charset="-120"/>
              </a:rPr>
              <a:t>6.2  문제 해결 스킬 · 대화로 검증</a:t>
            </a:r>
            <a:endParaRPr lang="en-US" sz="1100" dirty="0"/>
          </a:p>
        </p:txBody>
      </p:sp>
      <p:sp>
        <p:nvSpPr>
          <p:cNvPr id="27" name="troubleshoot panel">
            <a:extLst>
              <a:ext uri="{C183D7F6-B498-43B3-948B-1728B52AA6E4}">
                <adec:decorative xmlns:adec="http://schemas.microsoft.com/office/drawing/2017/decorative" val="1"/>
              </a:ext>
            </a:extLst>
          </p:cNvPr>
          <p:cNvSpPr/>
          <p:nvPr/>
        </p:nvSpPr>
        <p:spPr>
          <a:xfrm>
            <a:off x="5806440" y="2304288"/>
            <a:ext cx="2788920" cy="1389888"/>
          </a:xfrm>
          <a:prstGeom prst="rect">
            <a:avLst/>
          </a:prstGeom>
          <a:solidFill>
            <a:srgbClr val="F3F5F9"/>
          </a:solidFill>
          <a:ln w="12700">
            <a:solidFill>
              <a:srgbClr val="F3F5F9"/>
            </a:solidFill>
            <a:prstDash val="solid"/>
          </a:ln>
        </p:spPr>
        <p:txBody>
          <a:bodyPr/>
          <a:lstStyle/>
          <a:p>
            <a:endParaRPr lang="ko-KR" altLang="en-US"/>
          </a:p>
        </p:txBody>
      </p:sp>
      <p:sp>
        <p:nvSpPr>
          <p:cNvPr id="28" name="Text 26"/>
          <p:cNvSpPr/>
          <p:nvPr/>
        </p:nvSpPr>
        <p:spPr>
          <a:xfrm>
            <a:off x="5989320" y="2450592"/>
            <a:ext cx="2423160" cy="1097280"/>
          </a:xfrm>
          <a:prstGeom prst="rect">
            <a:avLst/>
          </a:prstGeom>
          <a:noFill/>
          <a:ln/>
        </p:spPr>
        <p:txBody>
          <a:bodyPr wrap="square" lIns="0" tIns="0" rIns="0" bIns="0" rtlCol="0" anchor="t"/>
          <a:lstStyle/>
          <a:p>
            <a:pPr marL="0" indent="0">
              <a:lnSpc>
                <a:spcPct val="120000"/>
              </a:lnSpc>
              <a:buNone/>
            </a:pPr>
            <a:r>
              <a:rPr lang="en-US" sz="950" dirty="0">
                <a:solidFill>
                  <a:srgbClr val="4B5563"/>
                </a:solidFill>
                <a:latin typeface="Pretendard" pitchFamily="34" charset="0"/>
                <a:ea typeface="Pretendard" pitchFamily="34" charset="-122"/>
                <a:cs typeface="Pretendard" pitchFamily="34" charset="-120"/>
              </a:rPr>
              <a:t>스킬을 올리고 지침에서 참조</a:t>
            </a:r>
            <a:endParaRPr lang="en-US" sz="950" dirty="0"/>
          </a:p>
          <a:p>
            <a:pPr marL="0" indent="0">
              <a:lnSpc>
                <a:spcPct val="120000"/>
              </a:lnSpc>
              <a:buNone/>
            </a:pPr>
            <a:endParaRPr lang="en-US" sz="950" dirty="0"/>
          </a:p>
          <a:p>
            <a:pPr marL="0" indent="0">
              <a:lnSpc>
                <a:spcPct val="120000"/>
              </a:lnSpc>
              <a:buNone/>
            </a:pPr>
            <a:r>
              <a:rPr lang="en-US" sz="950" dirty="0">
                <a:solidFill>
                  <a:srgbClr val="4B5563"/>
                </a:solidFill>
                <a:latin typeface="Pretendard" pitchFamily="34" charset="0"/>
                <a:ea typeface="Pretendard" pitchFamily="34" charset="-122"/>
                <a:cs typeface="Pretendard" pitchFamily="34" charset="-120"/>
              </a:rPr>
              <a:t>이메일 수신 문제로 대화 시작</a:t>
            </a:r>
            <a:endParaRPr lang="en-US" sz="950" dirty="0"/>
          </a:p>
          <a:p>
            <a:pPr marL="0" indent="0">
              <a:lnSpc>
                <a:spcPct val="120000"/>
              </a:lnSpc>
              <a:buNone/>
            </a:pPr>
            <a:endParaRPr lang="en-US" sz="950" dirty="0"/>
          </a:p>
          <a:p>
            <a:pPr marL="0" indent="0">
              <a:lnSpc>
                <a:spcPct val="120000"/>
              </a:lnSpc>
              <a:buNone/>
            </a:pPr>
            <a:r>
              <a:rPr lang="en-US" sz="950" dirty="0">
                <a:solidFill>
                  <a:srgbClr val="4B5563"/>
                </a:solidFill>
                <a:latin typeface="Pretendard" pitchFamily="34" charset="0"/>
                <a:ea typeface="Pretendard" pitchFamily="34" charset="-122"/>
                <a:cs typeface="Pretendard" pitchFamily="34" charset="-120"/>
              </a:rPr>
              <a:t>후속 질문 → 단계 제시 →</a:t>
            </a:r>
            <a:endParaRPr lang="en-US" sz="950" dirty="0"/>
          </a:p>
          <a:p>
            <a:pPr marL="0" indent="0">
              <a:lnSpc>
                <a:spcPct val="120000"/>
              </a:lnSpc>
              <a:buNone/>
            </a:pPr>
            <a:r>
              <a:rPr lang="en-US" sz="950" dirty="0">
                <a:solidFill>
                  <a:srgbClr val="4B5563"/>
                </a:solidFill>
                <a:latin typeface="Pretendard" pitchFamily="34" charset="0"/>
                <a:ea typeface="Pretendard" pitchFamily="34" charset="-122"/>
                <a:cs typeface="Pretendard" pitchFamily="34" charset="-120"/>
              </a:rPr>
              <a:t>해결 확인까지 진행</a:t>
            </a:r>
            <a:endParaRPr lang="en-US" sz="950" dirty="0"/>
          </a:p>
        </p:txBody>
      </p:sp>
      <p:sp>
        <p:nvSpPr>
          <p:cNvPr id="29" name="prereq frame">
            <a:extLst>
              <a:ext uri="{C183D7F6-B498-43B3-948B-1728B52AA6E4}">
                <adec:decorative xmlns:adec="http://schemas.microsoft.com/office/drawing/2017/decorative" val="1"/>
              </a:ext>
            </a:extLst>
          </p:cNvPr>
          <p:cNvSpPr/>
          <p:nvPr/>
        </p:nvSpPr>
        <p:spPr>
          <a:xfrm>
            <a:off x="548640" y="3877056"/>
            <a:ext cx="3977640" cy="768096"/>
          </a:xfrm>
          <a:prstGeom prst="rect">
            <a:avLst/>
          </a:prstGeom>
          <a:solidFill>
            <a:srgbClr val="FFFFFF"/>
          </a:solidFill>
          <a:ln w="12700">
            <a:solidFill>
              <a:srgbClr val="E5E7EB"/>
            </a:solidFill>
            <a:prstDash val="solid"/>
          </a:ln>
        </p:spPr>
        <p:txBody>
          <a:bodyPr/>
          <a:lstStyle/>
          <a:p>
            <a:endParaRPr lang="ko-KR" altLang="en-US"/>
          </a:p>
        </p:txBody>
      </p:sp>
      <p:sp>
        <p:nvSpPr>
          <p:cNvPr id="30" name="Text 28"/>
          <p:cNvSpPr/>
          <p:nvPr/>
        </p:nvSpPr>
        <p:spPr>
          <a:xfrm>
            <a:off x="749808" y="3877056"/>
            <a:ext cx="3611880" cy="768096"/>
          </a:xfrm>
          <a:prstGeom prst="rect">
            <a:avLst/>
          </a:prstGeom>
          <a:noFill/>
          <a:ln/>
        </p:spPr>
        <p:txBody>
          <a:bodyPr wrap="square" lIns="0" tIns="0" rIns="0" bIns="0" rtlCol="0" anchor="ctr"/>
          <a:lstStyle/>
          <a:p>
            <a:pPr marL="0" indent="0">
              <a:lnSpc>
                <a:spcPct val="120000"/>
              </a:lnSpc>
              <a:buNone/>
            </a:pPr>
            <a:r>
              <a:rPr lang="en-US" sz="1000" b="1" dirty="0">
                <a:solidFill>
                  <a:srgbClr val="1D4ED8"/>
                </a:solidFill>
                <a:latin typeface="Pretendard" pitchFamily="34" charset="0"/>
                <a:ea typeface="Pretendard" pitchFamily="34" charset="-122"/>
                <a:cs typeface="Pretendard" pitchFamily="34" charset="-120"/>
              </a:rPr>
              <a:t>사전 요구 사항
</a:t>
            </a:r>
            <a:r>
              <a:rPr lang="en-US" sz="950" dirty="0">
                <a:solidFill>
                  <a:srgbClr val="4B5563"/>
                </a:solidFill>
                <a:latin typeface="Pretendard" pitchFamily="34" charset="0"/>
                <a:ea typeface="Pretendard" pitchFamily="34" charset="-122"/>
                <a:cs typeface="Pretendard" pitchFamily="34" charset="-120"/>
              </a:rPr>
              <a:t>작업 04에서 만든</a:t>
            </a:r>
            <a:endParaRPr lang="en-US" sz="1000" dirty="0"/>
          </a:p>
          <a:p>
            <a:pPr marL="0" indent="0">
              <a:lnSpc>
                <a:spcPct val="120000"/>
              </a:lnSpc>
              <a:buNone/>
            </a:pPr>
            <a:r>
              <a:rPr lang="en-US" sz="950" dirty="0">
                <a:solidFill>
                  <a:srgbClr val="4B5563"/>
                </a:solidFill>
                <a:latin typeface="Pretendard" pitchFamily="34" charset="0"/>
                <a:ea typeface="Pretendard" pitchFamily="34" charset="-122"/>
                <a:cs typeface="Pretendard" pitchFamily="34" charset="-120"/>
              </a:rPr>
              <a:t>Contoso IT Concierge 에이전트</a:t>
            </a:r>
            <a:endParaRPr lang="en-US" sz="1000" dirty="0"/>
          </a:p>
        </p:txBody>
      </p:sp>
      <p:sp>
        <p:nvSpPr>
          <p:cNvPr id="31" name="tip frame">
            <a:extLst>
              <a:ext uri="{C183D7F6-B498-43B3-948B-1728B52AA6E4}">
                <adec:decorative xmlns:adec="http://schemas.microsoft.com/office/drawing/2017/decorative" val="1"/>
              </a:ext>
            </a:extLst>
          </p:cNvPr>
          <p:cNvSpPr/>
          <p:nvPr/>
        </p:nvSpPr>
        <p:spPr>
          <a:xfrm>
            <a:off x="4617720" y="3877056"/>
            <a:ext cx="3977640" cy="768096"/>
          </a:xfrm>
          <a:prstGeom prst="rect">
            <a:avLst/>
          </a:prstGeom>
          <a:solidFill>
            <a:srgbClr val="F3F5F9"/>
          </a:solidFill>
          <a:ln w="12700">
            <a:solidFill>
              <a:srgbClr val="F3F5F9"/>
            </a:solidFill>
            <a:prstDash val="solid"/>
          </a:ln>
        </p:spPr>
        <p:txBody>
          <a:bodyPr/>
          <a:lstStyle/>
          <a:p>
            <a:endParaRPr lang="ko-KR" altLang="en-US"/>
          </a:p>
        </p:txBody>
      </p:sp>
      <p:sp>
        <p:nvSpPr>
          <p:cNvPr id="32" name="Text 30"/>
          <p:cNvSpPr/>
          <p:nvPr/>
        </p:nvSpPr>
        <p:spPr>
          <a:xfrm>
            <a:off x="4818888" y="3877056"/>
            <a:ext cx="3611880" cy="768096"/>
          </a:xfrm>
          <a:prstGeom prst="rect">
            <a:avLst/>
          </a:prstGeom>
          <a:noFill/>
          <a:ln/>
        </p:spPr>
        <p:txBody>
          <a:bodyPr wrap="square" lIns="0" tIns="0" rIns="0" bIns="0" rtlCol="0" anchor="ctr"/>
          <a:lstStyle/>
          <a:p>
            <a:pPr marL="0" indent="0">
              <a:lnSpc>
                <a:spcPct val="120000"/>
              </a:lnSpc>
              <a:buNone/>
            </a:pPr>
            <a:r>
              <a:rPr lang="en-US" sz="1000" b="1" dirty="0">
                <a:solidFill>
                  <a:srgbClr val="1D4ED8"/>
                </a:solidFill>
                <a:latin typeface="Pretendard" pitchFamily="34" charset="0"/>
                <a:ea typeface="Pretendard" pitchFamily="34" charset="-122"/>
                <a:cs typeface="Pretendard" pitchFamily="34" charset="-120"/>
              </a:rPr>
              <a:t>확인 포인트
</a:t>
            </a:r>
            <a:r>
              <a:rPr lang="en-US" sz="950" dirty="0">
                <a:solidFill>
                  <a:srgbClr val="4B5563"/>
                </a:solidFill>
                <a:latin typeface="Pretendard" pitchFamily="34" charset="0"/>
                <a:ea typeface="Pretendard" pitchFamily="34" charset="-122"/>
                <a:cs typeface="Pretendard" pitchFamily="34" charset="-120"/>
              </a:rPr>
              <a:t>스킬을 교체할 때마다 지침의 참조</a:t>
            </a:r>
            <a:endParaRPr lang="en-US" sz="1000" dirty="0"/>
          </a:p>
          <a:p>
            <a:pPr marL="0" indent="0">
              <a:lnSpc>
                <a:spcPct val="120000"/>
              </a:lnSpc>
              <a:buNone/>
            </a:pPr>
            <a:r>
              <a:rPr lang="en-US" sz="950" dirty="0">
                <a:solidFill>
                  <a:srgbClr val="4B5563"/>
                </a:solidFill>
                <a:latin typeface="Pretendard" pitchFamily="34" charset="0"/>
                <a:ea typeface="Pretendard" pitchFamily="34" charset="-122"/>
                <a:cs typeface="Pretendard" pitchFamily="34" charset="-120"/>
              </a:rPr>
              <a:t>이름도 함께 바꾸고 저장해야 합니다</a:t>
            </a:r>
            <a:endParaRPr lang="en-US" sz="10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a:extLst>
              <a:ext uri="{C183D7F6-B498-43B3-948B-1728B52AA6E4}">
                <adec:decorative xmlns:adec="http://schemas.microsoft.com/office/drawing/2017/decorative" val="1"/>
              </a:ext>
            </a:extLst>
          </p:cNvPr>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작업 완료</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재사용 가능한 스킬을 다듬었습니다</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06  ·  정리</a:t>
            </a:r>
            <a:endParaRPr lang="en-US" sz="950" dirty="0"/>
          </a:p>
        </p:txBody>
      </p:sp>
      <p:sp>
        <p:nvSpPr>
          <p:cNvPr id="7" name="check accent">
            <a:extLst>
              <a:ext uri="{C183D7F6-B498-43B3-948B-1728B52AA6E4}">
                <adec:decorative xmlns:adec="http://schemas.microsoft.com/office/drawing/2017/decorative" val="1"/>
              </a:ext>
            </a:extLst>
          </p:cNvPr>
          <p:cNvSpPr/>
          <p:nvPr/>
        </p:nvSpPr>
        <p:spPr>
          <a:xfrm>
            <a:off x="548640" y="1463040"/>
            <a:ext cx="45720" cy="548640"/>
          </a:xfrm>
          <a:prstGeom prst="rect">
            <a:avLst/>
          </a:prstGeom>
          <a:solidFill>
            <a:srgbClr val="3B82F6"/>
          </a:solidFill>
          <a:ln w="12700">
            <a:solidFill>
              <a:srgbClr val="3B82F6"/>
            </a:solidFill>
            <a:prstDash val="solid"/>
          </a:ln>
        </p:spPr>
        <p:txBody>
          <a:bodyPr/>
          <a:lstStyle/>
          <a:p>
            <a:endParaRPr lang="ko-KR" altLang="en-US"/>
          </a:p>
        </p:txBody>
      </p:sp>
      <p:sp>
        <p:nvSpPr>
          <p:cNvPr id="8" name="Text 6">
            <a:extLst>
              <a:ext uri="{C183D7F6-B498-43B3-948B-1728B52AA6E4}">
                <adec:decorative xmlns:adec="http://schemas.microsoft.com/office/drawing/2017/decorative" val="1"/>
              </a:ext>
            </a:extLst>
          </p:cNvPr>
          <p:cNvSpPr/>
          <p:nvPr/>
        </p:nvSpPr>
        <p:spPr>
          <a:xfrm>
            <a:off x="749808" y="1463040"/>
            <a:ext cx="5303520" cy="548640"/>
          </a:xfrm>
          <a:prstGeom prst="rect">
            <a:avLst/>
          </a:prstGeom>
          <a:noFill/>
          <a:ln/>
        </p:spPr>
        <p:txBody>
          <a:bodyPr wrap="square" lIns="0" tIns="0" rIns="0" bIns="0" rtlCol="0" anchor="ctr"/>
          <a:lstStyle/>
          <a:p>
            <a:pPr marL="0" indent="0">
              <a:lnSpc>
                <a:spcPct val="115000"/>
              </a:lnSpc>
              <a:buNone/>
            </a:pPr>
            <a:r>
              <a:rPr lang="en-US" sz="1200" b="1" dirty="0">
                <a:solidFill>
                  <a:srgbClr val="111827"/>
                </a:solidFill>
                <a:latin typeface="Pretendard" pitchFamily="34" charset="0"/>
                <a:ea typeface="Pretendard" pitchFamily="34" charset="-122"/>
                <a:cs typeface="Pretendard" pitchFamily="34" charset="-120"/>
              </a:rPr>
              <a:t>재사용 가능한 스킬 만들기   </a:t>
            </a:r>
            <a:r>
              <a:rPr lang="en-US" sz="1000" dirty="0">
                <a:solidFill>
                  <a:srgbClr val="4B5563"/>
                </a:solidFill>
                <a:latin typeface="Pretendard" pitchFamily="34" charset="0"/>
                <a:ea typeface="Pretendard" pitchFamily="34" charset="-122"/>
                <a:cs typeface="Pretendard" pitchFamily="34" charset="-120"/>
              </a:rPr>
              <a:t>정의된 작업을 위해 집중된 지침을 패키징합니다.</a:t>
            </a:r>
            <a:endParaRPr lang="en-US" sz="1200" dirty="0"/>
          </a:p>
        </p:txBody>
      </p:sp>
      <p:sp>
        <p:nvSpPr>
          <p:cNvPr id="9" name="check accent">
            <a:extLst>
              <a:ext uri="{C183D7F6-B498-43B3-948B-1728B52AA6E4}">
                <adec:decorative xmlns:adec="http://schemas.microsoft.com/office/drawing/2017/decorative" val="1"/>
              </a:ext>
            </a:extLst>
          </p:cNvPr>
          <p:cNvSpPr/>
          <p:nvPr/>
        </p:nvSpPr>
        <p:spPr>
          <a:xfrm>
            <a:off x="548640" y="2066544"/>
            <a:ext cx="45720" cy="548640"/>
          </a:xfrm>
          <a:prstGeom prst="rect">
            <a:avLst/>
          </a:prstGeom>
          <a:solidFill>
            <a:srgbClr val="3B82F6"/>
          </a:solidFill>
          <a:ln w="12700">
            <a:solidFill>
              <a:srgbClr val="3B82F6"/>
            </a:solidFill>
            <a:prstDash val="solid"/>
          </a:ln>
        </p:spPr>
        <p:txBody>
          <a:bodyPr/>
          <a:lstStyle/>
          <a:p>
            <a:endParaRPr lang="en-US"/>
          </a:p>
        </p:txBody>
      </p:sp>
      <p:sp>
        <p:nvSpPr>
          <p:cNvPr id="10" name="Text 8">
            <a:extLst>
              <a:ext uri="{C183D7F6-B498-43B3-948B-1728B52AA6E4}">
                <adec:decorative xmlns:adec="http://schemas.microsoft.com/office/drawing/2017/decorative" val="1"/>
              </a:ext>
            </a:extLst>
          </p:cNvPr>
          <p:cNvSpPr/>
          <p:nvPr/>
        </p:nvSpPr>
        <p:spPr>
          <a:xfrm>
            <a:off x="749808" y="2066544"/>
            <a:ext cx="5303520" cy="548640"/>
          </a:xfrm>
          <a:prstGeom prst="rect">
            <a:avLst/>
          </a:prstGeom>
          <a:noFill/>
          <a:ln/>
        </p:spPr>
        <p:txBody>
          <a:bodyPr wrap="square" lIns="0" tIns="0" rIns="0" bIns="0" rtlCol="0" anchor="ctr"/>
          <a:lstStyle/>
          <a:p>
            <a:pPr marL="0" indent="0">
              <a:lnSpc>
                <a:spcPct val="115000"/>
              </a:lnSpc>
              <a:buNone/>
            </a:pPr>
            <a:r>
              <a:rPr lang="en-US" sz="1200" b="1" dirty="0">
                <a:solidFill>
                  <a:srgbClr val="111827"/>
                </a:solidFill>
                <a:latin typeface="Pretendard" pitchFamily="34" charset="0"/>
                <a:ea typeface="Pretendard" pitchFamily="34" charset="-122"/>
                <a:cs typeface="Pretendard" pitchFamily="34" charset="-120"/>
              </a:rPr>
              <a:t>도구 사용 안내하기   </a:t>
            </a:r>
            <a:r>
              <a:rPr lang="en-US" sz="1000" dirty="0">
                <a:solidFill>
                  <a:srgbClr val="4B5563"/>
                </a:solidFill>
                <a:latin typeface="Pretendard" pitchFamily="34" charset="0"/>
                <a:ea typeface="Pretendard" pitchFamily="34" charset="-122"/>
                <a:cs typeface="Pretendard" pitchFamily="34" charset="-120"/>
              </a:rPr>
              <a:t>스킬 입력을 도구에 매핑하고 필터 오류를 처리합니다.</a:t>
            </a:r>
            <a:endParaRPr lang="en-US" sz="1200" dirty="0"/>
          </a:p>
        </p:txBody>
      </p:sp>
      <p:sp>
        <p:nvSpPr>
          <p:cNvPr id="11" name="check accent">
            <a:extLst>
              <a:ext uri="{C183D7F6-B498-43B3-948B-1728B52AA6E4}">
                <adec:decorative xmlns:adec="http://schemas.microsoft.com/office/drawing/2017/decorative" val="1"/>
              </a:ext>
            </a:extLst>
          </p:cNvPr>
          <p:cNvSpPr/>
          <p:nvPr/>
        </p:nvSpPr>
        <p:spPr>
          <a:xfrm>
            <a:off x="548640" y="2670048"/>
            <a:ext cx="45720" cy="548640"/>
          </a:xfrm>
          <a:prstGeom prst="rect">
            <a:avLst/>
          </a:prstGeom>
          <a:solidFill>
            <a:srgbClr val="3B82F6"/>
          </a:solidFill>
          <a:ln w="12700">
            <a:solidFill>
              <a:srgbClr val="3B82F6"/>
            </a:solidFill>
            <a:prstDash val="solid"/>
          </a:ln>
        </p:spPr>
        <p:txBody>
          <a:bodyPr/>
          <a:lstStyle/>
          <a:p>
            <a:endParaRPr lang="en-US"/>
          </a:p>
        </p:txBody>
      </p:sp>
      <p:sp>
        <p:nvSpPr>
          <p:cNvPr id="12" name="Text 10"/>
          <p:cNvSpPr/>
          <p:nvPr/>
        </p:nvSpPr>
        <p:spPr>
          <a:xfrm>
            <a:off x="749808" y="2670048"/>
            <a:ext cx="5303520" cy="548640"/>
          </a:xfrm>
          <a:prstGeom prst="rect">
            <a:avLst/>
          </a:prstGeom>
          <a:noFill/>
          <a:ln/>
        </p:spPr>
        <p:txBody>
          <a:bodyPr wrap="square" lIns="0" tIns="0" rIns="0" bIns="0" rtlCol="0" anchor="ctr"/>
          <a:lstStyle/>
          <a:p>
            <a:pPr marL="0" indent="0">
              <a:lnSpc>
                <a:spcPct val="115000"/>
              </a:lnSpc>
              <a:buNone/>
            </a:pPr>
            <a:r>
              <a:rPr lang="en-US" sz="1200" b="1" dirty="0">
                <a:solidFill>
                  <a:srgbClr val="111827"/>
                </a:solidFill>
                <a:latin typeface="Pretendard" pitchFamily="34" charset="0"/>
                <a:ea typeface="Pretendard" pitchFamily="34" charset="-122"/>
                <a:cs typeface="Pretendard" pitchFamily="34" charset="-120"/>
              </a:rPr>
              <a:t>사용자 선택 검증하기   </a:t>
            </a:r>
            <a:r>
              <a:rPr lang="en-US" sz="1000" dirty="0">
                <a:solidFill>
                  <a:srgbClr val="4B5563"/>
                </a:solidFill>
                <a:latin typeface="Pretendard" pitchFamily="34" charset="0"/>
                <a:ea typeface="Pretendard" pitchFamily="34" charset="-122"/>
                <a:cs typeface="Pretendard" pitchFamily="34" charset="-120"/>
              </a:rPr>
              <a:t>선택한 옵션을 항목 ID와 맞추고 요구 사항을 모읍니다.</a:t>
            </a:r>
            <a:endParaRPr lang="en-US" sz="1200" dirty="0"/>
          </a:p>
        </p:txBody>
      </p:sp>
      <p:sp>
        <p:nvSpPr>
          <p:cNvPr id="13" name="check accent">
            <a:extLst>
              <a:ext uri="{C183D7F6-B498-43B3-948B-1728B52AA6E4}">
                <adec:decorative xmlns:adec="http://schemas.microsoft.com/office/drawing/2017/decorative" val="1"/>
              </a:ext>
            </a:extLst>
          </p:cNvPr>
          <p:cNvSpPr/>
          <p:nvPr/>
        </p:nvSpPr>
        <p:spPr>
          <a:xfrm>
            <a:off x="548640" y="3273552"/>
            <a:ext cx="45720" cy="548640"/>
          </a:xfrm>
          <a:prstGeom prst="rect">
            <a:avLst/>
          </a:prstGeom>
          <a:solidFill>
            <a:srgbClr val="3B82F6"/>
          </a:solidFill>
          <a:ln w="12700">
            <a:solidFill>
              <a:srgbClr val="3B82F6"/>
            </a:solidFill>
            <a:prstDash val="solid"/>
          </a:ln>
        </p:spPr>
        <p:txBody>
          <a:bodyPr/>
          <a:lstStyle/>
          <a:p>
            <a:endParaRPr lang="ko-KR" altLang="en-US"/>
          </a:p>
        </p:txBody>
      </p:sp>
      <p:sp>
        <p:nvSpPr>
          <p:cNvPr id="14" name="Text 12"/>
          <p:cNvSpPr/>
          <p:nvPr/>
        </p:nvSpPr>
        <p:spPr>
          <a:xfrm>
            <a:off x="749808" y="3273552"/>
            <a:ext cx="5303520" cy="548640"/>
          </a:xfrm>
          <a:prstGeom prst="rect">
            <a:avLst/>
          </a:prstGeom>
          <a:noFill/>
          <a:ln/>
        </p:spPr>
        <p:txBody>
          <a:bodyPr wrap="square" lIns="0" tIns="0" rIns="0" bIns="0" rtlCol="0" anchor="ctr"/>
          <a:lstStyle/>
          <a:p>
            <a:pPr marL="0" indent="0">
              <a:lnSpc>
                <a:spcPct val="115000"/>
              </a:lnSpc>
              <a:buNone/>
            </a:pPr>
            <a:r>
              <a:rPr lang="en-US" sz="1200" b="1" dirty="0">
                <a:solidFill>
                  <a:srgbClr val="111827"/>
                </a:solidFill>
                <a:latin typeface="Pretendard" pitchFamily="34" charset="0"/>
                <a:ea typeface="Pretendard" pitchFamily="34" charset="-122"/>
                <a:cs typeface="Pretendard" pitchFamily="34" charset="-120"/>
              </a:rPr>
              <a:t>신뢰할 수 있는 결과 정의   </a:t>
            </a:r>
            <a:r>
              <a:rPr lang="en-US" sz="1000" dirty="0">
                <a:solidFill>
                  <a:srgbClr val="4B5563"/>
                </a:solidFill>
                <a:latin typeface="Pretendard" pitchFamily="34" charset="0"/>
                <a:ea typeface="Pretendard" pitchFamily="34" charset="-122"/>
                <a:cs typeface="Pretendard" pitchFamily="34" charset="-120"/>
              </a:rPr>
              <a:t>검증 규칙과 에스컬레이션, 성공 기준을 더합니다.</a:t>
            </a:r>
            <a:endParaRPr lang="en-US" sz="1200" dirty="0"/>
          </a:p>
        </p:txBody>
      </p:sp>
      <p:sp>
        <p:nvSpPr>
          <p:cNvPr id="15" name="next panel">
            <a:extLst>
              <a:ext uri="{C183D7F6-B498-43B3-948B-1728B52AA6E4}">
                <adec:decorative xmlns:adec="http://schemas.microsoft.com/office/drawing/2017/decorative" val="1"/>
              </a:ext>
            </a:extLst>
          </p:cNvPr>
          <p:cNvSpPr/>
          <p:nvPr/>
        </p:nvSpPr>
        <p:spPr>
          <a:xfrm>
            <a:off x="6126480" y="1463040"/>
            <a:ext cx="2468880" cy="1874520"/>
          </a:xfrm>
          <a:prstGeom prst="rect">
            <a:avLst/>
          </a:prstGeom>
          <a:solidFill>
            <a:srgbClr val="F3F5F9"/>
          </a:solidFill>
          <a:ln w="12700">
            <a:solidFill>
              <a:srgbClr val="F3F5F9"/>
            </a:solidFill>
            <a:prstDash val="solid"/>
          </a:ln>
        </p:spPr>
        <p:txBody>
          <a:bodyPr/>
          <a:lstStyle/>
          <a:p>
            <a:endParaRPr lang="ko-KR" altLang="en-US"/>
          </a:p>
        </p:txBody>
      </p:sp>
      <p:sp>
        <p:nvSpPr>
          <p:cNvPr id="16" name="Text 14"/>
          <p:cNvSpPr/>
          <p:nvPr/>
        </p:nvSpPr>
        <p:spPr>
          <a:xfrm>
            <a:off x="6355080" y="1783080"/>
            <a:ext cx="2011680" cy="237744"/>
          </a:xfrm>
          <a:prstGeom prst="rect">
            <a:avLst/>
          </a:prstGeom>
          <a:noFill/>
          <a:ln/>
        </p:spPr>
        <p:txBody>
          <a:bodyPr wrap="square" lIns="0" tIns="0" rIns="0" bIns="0" rtlCol="0" anchor="ctr"/>
          <a:lstStyle/>
          <a:p>
            <a:pPr marL="0" indent="0">
              <a:buNone/>
            </a:pPr>
            <a:r>
              <a:rPr lang="en-US" sz="1050" b="1" kern="0" spc="100" dirty="0">
                <a:solidFill>
                  <a:srgbClr val="1D4ED8"/>
                </a:solidFill>
                <a:latin typeface="Pretendard" pitchFamily="34" charset="0"/>
                <a:ea typeface="Pretendard" pitchFamily="34" charset="-122"/>
                <a:cs typeface="Pretendard" pitchFamily="34" charset="-120"/>
              </a:rPr>
              <a:t>다음 작업</a:t>
            </a:r>
            <a:endParaRPr lang="en-US" sz="1050" dirty="0"/>
          </a:p>
        </p:txBody>
      </p:sp>
      <p:sp>
        <p:nvSpPr>
          <p:cNvPr id="17" name="Text 15"/>
          <p:cNvSpPr/>
          <p:nvPr/>
        </p:nvSpPr>
        <p:spPr>
          <a:xfrm>
            <a:off x="6355080" y="1965960"/>
            <a:ext cx="2011680" cy="914400"/>
          </a:xfrm>
          <a:prstGeom prst="rect">
            <a:avLst/>
          </a:prstGeom>
          <a:noFill/>
          <a:ln/>
        </p:spPr>
        <p:txBody>
          <a:bodyPr wrap="square" lIns="0" tIns="0" rIns="0" bIns="0" rtlCol="0" anchor="ctr"/>
          <a:lstStyle/>
          <a:p>
            <a:pPr marL="0" indent="0">
              <a:lnSpc>
                <a:spcPct val="120000"/>
              </a:lnSpc>
              <a:buNone/>
            </a:pPr>
            <a:r>
              <a:rPr lang="en-US" sz="1350" b="1" dirty="0">
                <a:solidFill>
                  <a:srgbClr val="111827"/>
                </a:solidFill>
                <a:latin typeface="Pretendard" pitchFamily="34" charset="0"/>
                <a:ea typeface="Pretendard" pitchFamily="34" charset="-122"/>
                <a:cs typeface="Pretendard" pitchFamily="34" charset="-120"/>
              </a:rPr>
              <a:t>작업 07</a:t>
            </a:r>
            <a:endParaRPr lang="en-US" sz="1350" dirty="0"/>
          </a:p>
          <a:p>
            <a:pPr marL="0" indent="0">
              <a:lnSpc>
                <a:spcPct val="120000"/>
              </a:lnSpc>
              <a:buNone/>
            </a:pPr>
            <a:r>
              <a:rPr lang="en-US" sz="1350" b="1" dirty="0">
                <a:solidFill>
                  <a:srgbClr val="111827"/>
                </a:solidFill>
                <a:latin typeface="Pretendard" pitchFamily="34" charset="0"/>
                <a:ea typeface="Pretendard" pitchFamily="34" charset="-122"/>
                <a:cs typeface="Pretendard" pitchFamily="34" charset="-120"/>
              </a:rPr>
              <a:t>워크플로로</a:t>
            </a:r>
            <a:endParaRPr lang="en-US" sz="1350" dirty="0"/>
          </a:p>
          <a:p>
            <a:pPr marL="0" indent="0">
              <a:lnSpc>
                <a:spcPct val="120000"/>
              </a:lnSpc>
              <a:buNone/>
            </a:pPr>
            <a:r>
              <a:rPr lang="en-US" sz="1350" b="1" dirty="0">
                <a:solidFill>
                  <a:srgbClr val="111827"/>
                </a:solidFill>
                <a:latin typeface="Pretendard" pitchFamily="34" charset="0"/>
                <a:ea typeface="Pretendard" pitchFamily="34" charset="-122"/>
                <a:cs typeface="Pretendard" pitchFamily="34" charset="-120"/>
              </a:rPr>
              <a:t>자동화하기</a:t>
            </a:r>
            <a:endParaRPr lang="en-US" sz="1350" dirty="0"/>
          </a:p>
        </p:txBody>
      </p:sp>
      <p:sp>
        <p:nvSpPr>
          <p:cNvPr id="18" name="Text 16"/>
          <p:cNvSpPr/>
          <p:nvPr/>
        </p:nvSpPr>
        <p:spPr>
          <a:xfrm>
            <a:off x="6355080" y="2862072"/>
            <a:ext cx="2011680" cy="402336"/>
          </a:xfrm>
          <a:prstGeom prst="rect">
            <a:avLst/>
          </a:prstGeom>
          <a:noFill/>
          <a:ln/>
        </p:spPr>
        <p:txBody>
          <a:bodyPr wrap="square" lIns="0" tIns="0" rIns="0" bIns="0" rtlCol="0" anchor="ctr"/>
          <a:lstStyle/>
          <a:p>
            <a:pPr marL="0" indent="0">
              <a:lnSpc>
                <a:spcPct val="125000"/>
              </a:lnSpc>
              <a:buNone/>
            </a:pPr>
            <a:r>
              <a:rPr lang="en-US" sz="1000" dirty="0">
                <a:solidFill>
                  <a:srgbClr val="4B5563"/>
                </a:solidFill>
                <a:latin typeface="Pretendard" pitchFamily="34" charset="0"/>
                <a:ea typeface="Pretendard" pitchFamily="34" charset="-122"/>
                <a:cs typeface="Pretendard" pitchFamily="34" charset="-120"/>
              </a:rPr>
              <a:t>요청을 실제로 제출합니다.</a:t>
            </a:r>
            <a:endParaRPr lang="en-US" sz="1000" dirty="0"/>
          </a:p>
        </p:txBody>
      </p:sp>
      <p:sp>
        <p:nvSpPr>
          <p:cNvPr id="19" name="reference frame">
            <a:extLst>
              <a:ext uri="{C183D7F6-B498-43B3-948B-1728B52AA6E4}">
                <adec:decorative xmlns:adec="http://schemas.microsoft.com/office/drawing/2017/decorative" val="1"/>
              </a:ext>
            </a:extLst>
          </p:cNvPr>
          <p:cNvSpPr/>
          <p:nvPr/>
        </p:nvSpPr>
        <p:spPr>
          <a:xfrm>
            <a:off x="548640" y="3968496"/>
            <a:ext cx="8046720" cy="658368"/>
          </a:xfrm>
          <a:prstGeom prst="rect">
            <a:avLst/>
          </a:prstGeom>
          <a:solidFill>
            <a:srgbClr val="FFFFFF"/>
          </a:solidFill>
          <a:ln w="12700">
            <a:solidFill>
              <a:srgbClr val="E5E7EB"/>
            </a:solidFill>
            <a:prstDash val="solid"/>
          </a:ln>
        </p:spPr>
        <p:txBody>
          <a:bodyPr/>
          <a:lstStyle/>
          <a:p>
            <a:endParaRPr lang="ko-KR" altLang="en-US"/>
          </a:p>
        </p:txBody>
      </p:sp>
      <p:sp>
        <p:nvSpPr>
          <p:cNvPr id="20" name="Text 18"/>
          <p:cNvSpPr/>
          <p:nvPr/>
        </p:nvSpPr>
        <p:spPr>
          <a:xfrm>
            <a:off x="777240" y="3968496"/>
            <a:ext cx="7589520" cy="658368"/>
          </a:xfrm>
          <a:prstGeom prst="rect">
            <a:avLst/>
          </a:prstGeom>
          <a:noFill/>
          <a:ln/>
        </p:spPr>
        <p:txBody>
          <a:bodyPr wrap="square" lIns="0" tIns="0" rIns="0" bIns="0" rtlCol="0" anchor="ctr"/>
          <a:lstStyle/>
          <a:p>
            <a:pPr marL="0" indent="0">
              <a:buNone/>
            </a:pPr>
            <a:r>
              <a:rPr lang="en-US" sz="1050" b="1" dirty="0">
                <a:solidFill>
                  <a:srgbClr val="1D4ED8"/>
                </a:solidFill>
                <a:latin typeface="Pretendard" pitchFamily="34" charset="0"/>
                <a:ea typeface="Pretendard" pitchFamily="34" charset="-122"/>
                <a:cs typeface="Pretendard" pitchFamily="34" charset="-120"/>
              </a:rPr>
              <a:t>참고 자료   </a:t>
            </a:r>
            <a:r>
              <a:rPr lang="en-US" sz="1000" dirty="0">
                <a:solidFill>
                  <a:srgbClr val="4B5563"/>
                </a:solidFill>
                <a:latin typeface="Pretendard" pitchFamily="34" charset="0"/>
                <a:ea typeface="Pretendard" pitchFamily="34" charset="-122"/>
                <a:cs typeface="Pretendard" pitchFamily="34" charset="-120"/>
              </a:rPr>
              <a:t>Copilot Studio의 Skills  ·  효과적인 지침 작성</a:t>
            </a:r>
            <a:endParaRPr lang="en-US" sz="10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a:effectLst/>
      </p:bgPr>
    </p:bg>
    <p:spTree>
      <p:nvGrpSpPr>
        <p:cNvPr id="1" name=""/>
        <p:cNvGrpSpPr/>
        <p:nvPr/>
      </p:nvGrpSpPr>
      <p:grpSpPr>
        <a:xfrm>
          <a:off x="0" y="0"/>
          <a:ext cx="0" cy="0"/>
          <a:chOff x="0" y="0"/>
          <a:chExt cx="0" cy="0"/>
        </a:xfrm>
      </p:grpSpPr>
      <p:pic>
        <p:nvPicPr>
          <p:cNvPr id="2" name="Image 0" descr="연결된 노드로 이루어진 자동화 워크플로 일러스트"/>
          <p:cNvPicPr>
            <a:picLocks noChangeAspect="1"/>
          </p:cNvPicPr>
          <p:nvPr/>
        </p:nvPicPr>
        <p:blipFill>
          <a:blip r:embed="rId3"/>
          <a:srcRect t="4389" b="4389"/>
          <a:stretch/>
        </p:blipFill>
        <p:spPr>
          <a:xfrm>
            <a:off x="4892040" y="0"/>
            <a:ext cx="4251960" cy="5143500"/>
          </a:xfrm>
          <a:prstGeom prst="rect">
            <a:avLst/>
          </a:prstGeom>
        </p:spPr>
      </p:pic>
      <p:sp>
        <p:nvSpPr>
          <p:cNvPr id="3" name="left accent">
            <a:extLst>
              <a:ext uri="{C183D7F6-B498-43B3-948B-1728B52AA6E4}">
                <adec:decorative xmlns:adec="http://schemas.microsoft.com/office/drawing/2017/decorative" val="1"/>
              </a:ext>
            </a:extLst>
          </p:cNvPr>
          <p:cNvSpPr/>
          <p:nvPr/>
        </p:nvSpPr>
        <p:spPr>
          <a:xfrm>
            <a:off x="0" y="0"/>
            <a:ext cx="82296" cy="5143500"/>
          </a:xfrm>
          <a:prstGeom prst="rect">
            <a:avLst/>
          </a:prstGeom>
          <a:solidFill>
            <a:srgbClr val="1D4ED8"/>
          </a:solidFill>
          <a:ln w="12700">
            <a:solidFill>
              <a:srgbClr val="1D4ED8"/>
            </a:solidFill>
            <a:prstDash val="solid"/>
          </a:ln>
        </p:spPr>
        <p:txBody>
          <a:bodyPr/>
          <a:lstStyle/>
          <a:p>
            <a:endParaRPr lang="en-US"/>
          </a:p>
        </p:txBody>
      </p:sp>
      <p:sp>
        <p:nvSpPr>
          <p:cNvPr id="4" name="Text 1"/>
          <p:cNvSpPr/>
          <p:nvPr/>
        </p:nvSpPr>
        <p:spPr>
          <a:xfrm>
            <a:off x="640080" y="914400"/>
            <a:ext cx="4023360" cy="256032"/>
          </a:xfrm>
          <a:prstGeom prst="rect">
            <a:avLst/>
          </a:prstGeom>
          <a:noFill/>
          <a:ln/>
        </p:spPr>
        <p:txBody>
          <a:bodyPr wrap="square" lIns="0" tIns="0" rIns="0" bIns="0" rtlCol="0" anchor="ctr"/>
          <a:lstStyle/>
          <a:p>
            <a:pPr marL="0" indent="0">
              <a:buNone/>
            </a:pPr>
            <a:endParaRPr lang="en-US" sz="1050" dirty="0"/>
          </a:p>
        </p:txBody>
      </p:sp>
      <p:sp>
        <p:nvSpPr>
          <p:cNvPr id="5" name="Text 2">
            <a:extLst>
              <a:ext uri="{C183D7F6-B498-43B3-948B-1728B52AA6E4}">
                <adec:decorative xmlns:adec="http://schemas.microsoft.com/office/drawing/2017/decorative" val="1"/>
              </a:ext>
            </a:extLst>
          </p:cNvPr>
          <p:cNvSpPr/>
          <p:nvPr/>
        </p:nvSpPr>
        <p:spPr>
          <a:xfrm>
            <a:off x="640080" y="1261872"/>
            <a:ext cx="4023360" cy="457200"/>
          </a:xfrm>
          <a:prstGeom prst="rect">
            <a:avLst/>
          </a:prstGeom>
          <a:noFill/>
          <a:ln/>
        </p:spPr>
        <p:txBody>
          <a:bodyPr wrap="square" lIns="0" tIns="0" rIns="0" bIns="0" rtlCol="0" anchor="ctr"/>
          <a:lstStyle/>
          <a:p>
            <a:pPr marL="0" indent="0">
              <a:buNone/>
            </a:pPr>
            <a:r>
              <a:rPr lang="en-US" sz="1500" b="1" dirty="0">
                <a:solidFill>
                  <a:srgbClr val="6B7280"/>
                </a:solidFill>
                <a:latin typeface="Pretendard" pitchFamily="34" charset="0"/>
                <a:ea typeface="Pretendard" pitchFamily="34" charset="-122"/>
                <a:cs typeface="Pretendard" pitchFamily="34" charset="-120"/>
              </a:rPr>
              <a:t>작업 07</a:t>
            </a:r>
            <a:endParaRPr lang="en-US" sz="1500" dirty="0"/>
          </a:p>
        </p:txBody>
      </p:sp>
      <p:sp>
        <p:nvSpPr>
          <p:cNvPr id="6" name="Text 3"/>
          <p:cNvSpPr/>
          <p:nvPr/>
        </p:nvSpPr>
        <p:spPr>
          <a:xfrm>
            <a:off x="640080" y="1627632"/>
            <a:ext cx="4206240" cy="1005840"/>
          </a:xfrm>
          <a:prstGeom prst="rect">
            <a:avLst/>
          </a:prstGeom>
          <a:noFill/>
          <a:ln/>
        </p:spPr>
        <p:txBody>
          <a:bodyPr wrap="square" lIns="0" tIns="0" rIns="0" bIns="0" rtlCol="0" anchor="t"/>
          <a:lstStyle/>
          <a:p>
            <a:pPr marL="0" indent="0">
              <a:lnSpc>
                <a:spcPct val="115000"/>
              </a:lnSpc>
              <a:buNone/>
            </a:pPr>
            <a:r>
              <a:rPr lang="en-US" sz="3200" b="1" dirty="0">
                <a:solidFill>
                  <a:srgbClr val="111827"/>
                </a:solidFill>
                <a:latin typeface="Pretendard" pitchFamily="34" charset="0"/>
                <a:ea typeface="Pretendard" pitchFamily="34" charset="-122"/>
                <a:cs typeface="Pretendard" pitchFamily="34" charset="-120"/>
              </a:rPr>
              <a:t>워크플로로</a:t>
            </a:r>
            <a:endParaRPr lang="en-US" sz="3200" dirty="0"/>
          </a:p>
          <a:p>
            <a:pPr marL="0" indent="0">
              <a:lnSpc>
                <a:spcPct val="115000"/>
              </a:lnSpc>
              <a:buNone/>
            </a:pPr>
            <a:r>
              <a:rPr lang="en-US" sz="3200" b="1" dirty="0">
                <a:solidFill>
                  <a:srgbClr val="111827"/>
                </a:solidFill>
                <a:latin typeface="Pretendard" pitchFamily="34" charset="0"/>
                <a:ea typeface="Pretendard" pitchFamily="34" charset="-122"/>
                <a:cs typeface="Pretendard" pitchFamily="34" charset="-120"/>
              </a:rPr>
              <a:t>자동화하기</a:t>
            </a:r>
            <a:endParaRPr lang="en-US" sz="3200" dirty="0"/>
          </a:p>
        </p:txBody>
      </p:sp>
      <p:sp>
        <p:nvSpPr>
          <p:cNvPr id="7" name="rule">
            <a:extLst>
              <a:ext uri="{C183D7F6-B498-43B3-948B-1728B52AA6E4}">
                <adec:decorative xmlns:adec="http://schemas.microsoft.com/office/drawing/2017/decorative" val="1"/>
              </a:ext>
            </a:extLst>
          </p:cNvPr>
          <p:cNvSpPr/>
          <p:nvPr/>
        </p:nvSpPr>
        <p:spPr>
          <a:xfrm>
            <a:off x="640080" y="2743200"/>
            <a:ext cx="822960" cy="32004"/>
          </a:xfrm>
          <a:prstGeom prst="rect">
            <a:avLst/>
          </a:prstGeom>
          <a:solidFill>
            <a:srgbClr val="1D4ED8"/>
          </a:solidFill>
          <a:ln w="12700">
            <a:solidFill>
              <a:srgbClr val="1D4ED8"/>
            </a:solidFill>
            <a:prstDash val="solid"/>
          </a:ln>
        </p:spPr>
        <p:txBody>
          <a:bodyPr/>
          <a:lstStyle/>
          <a:p>
            <a:endParaRPr lang="ko-KR" altLang="en-US"/>
          </a:p>
        </p:txBody>
      </p:sp>
      <p:sp>
        <p:nvSpPr>
          <p:cNvPr id="8" name="Text 5">
            <a:extLst>
              <a:ext uri="{C183D7F6-B498-43B3-948B-1728B52AA6E4}">
                <adec:decorative xmlns:adec="http://schemas.microsoft.com/office/drawing/2017/decorative" val="1"/>
              </a:ext>
            </a:extLst>
          </p:cNvPr>
          <p:cNvSpPr/>
          <p:nvPr/>
        </p:nvSpPr>
        <p:spPr>
          <a:xfrm>
            <a:off x="640080" y="2944368"/>
            <a:ext cx="4023360" cy="640080"/>
          </a:xfrm>
          <a:prstGeom prst="rect">
            <a:avLst/>
          </a:prstGeom>
          <a:noFill/>
          <a:ln/>
        </p:spPr>
        <p:txBody>
          <a:bodyPr wrap="square" lIns="0" tIns="0" rIns="0" bIns="0" rtlCol="0" anchor="ctr"/>
          <a:lstStyle/>
          <a:p>
            <a:pPr marL="0" indent="0">
              <a:lnSpc>
                <a:spcPct val="130000"/>
              </a:lnSpc>
              <a:buNone/>
            </a:pPr>
            <a:r>
              <a:rPr lang="en-US" sz="1300" dirty="0">
                <a:solidFill>
                  <a:srgbClr val="4B5563"/>
                </a:solidFill>
                <a:latin typeface="Pretendard" pitchFamily="34" charset="0"/>
                <a:ea typeface="Pretendard" pitchFamily="34" charset="-122"/>
                <a:cs typeface="Pretendard" pitchFamily="34" charset="-120"/>
              </a:rPr>
              <a:t>판단은 에이전트가 하고,</a:t>
            </a:r>
            <a:endParaRPr lang="en-US" sz="1300" dirty="0"/>
          </a:p>
          <a:p>
            <a:pPr marL="0" indent="0">
              <a:lnSpc>
                <a:spcPct val="130000"/>
              </a:lnSpc>
              <a:buNone/>
            </a:pPr>
            <a:r>
              <a:rPr lang="en-US" sz="1300" dirty="0">
                <a:solidFill>
                  <a:srgbClr val="4B5563"/>
                </a:solidFill>
                <a:latin typeface="Pretendard" pitchFamily="34" charset="0"/>
                <a:ea typeface="Pretendard" pitchFamily="34" charset="-122"/>
                <a:cs typeface="Pretendard" pitchFamily="34" charset="-120"/>
              </a:rPr>
              <a:t>실행은 워크플로가 맡습니다.</a:t>
            </a:r>
            <a:endParaRPr lang="en-US" sz="1300" dirty="0"/>
          </a:p>
        </p:txBody>
      </p:sp>
      <p:sp>
        <p:nvSpPr>
          <p:cNvPr id="9" name="Text 6"/>
          <p:cNvSpPr/>
          <p:nvPr/>
        </p:nvSpPr>
        <p:spPr>
          <a:xfrm>
            <a:off x="640080" y="3931920"/>
            <a:ext cx="1920240" cy="219456"/>
          </a:xfrm>
          <a:prstGeom prst="rect">
            <a:avLst/>
          </a:prstGeom>
          <a:noFill/>
          <a:ln/>
        </p:spPr>
        <p:txBody>
          <a:bodyPr wrap="square" lIns="0" tIns="0" rIns="0" bIns="0" rtlCol="0" anchor="ctr"/>
          <a:lstStyle/>
          <a:p>
            <a:pPr marL="0" indent="0">
              <a:buNone/>
            </a:pPr>
            <a:r>
              <a:rPr lang="en-US" sz="950" b="1" dirty="0">
                <a:solidFill>
                  <a:srgbClr val="1D4ED8"/>
                </a:solidFill>
                <a:latin typeface="Pretendard" pitchFamily="34" charset="0"/>
                <a:ea typeface="Pretendard" pitchFamily="34" charset="-122"/>
                <a:cs typeface="Pretendard" pitchFamily="34" charset="-120"/>
              </a:rPr>
              <a:t>선행 작업</a:t>
            </a:r>
            <a:endParaRPr lang="en-US" sz="950" dirty="0"/>
          </a:p>
        </p:txBody>
      </p:sp>
      <p:sp>
        <p:nvSpPr>
          <p:cNvPr id="10" name="Text 7">
            <a:extLst>
              <a:ext uri="{C183D7F6-B498-43B3-948B-1728B52AA6E4}">
                <adec:decorative xmlns:adec="http://schemas.microsoft.com/office/drawing/2017/decorative" val="1"/>
              </a:ext>
            </a:extLst>
          </p:cNvPr>
          <p:cNvSpPr/>
          <p:nvPr/>
        </p:nvSpPr>
        <p:spPr>
          <a:xfrm>
            <a:off x="640080" y="4169664"/>
            <a:ext cx="1920240" cy="457200"/>
          </a:xfrm>
          <a:prstGeom prst="rect">
            <a:avLst/>
          </a:prstGeom>
          <a:noFill/>
          <a:ln/>
        </p:spPr>
        <p:txBody>
          <a:bodyPr wrap="square" lIns="0" tIns="0" rIns="0" bIns="0" rtlCol="0" anchor="ctr"/>
          <a:lstStyle/>
          <a:p>
            <a:pPr marL="0" indent="0">
              <a:lnSpc>
                <a:spcPct val="120000"/>
              </a:lnSpc>
              <a:buNone/>
            </a:pPr>
            <a:r>
              <a:rPr lang="en-US" sz="1050" dirty="0">
                <a:solidFill>
                  <a:srgbClr val="4B5563"/>
                </a:solidFill>
                <a:latin typeface="Pretendard" pitchFamily="34" charset="0"/>
                <a:ea typeface="Pretendard" pitchFamily="34" charset="-122"/>
                <a:cs typeface="Pretendard" pitchFamily="34" charset="-120"/>
              </a:rPr>
              <a:t>작업 06 · 스킬 구성 완료</a:t>
            </a:r>
            <a:endParaRPr lang="en-US" sz="1050" dirty="0"/>
          </a:p>
        </p:txBody>
      </p:sp>
      <p:sp>
        <p:nvSpPr>
          <p:cNvPr id="11" name="Text 8">
            <a:extLst>
              <a:ext uri="{C183D7F6-B498-43B3-948B-1728B52AA6E4}">
                <adec:decorative xmlns:adec="http://schemas.microsoft.com/office/drawing/2017/decorative" val="1"/>
              </a:ext>
            </a:extLst>
          </p:cNvPr>
          <p:cNvSpPr/>
          <p:nvPr/>
        </p:nvSpPr>
        <p:spPr>
          <a:xfrm>
            <a:off x="2743200" y="3931920"/>
            <a:ext cx="1920240" cy="219456"/>
          </a:xfrm>
          <a:prstGeom prst="rect">
            <a:avLst/>
          </a:prstGeom>
          <a:noFill/>
          <a:ln/>
        </p:spPr>
        <p:txBody>
          <a:bodyPr wrap="square" lIns="0" tIns="0" rIns="0" bIns="0" rtlCol="0" anchor="ctr"/>
          <a:lstStyle/>
          <a:p>
            <a:pPr marL="0" indent="0">
              <a:buNone/>
            </a:pPr>
            <a:r>
              <a:rPr lang="en-US" sz="950" b="1" dirty="0">
                <a:solidFill>
                  <a:srgbClr val="1D4ED8"/>
                </a:solidFill>
                <a:latin typeface="Pretendard" pitchFamily="34" charset="0"/>
                <a:ea typeface="Pretendard" pitchFamily="34" charset="-122"/>
                <a:cs typeface="Pretendard" pitchFamily="34" charset="-120"/>
              </a:rPr>
              <a:t>이 작업의 성격</a:t>
            </a:r>
            <a:endParaRPr lang="en-US" sz="950" dirty="0"/>
          </a:p>
        </p:txBody>
      </p:sp>
      <p:sp>
        <p:nvSpPr>
          <p:cNvPr id="12" name="Text 9"/>
          <p:cNvSpPr/>
          <p:nvPr/>
        </p:nvSpPr>
        <p:spPr>
          <a:xfrm>
            <a:off x="2743200" y="4169664"/>
            <a:ext cx="1920240" cy="457200"/>
          </a:xfrm>
          <a:prstGeom prst="rect">
            <a:avLst/>
          </a:prstGeom>
          <a:noFill/>
          <a:ln/>
        </p:spPr>
        <p:txBody>
          <a:bodyPr wrap="square" lIns="0" tIns="0" rIns="0" bIns="0" rtlCol="0" anchor="ctr"/>
          <a:lstStyle/>
          <a:p>
            <a:pPr marL="0" indent="0">
              <a:lnSpc>
                <a:spcPct val="120000"/>
              </a:lnSpc>
              <a:buNone/>
            </a:pPr>
            <a:r>
              <a:rPr lang="en-US" sz="1050" dirty="0">
                <a:solidFill>
                  <a:srgbClr val="4B5563"/>
                </a:solidFill>
                <a:latin typeface="Pretendard" pitchFamily="34" charset="0"/>
                <a:ea typeface="Pretendard" pitchFamily="34" charset="-122"/>
                <a:cs typeface="Pretendard" pitchFamily="34" charset="-120"/>
              </a:rPr>
              <a:t>결정론적 자동화를 붙입니다</a:t>
            </a:r>
            <a:endParaRPr lang="en-US" sz="10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작업 브리핑</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이 작업을 마치면 할 수 있는 것</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ko-KR" alt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07  ·  학습 목표</a:t>
            </a:r>
            <a:endParaRPr lang="en-US" sz="950" dirty="0"/>
          </a:p>
        </p:txBody>
      </p:sp>
      <p:sp>
        <p:nvSpPr>
          <p:cNvPr id="7" name="key message band">
            <a:extLst>
              <a:ext uri="{C183D7F6-B498-43B3-948B-1728B52AA6E4}">
                <adec:decorative xmlns:adec="http://schemas.microsoft.com/office/drawing/2017/decorative" val="1"/>
              </a:ext>
            </a:extLst>
          </p:cNvPr>
          <p:cNvSpPr/>
          <p:nvPr/>
        </p:nvSpPr>
        <p:spPr>
          <a:xfrm>
            <a:off x="548640" y="1417320"/>
            <a:ext cx="8046720" cy="566928"/>
          </a:xfrm>
          <a:prstGeom prst="rect">
            <a:avLst/>
          </a:prstGeom>
          <a:solidFill>
            <a:srgbClr val="F3F5F9"/>
          </a:solidFill>
          <a:ln w="12700">
            <a:solidFill>
              <a:srgbClr val="F3F5F9"/>
            </a:solidFill>
            <a:prstDash val="solid"/>
          </a:ln>
        </p:spPr>
        <p:txBody>
          <a:bodyPr/>
          <a:lstStyle/>
          <a:p>
            <a:endParaRPr lang="ko-KR" altLang="en-US"/>
          </a:p>
        </p:txBody>
      </p:sp>
      <p:sp>
        <p:nvSpPr>
          <p:cNvPr id="8" name="accent bar">
            <a:extLst>
              <a:ext uri="{C183D7F6-B498-43B3-948B-1728B52AA6E4}">
                <adec:decorative xmlns:adec="http://schemas.microsoft.com/office/drawing/2017/decorative" val="1"/>
              </a:ext>
            </a:extLst>
          </p:cNvPr>
          <p:cNvSpPr/>
          <p:nvPr/>
        </p:nvSpPr>
        <p:spPr>
          <a:xfrm>
            <a:off x="548640" y="1417320"/>
            <a:ext cx="50292" cy="566928"/>
          </a:xfrm>
          <a:prstGeom prst="rect">
            <a:avLst/>
          </a:prstGeom>
          <a:solidFill>
            <a:srgbClr val="1D4ED8"/>
          </a:solidFill>
          <a:ln w="12700">
            <a:solidFill>
              <a:srgbClr val="1D4ED8"/>
            </a:solidFill>
            <a:prstDash val="solid"/>
          </a:ln>
        </p:spPr>
        <p:txBody>
          <a:bodyPr/>
          <a:lstStyle/>
          <a:p>
            <a:endParaRPr lang="ko-KR" altLang="en-US"/>
          </a:p>
        </p:txBody>
      </p:sp>
      <p:sp>
        <p:nvSpPr>
          <p:cNvPr id="9" name="Text 7"/>
          <p:cNvSpPr/>
          <p:nvPr/>
        </p:nvSpPr>
        <p:spPr>
          <a:xfrm>
            <a:off x="749808" y="1417320"/>
            <a:ext cx="7680960" cy="566928"/>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에이전트는 무엇을 할지 정하고, 워크플로는 어떻게 완료할지 제어합니다.</a:t>
            </a:r>
            <a:endParaRPr lang="en-US" sz="1350" dirty="0"/>
          </a:p>
        </p:txBody>
      </p:sp>
      <p:sp>
        <p:nvSpPr>
          <p:cNvPr id="10" name="objective card">
            <a:extLst>
              <a:ext uri="{C183D7F6-B498-43B3-948B-1728B52AA6E4}">
                <adec:decorative xmlns:adec="http://schemas.microsoft.com/office/drawing/2017/decorative" val="1"/>
              </a:ext>
            </a:extLst>
          </p:cNvPr>
          <p:cNvSpPr/>
          <p:nvPr/>
        </p:nvSpPr>
        <p:spPr>
          <a:xfrm>
            <a:off x="548640" y="2377440"/>
            <a:ext cx="1572768" cy="1280160"/>
          </a:xfrm>
          <a:prstGeom prst="rect">
            <a:avLst/>
          </a:prstGeom>
          <a:solidFill>
            <a:srgbClr val="FFFFFF"/>
          </a:solidFill>
          <a:ln w="12700">
            <a:solidFill>
              <a:srgbClr val="E5E7EB"/>
            </a:solidFill>
            <a:prstDash val="solid"/>
          </a:ln>
        </p:spPr>
        <p:txBody>
          <a:bodyPr/>
          <a:lstStyle/>
          <a:p>
            <a:endParaRPr lang="en-US"/>
          </a:p>
        </p:txBody>
      </p:sp>
      <p:sp>
        <p:nvSpPr>
          <p:cNvPr id="11" name="card rule">
            <a:extLst>
              <a:ext uri="{C183D7F6-B498-43B3-948B-1728B52AA6E4}">
                <adec:decorative xmlns:adec="http://schemas.microsoft.com/office/drawing/2017/decorative" val="1"/>
              </a:ext>
            </a:extLst>
          </p:cNvPr>
          <p:cNvSpPr/>
          <p:nvPr/>
        </p:nvSpPr>
        <p:spPr>
          <a:xfrm>
            <a:off x="548640" y="2377440"/>
            <a:ext cx="1572768" cy="36576"/>
          </a:xfrm>
          <a:prstGeom prst="rect">
            <a:avLst/>
          </a:prstGeom>
          <a:solidFill>
            <a:srgbClr val="3B82F6"/>
          </a:solidFill>
          <a:ln w="12700">
            <a:solidFill>
              <a:srgbClr val="3B82F6"/>
            </a:solidFill>
            <a:prstDash val="solid"/>
          </a:ln>
        </p:spPr>
        <p:txBody>
          <a:bodyPr/>
          <a:lstStyle/>
          <a:p>
            <a:endParaRPr lang="ko-KR" altLang="en-US"/>
          </a:p>
        </p:txBody>
      </p:sp>
      <p:sp>
        <p:nvSpPr>
          <p:cNvPr id="12" name="Text 10"/>
          <p:cNvSpPr/>
          <p:nvPr/>
        </p:nvSpPr>
        <p:spPr>
          <a:xfrm>
            <a:off x="731520" y="2560320"/>
            <a:ext cx="1207008"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01</a:t>
            </a:r>
            <a:endParaRPr lang="en-US" sz="1300" dirty="0"/>
          </a:p>
        </p:txBody>
      </p:sp>
      <p:sp>
        <p:nvSpPr>
          <p:cNvPr id="13" name="Text 11">
            <a:extLst>
              <a:ext uri="{C183D7F6-B498-43B3-948B-1728B52AA6E4}">
                <adec:decorative xmlns:adec="http://schemas.microsoft.com/office/drawing/2017/decorative" val="1"/>
              </a:ext>
            </a:extLst>
          </p:cNvPr>
          <p:cNvSpPr/>
          <p:nvPr/>
        </p:nvSpPr>
        <p:spPr>
          <a:xfrm>
            <a:off x="731520" y="2843784"/>
            <a:ext cx="1207008" cy="310896"/>
          </a:xfrm>
          <a:prstGeom prst="rect">
            <a:avLst/>
          </a:prstGeom>
          <a:noFill/>
          <a:ln/>
        </p:spPr>
        <p:txBody>
          <a:bodyPr wrap="square" lIns="0" tIns="0" rIns="0" bIns="0" rtlCol="0" anchor="t"/>
          <a:lstStyle/>
          <a:p>
            <a:pPr marL="0" indent="0">
              <a:lnSpc>
                <a:spcPct val="115000"/>
              </a:lnSpc>
              <a:buNone/>
            </a:pPr>
            <a:r>
              <a:rPr lang="en-US" sz="1200" b="1" dirty="0">
                <a:solidFill>
                  <a:srgbClr val="111827"/>
                </a:solidFill>
                <a:latin typeface="Pretendard" pitchFamily="34" charset="0"/>
                <a:ea typeface="Pretendard" pitchFamily="34" charset="-122"/>
                <a:cs typeface="Pretendard" pitchFamily="34" charset="-120"/>
              </a:rPr>
              <a:t>Workflows 이해</a:t>
            </a:r>
            <a:endParaRPr lang="en-US" sz="1200" dirty="0"/>
          </a:p>
        </p:txBody>
      </p:sp>
      <p:sp>
        <p:nvSpPr>
          <p:cNvPr id="14" name="Text 12">
            <a:extLst>
              <a:ext uri="{C183D7F6-B498-43B3-948B-1728B52AA6E4}">
                <adec:decorative xmlns:adec="http://schemas.microsoft.com/office/drawing/2017/decorative" val="1"/>
              </a:ext>
            </a:extLst>
          </p:cNvPr>
          <p:cNvSpPr/>
          <p:nvPr/>
        </p:nvSpPr>
        <p:spPr>
          <a:xfrm>
            <a:off x="731520" y="3200400"/>
            <a:ext cx="1207008" cy="548640"/>
          </a:xfrm>
          <a:prstGeom prst="rect">
            <a:avLst/>
          </a:prstGeom>
          <a:noFill/>
          <a:ln/>
        </p:spPr>
        <p:txBody>
          <a:bodyPr wrap="square" lIns="0" tIns="0" rIns="0" bIns="0" rtlCol="0" anchor="t"/>
          <a:lstStyle/>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agent flow와의 차이</a:t>
            </a:r>
            <a:endParaRPr lang="en-US" sz="950" dirty="0"/>
          </a:p>
        </p:txBody>
      </p:sp>
      <p:sp>
        <p:nvSpPr>
          <p:cNvPr id="15" name="objective card">
            <a:extLst>
              <a:ext uri="{C183D7F6-B498-43B3-948B-1728B52AA6E4}">
                <adec:decorative xmlns:adec="http://schemas.microsoft.com/office/drawing/2017/decorative" val="1"/>
              </a:ext>
            </a:extLst>
          </p:cNvPr>
          <p:cNvSpPr/>
          <p:nvPr/>
        </p:nvSpPr>
        <p:spPr>
          <a:xfrm>
            <a:off x="2167128" y="2377440"/>
            <a:ext cx="1572768" cy="1280160"/>
          </a:xfrm>
          <a:prstGeom prst="rect">
            <a:avLst/>
          </a:prstGeom>
          <a:solidFill>
            <a:srgbClr val="FFFFFF"/>
          </a:solidFill>
          <a:ln w="12700">
            <a:solidFill>
              <a:srgbClr val="E5E7EB"/>
            </a:solidFill>
            <a:prstDash val="solid"/>
          </a:ln>
        </p:spPr>
        <p:txBody>
          <a:bodyPr/>
          <a:lstStyle/>
          <a:p>
            <a:endParaRPr lang="en-US"/>
          </a:p>
        </p:txBody>
      </p:sp>
      <p:sp>
        <p:nvSpPr>
          <p:cNvPr id="16" name="card rule">
            <a:extLst>
              <a:ext uri="{C183D7F6-B498-43B3-948B-1728B52AA6E4}">
                <adec:decorative xmlns:adec="http://schemas.microsoft.com/office/drawing/2017/decorative" val="1"/>
              </a:ext>
            </a:extLst>
          </p:cNvPr>
          <p:cNvSpPr/>
          <p:nvPr/>
        </p:nvSpPr>
        <p:spPr>
          <a:xfrm>
            <a:off x="2167128" y="2377440"/>
            <a:ext cx="1572768" cy="36576"/>
          </a:xfrm>
          <a:prstGeom prst="rect">
            <a:avLst/>
          </a:prstGeom>
          <a:solidFill>
            <a:srgbClr val="3B82F6"/>
          </a:solidFill>
          <a:ln w="12700">
            <a:solidFill>
              <a:srgbClr val="3B82F6"/>
            </a:solidFill>
            <a:prstDash val="solid"/>
          </a:ln>
        </p:spPr>
        <p:txBody>
          <a:bodyPr/>
          <a:lstStyle/>
          <a:p>
            <a:endParaRPr lang="en-US"/>
          </a:p>
        </p:txBody>
      </p:sp>
      <p:sp>
        <p:nvSpPr>
          <p:cNvPr id="17" name="Text 15">
            <a:extLst>
              <a:ext uri="{C183D7F6-B498-43B3-948B-1728B52AA6E4}">
                <adec:decorative xmlns:adec="http://schemas.microsoft.com/office/drawing/2017/decorative" val="1"/>
              </a:ext>
            </a:extLst>
          </p:cNvPr>
          <p:cNvSpPr/>
          <p:nvPr/>
        </p:nvSpPr>
        <p:spPr>
          <a:xfrm>
            <a:off x="2350008" y="2560320"/>
            <a:ext cx="1207008"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02</a:t>
            </a:r>
            <a:endParaRPr lang="en-US" sz="1300" dirty="0"/>
          </a:p>
        </p:txBody>
      </p:sp>
      <p:sp>
        <p:nvSpPr>
          <p:cNvPr id="18" name="Text 16"/>
          <p:cNvSpPr/>
          <p:nvPr/>
        </p:nvSpPr>
        <p:spPr>
          <a:xfrm>
            <a:off x="2350008" y="2843784"/>
            <a:ext cx="1207008" cy="310896"/>
          </a:xfrm>
          <a:prstGeom prst="rect">
            <a:avLst/>
          </a:prstGeom>
          <a:noFill/>
          <a:ln/>
        </p:spPr>
        <p:txBody>
          <a:bodyPr wrap="square" lIns="0" tIns="0" rIns="0" bIns="0" rtlCol="0" anchor="t"/>
          <a:lstStyle/>
          <a:p>
            <a:pPr marL="0" indent="0">
              <a:lnSpc>
                <a:spcPct val="115000"/>
              </a:lnSpc>
              <a:buNone/>
            </a:pPr>
            <a:r>
              <a:rPr lang="en-US" sz="1200" b="1" dirty="0">
                <a:solidFill>
                  <a:srgbClr val="111827"/>
                </a:solidFill>
                <a:latin typeface="Pretendard" pitchFamily="34" charset="0"/>
                <a:ea typeface="Pretendard" pitchFamily="34" charset="-122"/>
                <a:cs typeface="Pretendard" pitchFamily="34" charset="-120"/>
              </a:rPr>
              <a:t>입력과 출력</a:t>
            </a:r>
            <a:endParaRPr lang="en-US" sz="1200" dirty="0"/>
          </a:p>
        </p:txBody>
      </p:sp>
      <p:sp>
        <p:nvSpPr>
          <p:cNvPr id="19" name="Text 17">
            <a:extLst>
              <a:ext uri="{C183D7F6-B498-43B3-948B-1728B52AA6E4}">
                <adec:decorative xmlns:adec="http://schemas.microsoft.com/office/drawing/2017/decorative" val="1"/>
              </a:ext>
            </a:extLst>
          </p:cNvPr>
          <p:cNvSpPr/>
          <p:nvPr/>
        </p:nvSpPr>
        <p:spPr>
          <a:xfrm>
            <a:off x="2350008" y="3200400"/>
            <a:ext cx="1207008" cy="548640"/>
          </a:xfrm>
          <a:prstGeom prst="rect">
            <a:avLst/>
          </a:prstGeom>
          <a:noFill/>
          <a:ln/>
        </p:spPr>
        <p:txBody>
          <a:bodyPr wrap="square" lIns="0" tIns="0" rIns="0" bIns="0" rtlCol="0" anchor="t"/>
          <a:lstStyle/>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트리거 입력과 응답</a:t>
            </a:r>
            <a:endParaRPr lang="en-US" sz="950" dirty="0"/>
          </a:p>
        </p:txBody>
      </p:sp>
      <p:sp>
        <p:nvSpPr>
          <p:cNvPr id="20" name="objective card">
            <a:extLst>
              <a:ext uri="{C183D7F6-B498-43B3-948B-1728B52AA6E4}">
                <adec:decorative xmlns:adec="http://schemas.microsoft.com/office/drawing/2017/decorative" val="1"/>
              </a:ext>
            </a:extLst>
          </p:cNvPr>
          <p:cNvSpPr/>
          <p:nvPr/>
        </p:nvSpPr>
        <p:spPr>
          <a:xfrm>
            <a:off x="3785616" y="2377440"/>
            <a:ext cx="1572768" cy="1280160"/>
          </a:xfrm>
          <a:prstGeom prst="rect">
            <a:avLst/>
          </a:prstGeom>
          <a:solidFill>
            <a:srgbClr val="FFFFFF"/>
          </a:solidFill>
          <a:ln w="12700">
            <a:solidFill>
              <a:srgbClr val="E5E7EB"/>
            </a:solidFill>
            <a:prstDash val="solid"/>
          </a:ln>
        </p:spPr>
        <p:txBody>
          <a:bodyPr/>
          <a:lstStyle/>
          <a:p>
            <a:endParaRPr lang="en-US"/>
          </a:p>
        </p:txBody>
      </p:sp>
      <p:sp>
        <p:nvSpPr>
          <p:cNvPr id="21" name="card rule">
            <a:extLst>
              <a:ext uri="{C183D7F6-B498-43B3-948B-1728B52AA6E4}">
                <adec:decorative xmlns:adec="http://schemas.microsoft.com/office/drawing/2017/decorative" val="1"/>
              </a:ext>
            </a:extLst>
          </p:cNvPr>
          <p:cNvSpPr/>
          <p:nvPr/>
        </p:nvSpPr>
        <p:spPr>
          <a:xfrm>
            <a:off x="3785616" y="2377440"/>
            <a:ext cx="1572768" cy="36576"/>
          </a:xfrm>
          <a:prstGeom prst="rect">
            <a:avLst/>
          </a:prstGeom>
          <a:solidFill>
            <a:srgbClr val="3B82F6"/>
          </a:solidFill>
          <a:ln w="12700">
            <a:solidFill>
              <a:srgbClr val="3B82F6"/>
            </a:solidFill>
            <a:prstDash val="solid"/>
          </a:ln>
        </p:spPr>
        <p:txBody>
          <a:bodyPr/>
          <a:lstStyle/>
          <a:p>
            <a:endParaRPr lang="en-US"/>
          </a:p>
        </p:txBody>
      </p:sp>
      <p:sp>
        <p:nvSpPr>
          <p:cNvPr id="22" name="Text 20">
            <a:extLst>
              <a:ext uri="{C183D7F6-B498-43B3-948B-1728B52AA6E4}">
                <adec:decorative xmlns:adec="http://schemas.microsoft.com/office/drawing/2017/decorative" val="1"/>
              </a:ext>
            </a:extLst>
          </p:cNvPr>
          <p:cNvSpPr/>
          <p:nvPr/>
        </p:nvSpPr>
        <p:spPr>
          <a:xfrm>
            <a:off x="3968496" y="2560320"/>
            <a:ext cx="1207008"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03</a:t>
            </a:r>
            <a:endParaRPr lang="en-US" sz="1300" dirty="0"/>
          </a:p>
        </p:txBody>
      </p:sp>
      <p:sp>
        <p:nvSpPr>
          <p:cNvPr id="23" name="Text 21">
            <a:extLst>
              <a:ext uri="{C183D7F6-B498-43B3-948B-1728B52AA6E4}">
                <adec:decorative xmlns:adec="http://schemas.microsoft.com/office/drawing/2017/decorative" val="1"/>
              </a:ext>
            </a:extLst>
          </p:cNvPr>
          <p:cNvSpPr/>
          <p:nvPr/>
        </p:nvSpPr>
        <p:spPr>
          <a:xfrm>
            <a:off x="3968496" y="2843784"/>
            <a:ext cx="1207008" cy="310896"/>
          </a:xfrm>
          <a:prstGeom prst="rect">
            <a:avLst/>
          </a:prstGeom>
          <a:noFill/>
          <a:ln/>
        </p:spPr>
        <p:txBody>
          <a:bodyPr wrap="square" lIns="0" tIns="0" rIns="0" bIns="0" rtlCol="0" anchor="t"/>
          <a:lstStyle/>
          <a:p>
            <a:pPr marL="0" indent="0">
              <a:lnSpc>
                <a:spcPct val="115000"/>
              </a:lnSpc>
              <a:buNone/>
            </a:pPr>
            <a:r>
              <a:rPr lang="en-US" sz="1200" b="1" dirty="0">
                <a:solidFill>
                  <a:srgbClr val="111827"/>
                </a:solidFill>
                <a:latin typeface="Pretendard" pitchFamily="34" charset="0"/>
                <a:ea typeface="Pretendard" pitchFamily="34" charset="-122"/>
                <a:cs typeface="Pretendard" pitchFamily="34" charset="-120"/>
              </a:rPr>
              <a:t>커넥터 액션</a:t>
            </a:r>
            <a:endParaRPr lang="en-US" sz="1200" dirty="0"/>
          </a:p>
        </p:txBody>
      </p:sp>
      <p:sp>
        <p:nvSpPr>
          <p:cNvPr id="24" name="Text 22">
            <a:extLst>
              <a:ext uri="{C183D7F6-B498-43B3-948B-1728B52AA6E4}">
                <adec:decorative xmlns:adec="http://schemas.microsoft.com/office/drawing/2017/decorative" val="1"/>
              </a:ext>
            </a:extLst>
          </p:cNvPr>
          <p:cNvSpPr/>
          <p:nvPr/>
        </p:nvSpPr>
        <p:spPr>
          <a:xfrm>
            <a:off x="3968496" y="3200400"/>
            <a:ext cx="1207008" cy="548640"/>
          </a:xfrm>
          <a:prstGeom prst="rect">
            <a:avLst/>
          </a:prstGeom>
          <a:noFill/>
          <a:ln/>
        </p:spPr>
        <p:txBody>
          <a:bodyPr wrap="square" lIns="0" tIns="0" rIns="0" bIns="0" rtlCol="0" anchor="t"/>
          <a:lstStyle/>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SharePoint와 Outlook 추가</a:t>
            </a:r>
            <a:endParaRPr lang="en-US" sz="950" dirty="0"/>
          </a:p>
        </p:txBody>
      </p:sp>
      <p:sp>
        <p:nvSpPr>
          <p:cNvPr id="25" name="objective card">
            <a:extLst>
              <a:ext uri="{C183D7F6-B498-43B3-948B-1728B52AA6E4}">
                <adec:decorative xmlns:adec="http://schemas.microsoft.com/office/drawing/2017/decorative" val="1"/>
              </a:ext>
            </a:extLst>
          </p:cNvPr>
          <p:cNvSpPr/>
          <p:nvPr/>
        </p:nvSpPr>
        <p:spPr>
          <a:xfrm>
            <a:off x="5404104" y="2377440"/>
            <a:ext cx="1572768" cy="1280160"/>
          </a:xfrm>
          <a:prstGeom prst="rect">
            <a:avLst/>
          </a:prstGeom>
          <a:solidFill>
            <a:srgbClr val="FFFFFF"/>
          </a:solidFill>
          <a:ln w="12700">
            <a:solidFill>
              <a:srgbClr val="E5E7EB"/>
            </a:solidFill>
            <a:prstDash val="solid"/>
          </a:ln>
        </p:spPr>
        <p:txBody>
          <a:bodyPr/>
          <a:lstStyle/>
          <a:p>
            <a:endParaRPr lang="ko-KR" altLang="en-US"/>
          </a:p>
        </p:txBody>
      </p:sp>
      <p:sp>
        <p:nvSpPr>
          <p:cNvPr id="26" name="card rule">
            <a:extLst>
              <a:ext uri="{C183D7F6-B498-43B3-948B-1728B52AA6E4}">
                <adec:decorative xmlns:adec="http://schemas.microsoft.com/office/drawing/2017/decorative" val="1"/>
              </a:ext>
            </a:extLst>
          </p:cNvPr>
          <p:cNvSpPr/>
          <p:nvPr/>
        </p:nvSpPr>
        <p:spPr>
          <a:xfrm>
            <a:off x="5404104" y="2377440"/>
            <a:ext cx="1572768" cy="36576"/>
          </a:xfrm>
          <a:prstGeom prst="rect">
            <a:avLst/>
          </a:prstGeom>
          <a:solidFill>
            <a:srgbClr val="3B82F6"/>
          </a:solidFill>
          <a:ln w="12700">
            <a:solidFill>
              <a:srgbClr val="3B82F6"/>
            </a:solidFill>
            <a:prstDash val="solid"/>
          </a:ln>
        </p:spPr>
        <p:txBody>
          <a:bodyPr/>
          <a:lstStyle/>
          <a:p>
            <a:endParaRPr lang="ko-KR" altLang="en-US"/>
          </a:p>
        </p:txBody>
      </p:sp>
      <p:sp>
        <p:nvSpPr>
          <p:cNvPr id="27" name="Text 25"/>
          <p:cNvSpPr/>
          <p:nvPr/>
        </p:nvSpPr>
        <p:spPr>
          <a:xfrm>
            <a:off x="5586984" y="2560320"/>
            <a:ext cx="1207008"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04</a:t>
            </a:r>
            <a:endParaRPr lang="en-US" sz="1300" dirty="0"/>
          </a:p>
        </p:txBody>
      </p:sp>
      <p:sp>
        <p:nvSpPr>
          <p:cNvPr id="28" name="Text 26"/>
          <p:cNvSpPr/>
          <p:nvPr/>
        </p:nvSpPr>
        <p:spPr>
          <a:xfrm>
            <a:off x="5586984" y="2843784"/>
            <a:ext cx="1207008" cy="310896"/>
          </a:xfrm>
          <a:prstGeom prst="rect">
            <a:avLst/>
          </a:prstGeom>
          <a:noFill/>
          <a:ln/>
        </p:spPr>
        <p:txBody>
          <a:bodyPr wrap="square" lIns="0" tIns="0" rIns="0" bIns="0" rtlCol="0" anchor="t"/>
          <a:lstStyle/>
          <a:p>
            <a:pPr marL="0" indent="0">
              <a:lnSpc>
                <a:spcPct val="115000"/>
              </a:lnSpc>
              <a:buNone/>
            </a:pPr>
            <a:r>
              <a:rPr lang="en-US" sz="1200" b="1" dirty="0">
                <a:solidFill>
                  <a:srgbClr val="111827"/>
                </a:solidFill>
                <a:latin typeface="Pretendard" pitchFamily="34" charset="0"/>
                <a:ea typeface="Pretendard" pitchFamily="34" charset="-122"/>
                <a:cs typeface="Pretendard" pitchFamily="34" charset="-120"/>
              </a:rPr>
              <a:t>동적 콘텐츠</a:t>
            </a:r>
            <a:endParaRPr lang="en-US" sz="1200" dirty="0"/>
          </a:p>
        </p:txBody>
      </p:sp>
      <p:sp>
        <p:nvSpPr>
          <p:cNvPr id="29" name="Text 27"/>
          <p:cNvSpPr/>
          <p:nvPr/>
        </p:nvSpPr>
        <p:spPr>
          <a:xfrm>
            <a:off x="5586984" y="3200400"/>
            <a:ext cx="1207008" cy="548640"/>
          </a:xfrm>
          <a:prstGeom prst="rect">
            <a:avLst/>
          </a:prstGeom>
          <a:noFill/>
          <a:ln/>
        </p:spPr>
        <p:txBody>
          <a:bodyPr wrap="square" lIns="0" tIns="0" rIns="0" bIns="0" rtlCol="0" anchor="t"/>
          <a:lstStyle/>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노드 간에 값 전달</a:t>
            </a:r>
            <a:endParaRPr lang="en-US" sz="950" dirty="0"/>
          </a:p>
        </p:txBody>
      </p:sp>
      <p:sp>
        <p:nvSpPr>
          <p:cNvPr id="30" name="objective card">
            <a:extLst>
              <a:ext uri="{C183D7F6-B498-43B3-948B-1728B52AA6E4}">
                <adec:decorative xmlns:adec="http://schemas.microsoft.com/office/drawing/2017/decorative" val="1"/>
              </a:ext>
            </a:extLst>
          </p:cNvPr>
          <p:cNvSpPr/>
          <p:nvPr/>
        </p:nvSpPr>
        <p:spPr>
          <a:xfrm>
            <a:off x="7022592" y="2377440"/>
            <a:ext cx="1572768" cy="1280160"/>
          </a:xfrm>
          <a:prstGeom prst="rect">
            <a:avLst/>
          </a:prstGeom>
          <a:solidFill>
            <a:srgbClr val="FFFFFF"/>
          </a:solidFill>
          <a:ln w="12700">
            <a:solidFill>
              <a:srgbClr val="E5E7EB"/>
            </a:solidFill>
            <a:prstDash val="solid"/>
          </a:ln>
        </p:spPr>
        <p:txBody>
          <a:bodyPr/>
          <a:lstStyle/>
          <a:p>
            <a:endParaRPr lang="ko-KR" altLang="en-US"/>
          </a:p>
        </p:txBody>
      </p:sp>
      <p:sp>
        <p:nvSpPr>
          <p:cNvPr id="31" name="card rule">
            <a:extLst>
              <a:ext uri="{C183D7F6-B498-43B3-948B-1728B52AA6E4}">
                <adec:decorative xmlns:adec="http://schemas.microsoft.com/office/drawing/2017/decorative" val="1"/>
              </a:ext>
            </a:extLst>
          </p:cNvPr>
          <p:cNvSpPr/>
          <p:nvPr/>
        </p:nvSpPr>
        <p:spPr>
          <a:xfrm>
            <a:off x="7022592" y="2377440"/>
            <a:ext cx="1572768" cy="36576"/>
          </a:xfrm>
          <a:prstGeom prst="rect">
            <a:avLst/>
          </a:prstGeom>
          <a:solidFill>
            <a:srgbClr val="3B82F6"/>
          </a:solidFill>
          <a:ln w="12700">
            <a:solidFill>
              <a:srgbClr val="3B82F6"/>
            </a:solidFill>
            <a:prstDash val="solid"/>
          </a:ln>
        </p:spPr>
        <p:txBody>
          <a:bodyPr/>
          <a:lstStyle/>
          <a:p>
            <a:endParaRPr lang="ko-KR" altLang="en-US"/>
          </a:p>
        </p:txBody>
      </p:sp>
      <p:sp>
        <p:nvSpPr>
          <p:cNvPr id="32" name="Text 30"/>
          <p:cNvSpPr/>
          <p:nvPr/>
        </p:nvSpPr>
        <p:spPr>
          <a:xfrm>
            <a:off x="7205472" y="2560320"/>
            <a:ext cx="1207008"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05</a:t>
            </a:r>
            <a:endParaRPr lang="en-US" sz="1300" dirty="0"/>
          </a:p>
        </p:txBody>
      </p:sp>
      <p:sp>
        <p:nvSpPr>
          <p:cNvPr id="33" name="Text 31"/>
          <p:cNvSpPr/>
          <p:nvPr/>
        </p:nvSpPr>
        <p:spPr>
          <a:xfrm>
            <a:off x="7205472" y="2843784"/>
            <a:ext cx="1207008" cy="310896"/>
          </a:xfrm>
          <a:prstGeom prst="rect">
            <a:avLst/>
          </a:prstGeom>
          <a:noFill/>
          <a:ln/>
        </p:spPr>
        <p:txBody>
          <a:bodyPr wrap="square" lIns="0" tIns="0" rIns="0" bIns="0" rtlCol="0" anchor="t"/>
          <a:lstStyle/>
          <a:p>
            <a:pPr marL="0" indent="0">
              <a:lnSpc>
                <a:spcPct val="115000"/>
              </a:lnSpc>
              <a:buNone/>
            </a:pPr>
            <a:r>
              <a:rPr lang="en-US" sz="1200" b="1" dirty="0">
                <a:solidFill>
                  <a:srgbClr val="111827"/>
                </a:solidFill>
                <a:latin typeface="Pretendard" pitchFamily="34" charset="0"/>
                <a:ea typeface="Pretendard" pitchFamily="34" charset="-122"/>
                <a:cs typeface="Pretendard" pitchFamily="34" charset="-120"/>
              </a:rPr>
              <a:t>게시와 테스트</a:t>
            </a:r>
            <a:endParaRPr lang="en-US" sz="1200" dirty="0"/>
          </a:p>
        </p:txBody>
      </p:sp>
      <p:sp>
        <p:nvSpPr>
          <p:cNvPr id="34" name="Text 32"/>
          <p:cNvSpPr/>
          <p:nvPr/>
        </p:nvSpPr>
        <p:spPr>
          <a:xfrm>
            <a:off x="7205472" y="3200400"/>
            <a:ext cx="1207008" cy="548640"/>
          </a:xfrm>
          <a:prstGeom prst="rect">
            <a:avLst/>
          </a:prstGeom>
          <a:noFill/>
          <a:ln/>
        </p:spPr>
        <p:txBody>
          <a:bodyPr wrap="square" lIns="0" tIns="0" rIns="0" bIns="0" rtlCol="0" anchor="t"/>
          <a:lstStyle/>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도구로 추가해 엔드투엔드</a:t>
            </a:r>
            <a:endParaRPr lang="en-US" sz="9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핵심 개념</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Workflows란 무엇인가</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ko-KR" alt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07  ·  정의와 이점</a:t>
            </a:r>
            <a:endParaRPr lang="en-US" sz="950" dirty="0"/>
          </a:p>
        </p:txBody>
      </p:sp>
      <p:sp>
        <p:nvSpPr>
          <p:cNvPr id="7" name="key message band">
            <a:extLst>
              <a:ext uri="{C183D7F6-B498-43B3-948B-1728B52AA6E4}">
                <adec:decorative xmlns:adec="http://schemas.microsoft.com/office/drawing/2017/decorative" val="1"/>
              </a:ext>
            </a:extLst>
          </p:cNvPr>
          <p:cNvSpPr/>
          <p:nvPr/>
        </p:nvSpPr>
        <p:spPr>
          <a:xfrm>
            <a:off x="548640" y="1417320"/>
            <a:ext cx="8046720" cy="566928"/>
          </a:xfrm>
          <a:prstGeom prst="rect">
            <a:avLst/>
          </a:prstGeom>
          <a:solidFill>
            <a:srgbClr val="F3F5F9"/>
          </a:solidFill>
          <a:ln w="12700">
            <a:solidFill>
              <a:srgbClr val="F3F5F9"/>
            </a:solidFill>
            <a:prstDash val="solid"/>
          </a:ln>
        </p:spPr>
        <p:txBody>
          <a:bodyPr/>
          <a:lstStyle/>
          <a:p>
            <a:endParaRPr lang="ko-KR" altLang="en-US"/>
          </a:p>
        </p:txBody>
      </p:sp>
      <p:sp>
        <p:nvSpPr>
          <p:cNvPr id="8" name="accent bar">
            <a:extLst>
              <a:ext uri="{C183D7F6-B498-43B3-948B-1728B52AA6E4}">
                <adec:decorative xmlns:adec="http://schemas.microsoft.com/office/drawing/2017/decorative" val="1"/>
              </a:ext>
            </a:extLst>
          </p:cNvPr>
          <p:cNvSpPr/>
          <p:nvPr/>
        </p:nvSpPr>
        <p:spPr>
          <a:xfrm>
            <a:off x="548640" y="1417320"/>
            <a:ext cx="50292" cy="566928"/>
          </a:xfrm>
          <a:prstGeom prst="rect">
            <a:avLst/>
          </a:prstGeom>
          <a:solidFill>
            <a:srgbClr val="1D4ED8"/>
          </a:solidFill>
          <a:ln w="12700">
            <a:solidFill>
              <a:srgbClr val="1D4ED8"/>
            </a:solidFill>
            <a:prstDash val="solid"/>
          </a:ln>
        </p:spPr>
        <p:txBody>
          <a:bodyPr/>
          <a:lstStyle/>
          <a:p>
            <a:endParaRPr lang="ko-KR" altLang="en-US"/>
          </a:p>
        </p:txBody>
      </p:sp>
      <p:sp>
        <p:nvSpPr>
          <p:cNvPr id="9" name="Text 7"/>
          <p:cNvSpPr/>
          <p:nvPr/>
        </p:nvSpPr>
        <p:spPr>
          <a:xfrm>
            <a:off x="749808" y="1417320"/>
            <a:ext cx="7680960" cy="566928"/>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에이전트는 똑똑한 의사결정자, 워크플로는 신뢰할 수 있는 실행자입니다.</a:t>
            </a:r>
            <a:endParaRPr lang="en-US" sz="1350" dirty="0"/>
          </a:p>
        </p:txBody>
      </p:sp>
      <p:sp>
        <p:nvSpPr>
          <p:cNvPr id="10" name="point card">
            <a:extLst>
              <a:ext uri="{C183D7F6-B498-43B3-948B-1728B52AA6E4}">
                <adec:decorative xmlns:adec="http://schemas.microsoft.com/office/drawing/2017/decorative" val="1"/>
              </a:ext>
            </a:extLst>
          </p:cNvPr>
          <p:cNvSpPr/>
          <p:nvPr/>
        </p:nvSpPr>
        <p:spPr>
          <a:xfrm>
            <a:off x="548640" y="2286000"/>
            <a:ext cx="5120640" cy="475488"/>
          </a:xfrm>
          <a:prstGeom prst="rect">
            <a:avLst/>
          </a:prstGeom>
          <a:solidFill>
            <a:srgbClr val="FFFFFF"/>
          </a:solidFill>
          <a:ln w="12700">
            <a:solidFill>
              <a:srgbClr val="E5E7EB"/>
            </a:solidFill>
            <a:prstDash val="solid"/>
          </a:ln>
        </p:spPr>
        <p:txBody>
          <a:bodyPr/>
          <a:lstStyle/>
          <a:p>
            <a:endParaRPr lang="en-US"/>
          </a:p>
        </p:txBody>
      </p:sp>
      <p:sp>
        <p:nvSpPr>
          <p:cNvPr id="11" name="point accent">
            <a:extLst>
              <a:ext uri="{C183D7F6-B498-43B3-948B-1728B52AA6E4}">
                <adec:decorative xmlns:adec="http://schemas.microsoft.com/office/drawing/2017/decorative" val="1"/>
              </a:ext>
            </a:extLst>
          </p:cNvPr>
          <p:cNvSpPr/>
          <p:nvPr/>
        </p:nvSpPr>
        <p:spPr>
          <a:xfrm>
            <a:off x="548640" y="2286000"/>
            <a:ext cx="45720" cy="475488"/>
          </a:xfrm>
          <a:prstGeom prst="rect">
            <a:avLst/>
          </a:prstGeom>
          <a:solidFill>
            <a:srgbClr val="3B82F6"/>
          </a:solidFill>
          <a:ln w="12700">
            <a:solidFill>
              <a:srgbClr val="3B82F6"/>
            </a:solidFill>
            <a:prstDash val="solid"/>
          </a:ln>
        </p:spPr>
        <p:txBody>
          <a:bodyPr/>
          <a:lstStyle/>
          <a:p>
            <a:endParaRPr lang="ko-KR" altLang="en-US"/>
          </a:p>
        </p:txBody>
      </p:sp>
      <p:sp>
        <p:nvSpPr>
          <p:cNvPr id="12" name="Text 10"/>
          <p:cNvSpPr/>
          <p:nvPr/>
        </p:nvSpPr>
        <p:spPr>
          <a:xfrm>
            <a:off x="777240" y="2286000"/>
            <a:ext cx="4800600" cy="475488"/>
          </a:xfrm>
          <a:prstGeom prst="rect">
            <a:avLst/>
          </a:prstGeom>
          <a:noFill/>
          <a:ln/>
        </p:spPr>
        <p:txBody>
          <a:bodyPr wrap="square" lIns="0" tIns="0" rIns="0" bIns="0" rtlCol="0" anchor="ctr"/>
          <a:lstStyle/>
          <a:p>
            <a:pPr marL="0" indent="0">
              <a:buNone/>
            </a:pPr>
            <a:r>
              <a:rPr lang="en-US" sz="1100" b="1" dirty="0">
                <a:solidFill>
                  <a:srgbClr val="1D4ED8"/>
                </a:solidFill>
                <a:latin typeface="Pretendard" pitchFamily="34" charset="0"/>
                <a:ea typeface="Pretendard" pitchFamily="34" charset="-122"/>
                <a:cs typeface="Pretendard" pitchFamily="34" charset="-120"/>
              </a:rPr>
              <a:t>재사용 가능     </a:t>
            </a:r>
            <a:r>
              <a:rPr lang="en-US" sz="1050" dirty="0">
                <a:solidFill>
                  <a:srgbClr val="111827"/>
                </a:solidFill>
                <a:latin typeface="Pretendard" pitchFamily="34" charset="0"/>
                <a:ea typeface="Pretendard" pitchFamily="34" charset="-122"/>
                <a:cs typeface="Pretendard" pitchFamily="34" charset="-120"/>
              </a:rPr>
              <a:t>한 번 만들고 여러 에이전트에 연결</a:t>
            </a:r>
            <a:endParaRPr lang="en-US" sz="1100" dirty="0"/>
          </a:p>
        </p:txBody>
      </p:sp>
      <p:sp>
        <p:nvSpPr>
          <p:cNvPr id="13" name="point card">
            <a:extLst>
              <a:ext uri="{C183D7F6-B498-43B3-948B-1728B52AA6E4}">
                <adec:decorative xmlns:adec="http://schemas.microsoft.com/office/drawing/2017/decorative" val="1"/>
              </a:ext>
            </a:extLst>
          </p:cNvPr>
          <p:cNvSpPr/>
          <p:nvPr/>
        </p:nvSpPr>
        <p:spPr>
          <a:xfrm>
            <a:off x="548640" y="2834640"/>
            <a:ext cx="5120640" cy="475488"/>
          </a:xfrm>
          <a:prstGeom prst="rect">
            <a:avLst/>
          </a:prstGeom>
          <a:solidFill>
            <a:srgbClr val="FFFFFF"/>
          </a:solidFill>
          <a:ln w="12700">
            <a:solidFill>
              <a:srgbClr val="E5E7EB"/>
            </a:solidFill>
            <a:prstDash val="solid"/>
          </a:ln>
        </p:spPr>
        <p:txBody>
          <a:bodyPr/>
          <a:lstStyle/>
          <a:p>
            <a:endParaRPr lang="en-US"/>
          </a:p>
        </p:txBody>
      </p:sp>
      <p:sp>
        <p:nvSpPr>
          <p:cNvPr id="14" name="point accent">
            <a:extLst>
              <a:ext uri="{C183D7F6-B498-43B3-948B-1728B52AA6E4}">
                <adec:decorative xmlns:adec="http://schemas.microsoft.com/office/drawing/2017/decorative" val="1"/>
              </a:ext>
            </a:extLst>
          </p:cNvPr>
          <p:cNvSpPr/>
          <p:nvPr/>
        </p:nvSpPr>
        <p:spPr>
          <a:xfrm>
            <a:off x="548640" y="2834640"/>
            <a:ext cx="45720" cy="475488"/>
          </a:xfrm>
          <a:prstGeom prst="rect">
            <a:avLst/>
          </a:prstGeom>
          <a:solidFill>
            <a:srgbClr val="3B82F6"/>
          </a:solidFill>
          <a:ln w="12700">
            <a:solidFill>
              <a:srgbClr val="3B82F6"/>
            </a:solidFill>
            <a:prstDash val="solid"/>
          </a:ln>
        </p:spPr>
        <p:txBody>
          <a:bodyPr/>
          <a:lstStyle/>
          <a:p>
            <a:endParaRPr lang="en-US"/>
          </a:p>
        </p:txBody>
      </p:sp>
      <p:sp>
        <p:nvSpPr>
          <p:cNvPr id="15" name="Text 13">
            <a:extLst>
              <a:ext uri="{C183D7F6-B498-43B3-948B-1728B52AA6E4}">
                <adec:decorative xmlns:adec="http://schemas.microsoft.com/office/drawing/2017/decorative" val="1"/>
              </a:ext>
            </a:extLst>
          </p:cNvPr>
          <p:cNvSpPr/>
          <p:nvPr/>
        </p:nvSpPr>
        <p:spPr>
          <a:xfrm>
            <a:off x="777240" y="2834640"/>
            <a:ext cx="4800600" cy="475488"/>
          </a:xfrm>
          <a:prstGeom prst="rect">
            <a:avLst/>
          </a:prstGeom>
          <a:noFill/>
          <a:ln/>
        </p:spPr>
        <p:txBody>
          <a:bodyPr wrap="square" lIns="0" tIns="0" rIns="0" bIns="0" rtlCol="0" anchor="ctr"/>
          <a:lstStyle/>
          <a:p>
            <a:pPr marL="0" indent="0">
              <a:buNone/>
            </a:pPr>
            <a:r>
              <a:rPr lang="en-US" sz="1100" b="1" dirty="0">
                <a:solidFill>
                  <a:srgbClr val="1D4ED8"/>
                </a:solidFill>
                <a:latin typeface="Pretendard" pitchFamily="34" charset="0"/>
                <a:ea typeface="Pretendard" pitchFamily="34" charset="-122"/>
                <a:cs typeface="Pretendard" pitchFamily="34" charset="-120"/>
              </a:rPr>
              <a:t>연결성     </a:t>
            </a:r>
            <a:r>
              <a:rPr lang="en-US" sz="1050" dirty="0">
                <a:solidFill>
                  <a:srgbClr val="111827"/>
                </a:solidFill>
                <a:latin typeface="Pretendard" pitchFamily="34" charset="0"/>
                <a:ea typeface="Pretendard" pitchFamily="34" charset="-122"/>
                <a:cs typeface="Pretendard" pitchFamily="34" charset="-120"/>
              </a:rPr>
              <a:t>1,400개 이상의 커넥터와 커스텀 커넥터</a:t>
            </a:r>
            <a:endParaRPr lang="en-US" sz="1100" dirty="0"/>
          </a:p>
        </p:txBody>
      </p:sp>
      <p:sp>
        <p:nvSpPr>
          <p:cNvPr id="16" name="point card">
            <a:extLst>
              <a:ext uri="{C183D7F6-B498-43B3-948B-1728B52AA6E4}">
                <adec:decorative xmlns:adec="http://schemas.microsoft.com/office/drawing/2017/decorative" val="1"/>
              </a:ext>
            </a:extLst>
          </p:cNvPr>
          <p:cNvSpPr/>
          <p:nvPr/>
        </p:nvSpPr>
        <p:spPr>
          <a:xfrm>
            <a:off x="548640" y="3383280"/>
            <a:ext cx="5120640" cy="475488"/>
          </a:xfrm>
          <a:prstGeom prst="rect">
            <a:avLst/>
          </a:prstGeom>
          <a:solidFill>
            <a:srgbClr val="FFFFFF"/>
          </a:solidFill>
          <a:ln w="12700">
            <a:solidFill>
              <a:srgbClr val="E5E7EB"/>
            </a:solidFill>
            <a:prstDash val="solid"/>
          </a:ln>
        </p:spPr>
        <p:txBody>
          <a:bodyPr/>
          <a:lstStyle/>
          <a:p>
            <a:endParaRPr lang="en-US"/>
          </a:p>
        </p:txBody>
      </p:sp>
      <p:sp>
        <p:nvSpPr>
          <p:cNvPr id="17" name="point accent">
            <a:extLst>
              <a:ext uri="{C183D7F6-B498-43B3-948B-1728B52AA6E4}">
                <adec:decorative xmlns:adec="http://schemas.microsoft.com/office/drawing/2017/decorative" val="1"/>
              </a:ext>
            </a:extLst>
          </p:cNvPr>
          <p:cNvSpPr/>
          <p:nvPr/>
        </p:nvSpPr>
        <p:spPr>
          <a:xfrm>
            <a:off x="548640" y="3383280"/>
            <a:ext cx="45720" cy="475488"/>
          </a:xfrm>
          <a:prstGeom prst="rect">
            <a:avLst/>
          </a:prstGeom>
          <a:solidFill>
            <a:srgbClr val="3B82F6"/>
          </a:solidFill>
          <a:ln w="12700">
            <a:solidFill>
              <a:srgbClr val="3B82F6"/>
            </a:solidFill>
            <a:prstDash val="solid"/>
          </a:ln>
        </p:spPr>
        <p:txBody>
          <a:bodyPr/>
          <a:lstStyle/>
          <a:p>
            <a:endParaRPr lang="en-US"/>
          </a:p>
        </p:txBody>
      </p:sp>
      <p:sp>
        <p:nvSpPr>
          <p:cNvPr id="18" name="Text 16"/>
          <p:cNvSpPr/>
          <p:nvPr/>
        </p:nvSpPr>
        <p:spPr>
          <a:xfrm>
            <a:off x="777240" y="3383280"/>
            <a:ext cx="4800600" cy="475488"/>
          </a:xfrm>
          <a:prstGeom prst="rect">
            <a:avLst/>
          </a:prstGeom>
          <a:noFill/>
          <a:ln/>
        </p:spPr>
        <p:txBody>
          <a:bodyPr wrap="square" lIns="0" tIns="0" rIns="0" bIns="0" rtlCol="0" anchor="ctr"/>
          <a:lstStyle/>
          <a:p>
            <a:pPr marL="0" indent="0">
              <a:buNone/>
            </a:pPr>
            <a:r>
              <a:rPr lang="en-US" sz="1100" b="1" dirty="0">
                <a:solidFill>
                  <a:srgbClr val="1D4ED8"/>
                </a:solidFill>
                <a:latin typeface="Pretendard" pitchFamily="34" charset="0"/>
                <a:ea typeface="Pretendard" pitchFamily="34" charset="-122"/>
                <a:cs typeface="Pretendard" pitchFamily="34" charset="-120"/>
              </a:rPr>
              <a:t>긴밀한 통합     </a:t>
            </a:r>
            <a:r>
              <a:rPr lang="en-US" sz="1050" dirty="0">
                <a:solidFill>
                  <a:srgbClr val="111827"/>
                </a:solidFill>
                <a:latin typeface="Pretendard" pitchFamily="34" charset="0"/>
                <a:ea typeface="Pretendard" pitchFamily="34" charset="-122"/>
                <a:cs typeface="Pretendard" pitchFamily="34" charset="-120"/>
              </a:rPr>
              <a:t>대화 중 호출하고 출력을 응답에 활용</a:t>
            </a:r>
            <a:endParaRPr lang="en-US" sz="1100" dirty="0"/>
          </a:p>
        </p:txBody>
      </p:sp>
      <p:sp>
        <p:nvSpPr>
          <p:cNvPr id="19" name="point card">
            <a:extLst>
              <a:ext uri="{C183D7F6-B498-43B3-948B-1728B52AA6E4}">
                <adec:decorative xmlns:adec="http://schemas.microsoft.com/office/drawing/2017/decorative" val="1"/>
              </a:ext>
            </a:extLst>
          </p:cNvPr>
          <p:cNvSpPr/>
          <p:nvPr/>
        </p:nvSpPr>
        <p:spPr>
          <a:xfrm>
            <a:off x="548640" y="3931920"/>
            <a:ext cx="5120640" cy="475488"/>
          </a:xfrm>
          <a:prstGeom prst="rect">
            <a:avLst/>
          </a:prstGeom>
          <a:solidFill>
            <a:srgbClr val="FFFFFF"/>
          </a:solidFill>
          <a:ln w="12700">
            <a:solidFill>
              <a:srgbClr val="E5E7EB"/>
            </a:solidFill>
            <a:prstDash val="solid"/>
          </a:ln>
        </p:spPr>
        <p:txBody>
          <a:bodyPr/>
          <a:lstStyle/>
          <a:p>
            <a:endParaRPr lang="en-US"/>
          </a:p>
        </p:txBody>
      </p:sp>
      <p:sp>
        <p:nvSpPr>
          <p:cNvPr id="20" name="point accent">
            <a:extLst>
              <a:ext uri="{C183D7F6-B498-43B3-948B-1728B52AA6E4}">
                <adec:decorative xmlns:adec="http://schemas.microsoft.com/office/drawing/2017/decorative" val="1"/>
              </a:ext>
            </a:extLst>
          </p:cNvPr>
          <p:cNvSpPr/>
          <p:nvPr/>
        </p:nvSpPr>
        <p:spPr>
          <a:xfrm>
            <a:off x="548640" y="3931920"/>
            <a:ext cx="45720" cy="475488"/>
          </a:xfrm>
          <a:prstGeom prst="rect">
            <a:avLst/>
          </a:prstGeom>
          <a:solidFill>
            <a:srgbClr val="3B82F6"/>
          </a:solidFill>
          <a:ln w="12700">
            <a:solidFill>
              <a:srgbClr val="3B82F6"/>
            </a:solidFill>
            <a:prstDash val="solid"/>
          </a:ln>
        </p:spPr>
        <p:txBody>
          <a:bodyPr/>
          <a:lstStyle/>
          <a:p>
            <a:endParaRPr lang="en-US"/>
          </a:p>
        </p:txBody>
      </p:sp>
      <p:sp>
        <p:nvSpPr>
          <p:cNvPr id="21" name="Text 19">
            <a:extLst>
              <a:ext uri="{C183D7F6-B498-43B3-948B-1728B52AA6E4}">
                <adec:decorative xmlns:adec="http://schemas.microsoft.com/office/drawing/2017/decorative" val="1"/>
              </a:ext>
            </a:extLst>
          </p:cNvPr>
          <p:cNvSpPr/>
          <p:nvPr/>
        </p:nvSpPr>
        <p:spPr>
          <a:xfrm>
            <a:off x="777240" y="3931920"/>
            <a:ext cx="4800600" cy="475488"/>
          </a:xfrm>
          <a:prstGeom prst="rect">
            <a:avLst/>
          </a:prstGeom>
          <a:noFill/>
          <a:ln/>
        </p:spPr>
        <p:txBody>
          <a:bodyPr wrap="square" lIns="0" tIns="0" rIns="0" bIns="0" rtlCol="0" anchor="ctr"/>
          <a:lstStyle/>
          <a:p>
            <a:pPr marL="0" indent="0">
              <a:buNone/>
            </a:pPr>
            <a:r>
              <a:rPr lang="en-US" sz="1100" b="1" dirty="0">
                <a:solidFill>
                  <a:srgbClr val="1D4ED8"/>
                </a:solidFill>
                <a:latin typeface="Pretendard" pitchFamily="34" charset="0"/>
                <a:ea typeface="Pretendard" pitchFamily="34" charset="-122"/>
                <a:cs typeface="Pretendard" pitchFamily="34" charset="-120"/>
              </a:rPr>
              <a:t>올인원     </a:t>
            </a:r>
            <a:r>
              <a:rPr lang="en-US" sz="1050" dirty="0">
                <a:solidFill>
                  <a:srgbClr val="111827"/>
                </a:solidFill>
                <a:latin typeface="Pretendard" pitchFamily="34" charset="0"/>
                <a:ea typeface="Pretendard" pitchFamily="34" charset="-122"/>
                <a:cs typeface="Pretendard" pitchFamily="34" charset="-120"/>
              </a:rPr>
              <a:t>설계 · 테스트 · 게시 · 모니터링을 한 곳에서</a:t>
            </a:r>
            <a:endParaRPr lang="en-US" sz="1100" dirty="0"/>
          </a:p>
        </p:txBody>
      </p:sp>
      <p:sp>
        <p:nvSpPr>
          <p:cNvPr id="22" name="compare panel">
            <a:extLst>
              <a:ext uri="{C183D7F6-B498-43B3-948B-1728B52AA6E4}">
                <adec:decorative xmlns:adec="http://schemas.microsoft.com/office/drawing/2017/decorative" val="1"/>
              </a:ext>
            </a:extLst>
          </p:cNvPr>
          <p:cNvSpPr/>
          <p:nvPr/>
        </p:nvSpPr>
        <p:spPr>
          <a:xfrm>
            <a:off x="5943600" y="2286000"/>
            <a:ext cx="2651760" cy="2212848"/>
          </a:xfrm>
          <a:prstGeom prst="rect">
            <a:avLst/>
          </a:prstGeom>
          <a:solidFill>
            <a:srgbClr val="F3F5F9"/>
          </a:solidFill>
          <a:ln w="12700">
            <a:solidFill>
              <a:srgbClr val="F3F5F9"/>
            </a:solidFill>
            <a:prstDash val="solid"/>
          </a:ln>
        </p:spPr>
        <p:txBody>
          <a:bodyPr/>
          <a:lstStyle/>
          <a:p>
            <a:endParaRPr lang="en-US"/>
          </a:p>
        </p:txBody>
      </p:sp>
      <p:sp>
        <p:nvSpPr>
          <p:cNvPr id="23" name="Text 21">
            <a:extLst>
              <a:ext uri="{C183D7F6-B498-43B3-948B-1728B52AA6E4}">
                <adec:decorative xmlns:adec="http://schemas.microsoft.com/office/drawing/2017/decorative" val="1"/>
              </a:ext>
            </a:extLst>
          </p:cNvPr>
          <p:cNvSpPr/>
          <p:nvPr/>
        </p:nvSpPr>
        <p:spPr>
          <a:xfrm>
            <a:off x="6172200" y="2487168"/>
            <a:ext cx="2194560" cy="256032"/>
          </a:xfrm>
          <a:prstGeom prst="rect">
            <a:avLst/>
          </a:prstGeom>
          <a:noFill/>
          <a:ln/>
        </p:spPr>
        <p:txBody>
          <a:bodyPr wrap="square" lIns="0" tIns="0" rIns="0" bIns="0" rtlCol="0" anchor="ctr"/>
          <a:lstStyle/>
          <a:p>
            <a:pPr marL="0" indent="0">
              <a:buNone/>
            </a:pPr>
            <a:r>
              <a:rPr lang="en-US" sz="1150" b="1" dirty="0">
                <a:solidFill>
                  <a:srgbClr val="1D4ED8"/>
                </a:solidFill>
                <a:latin typeface="Pretendard" pitchFamily="34" charset="0"/>
                <a:ea typeface="Pretendard" pitchFamily="34" charset="-122"/>
                <a:cs typeface="Pretendard" pitchFamily="34" charset="-120"/>
              </a:rPr>
              <a:t>무엇을 선택할까</a:t>
            </a:r>
            <a:endParaRPr lang="en-US" sz="1150" dirty="0"/>
          </a:p>
        </p:txBody>
      </p:sp>
      <p:sp>
        <p:nvSpPr>
          <p:cNvPr id="24" name="Text 22">
            <a:extLst>
              <a:ext uri="{C183D7F6-B498-43B3-948B-1728B52AA6E4}">
                <adec:decorative xmlns:adec="http://schemas.microsoft.com/office/drawing/2017/decorative" val="1"/>
              </a:ext>
            </a:extLst>
          </p:cNvPr>
          <p:cNvSpPr/>
          <p:nvPr/>
        </p:nvSpPr>
        <p:spPr>
          <a:xfrm>
            <a:off x="6172200" y="2816352"/>
            <a:ext cx="2194560" cy="1554480"/>
          </a:xfrm>
          <a:prstGeom prst="rect">
            <a:avLst/>
          </a:prstGeom>
          <a:noFill/>
          <a:ln/>
        </p:spPr>
        <p:txBody>
          <a:bodyPr wrap="square" lIns="0" tIns="0" rIns="0" bIns="0" rtlCol="0" anchor="t"/>
          <a:lstStyle/>
          <a:p>
            <a:pPr marL="0" indent="0">
              <a:lnSpc>
                <a:spcPct val="115000"/>
              </a:lnSpc>
              <a:buNone/>
            </a:pPr>
            <a:r>
              <a:rPr lang="en-US" sz="1000" dirty="0">
                <a:solidFill>
                  <a:srgbClr val="4B5563"/>
                </a:solidFill>
                <a:latin typeface="Pretendard" pitchFamily="34" charset="0"/>
                <a:ea typeface="Pretendard" pitchFamily="34" charset="-122"/>
                <a:cs typeface="Pretendard" pitchFamily="34" charset="-120"/>
              </a:rPr>
              <a:t>Workflows</a:t>
            </a:r>
            <a:endParaRPr lang="en-US" sz="1000" dirty="0"/>
          </a:p>
          <a:p>
            <a:pPr marL="0" indent="0">
              <a:lnSpc>
                <a:spcPct val="115000"/>
              </a:lnSpc>
              <a:buNone/>
            </a:pPr>
            <a:r>
              <a:rPr lang="en-US" sz="1000" dirty="0">
                <a:solidFill>
                  <a:srgbClr val="4B5563"/>
                </a:solidFill>
                <a:latin typeface="Pretendard" pitchFamily="34" charset="0"/>
                <a:ea typeface="Pretendard" pitchFamily="34" charset="-122"/>
                <a:cs typeface="Pretendard" pitchFamily="34" charset="-120"/>
              </a:rPr>
              <a:t>에이전트가 대화 중 호출하는</a:t>
            </a:r>
            <a:endParaRPr lang="en-US" sz="1000" dirty="0"/>
          </a:p>
          <a:p>
            <a:pPr marL="0" indent="0">
              <a:lnSpc>
                <a:spcPct val="115000"/>
              </a:lnSpc>
              <a:buNone/>
            </a:pPr>
            <a:r>
              <a:rPr lang="en-US" sz="1000" dirty="0">
                <a:solidFill>
                  <a:srgbClr val="4B5563"/>
                </a:solidFill>
                <a:latin typeface="Pretendard" pitchFamily="34" charset="0"/>
                <a:ea typeface="Pretendard" pitchFamily="34" charset="-122"/>
                <a:cs typeface="Pretendard" pitchFamily="34" charset="-120"/>
              </a:rPr>
              <a:t>작업을 자동화할 때</a:t>
            </a:r>
            <a:endParaRPr lang="en-US" sz="1000" dirty="0"/>
          </a:p>
          <a:p>
            <a:pPr marL="0" indent="0">
              <a:lnSpc>
                <a:spcPct val="115000"/>
              </a:lnSpc>
              <a:buNone/>
            </a:pPr>
            <a:endParaRPr lang="en-US" sz="1000" dirty="0"/>
          </a:p>
          <a:p>
            <a:pPr marL="0" indent="0">
              <a:lnSpc>
                <a:spcPct val="115000"/>
              </a:lnSpc>
              <a:buNone/>
            </a:pPr>
            <a:r>
              <a:rPr lang="en-US" sz="1000" dirty="0">
                <a:solidFill>
                  <a:srgbClr val="4B5563"/>
                </a:solidFill>
                <a:latin typeface="Pretendard" pitchFamily="34" charset="0"/>
                <a:ea typeface="Pretendard" pitchFamily="34" charset="-122"/>
                <a:cs typeface="Pretendard" pitchFamily="34" charset="-120"/>
              </a:rPr>
              <a:t>Power Automate</a:t>
            </a:r>
            <a:endParaRPr lang="en-US" sz="1000" dirty="0"/>
          </a:p>
          <a:p>
            <a:pPr marL="0" indent="0">
              <a:lnSpc>
                <a:spcPct val="115000"/>
              </a:lnSpc>
              <a:buNone/>
            </a:pPr>
            <a:r>
              <a:rPr lang="en-US" sz="1000" dirty="0">
                <a:solidFill>
                  <a:srgbClr val="4B5563"/>
                </a:solidFill>
                <a:latin typeface="Pretendard" pitchFamily="34" charset="0"/>
                <a:ea typeface="Pretendard" pitchFamily="34" charset="-122"/>
                <a:cs typeface="Pretendard" pitchFamily="34" charset="-120"/>
              </a:rPr>
              <a:t>에이전트와 무관하게 앱 전반을</a:t>
            </a:r>
            <a:endParaRPr lang="en-US" sz="1000" dirty="0"/>
          </a:p>
          <a:p>
            <a:pPr marL="0" indent="0">
              <a:lnSpc>
                <a:spcPct val="115000"/>
              </a:lnSpc>
              <a:buNone/>
            </a:pPr>
            <a:r>
              <a:rPr lang="en-US" sz="1000" dirty="0">
                <a:solidFill>
                  <a:srgbClr val="4B5563"/>
                </a:solidFill>
                <a:latin typeface="Pretendard" pitchFamily="34" charset="0"/>
                <a:ea typeface="Pretendard" pitchFamily="34" charset="-122"/>
                <a:cs typeface="Pretendard" pitchFamily="34" charset="-120"/>
              </a:rPr>
              <a:t>자동화하고 공유할 때</a:t>
            </a:r>
            <a:endParaRPr lang="en-US" sz="1000" dirty="0"/>
          </a:p>
          <a:p>
            <a:pPr marL="0" indent="0">
              <a:lnSpc>
                <a:spcPct val="115000"/>
              </a:lnSpc>
              <a:buNone/>
            </a:pPr>
            <a:r>
              <a:rPr lang="en-US" sz="1000" dirty="0">
                <a:solidFill>
                  <a:srgbClr val="4B5563"/>
                </a:solidFill>
                <a:latin typeface="Pretendard" pitchFamily="34" charset="0"/>
                <a:ea typeface="Pretendard" pitchFamily="34" charset="-122"/>
                <a:cs typeface="Pretendard" pitchFamily="34" charset="-120"/>
              </a:rPr>
              <a:t>(별도 라이선스 필요)</a:t>
            </a:r>
            <a:endParaRPr lang="en-US" sz="10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핵심 개념</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모든 워크플로는 트리거와 노드로 이루어집니다</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ko-KR" alt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07  ·  구성 요소</a:t>
            </a:r>
            <a:endParaRPr lang="en-US" sz="950" dirty="0"/>
          </a:p>
        </p:txBody>
      </p:sp>
      <p:sp>
        <p:nvSpPr>
          <p:cNvPr id="7" name="key message band">
            <a:extLst>
              <a:ext uri="{C183D7F6-B498-43B3-948B-1728B52AA6E4}">
                <adec:decorative xmlns:adec="http://schemas.microsoft.com/office/drawing/2017/decorative" val="1"/>
              </a:ext>
            </a:extLst>
          </p:cNvPr>
          <p:cNvSpPr/>
          <p:nvPr/>
        </p:nvSpPr>
        <p:spPr>
          <a:xfrm>
            <a:off x="548640" y="1417320"/>
            <a:ext cx="8046720" cy="566928"/>
          </a:xfrm>
          <a:prstGeom prst="rect">
            <a:avLst/>
          </a:prstGeom>
          <a:solidFill>
            <a:srgbClr val="F3F5F9"/>
          </a:solidFill>
          <a:ln w="12700">
            <a:solidFill>
              <a:srgbClr val="F3F5F9"/>
            </a:solidFill>
            <a:prstDash val="solid"/>
          </a:ln>
        </p:spPr>
        <p:txBody>
          <a:bodyPr/>
          <a:lstStyle/>
          <a:p>
            <a:endParaRPr lang="ko-KR" altLang="en-US"/>
          </a:p>
        </p:txBody>
      </p:sp>
      <p:sp>
        <p:nvSpPr>
          <p:cNvPr id="8" name="accent bar">
            <a:extLst>
              <a:ext uri="{C183D7F6-B498-43B3-948B-1728B52AA6E4}">
                <adec:decorative xmlns:adec="http://schemas.microsoft.com/office/drawing/2017/decorative" val="1"/>
              </a:ext>
            </a:extLst>
          </p:cNvPr>
          <p:cNvSpPr/>
          <p:nvPr/>
        </p:nvSpPr>
        <p:spPr>
          <a:xfrm>
            <a:off x="548640" y="1417320"/>
            <a:ext cx="50292" cy="566928"/>
          </a:xfrm>
          <a:prstGeom prst="rect">
            <a:avLst/>
          </a:prstGeom>
          <a:solidFill>
            <a:srgbClr val="1D4ED8"/>
          </a:solidFill>
          <a:ln w="12700">
            <a:solidFill>
              <a:srgbClr val="1D4ED8"/>
            </a:solidFill>
            <a:prstDash val="solid"/>
          </a:ln>
        </p:spPr>
        <p:txBody>
          <a:bodyPr/>
          <a:lstStyle/>
          <a:p>
            <a:endParaRPr lang="en-US"/>
          </a:p>
        </p:txBody>
      </p:sp>
      <p:sp>
        <p:nvSpPr>
          <p:cNvPr id="9" name="Text 7">
            <a:extLst>
              <a:ext uri="{C183D7F6-B498-43B3-948B-1728B52AA6E4}">
                <adec:decorative xmlns:adec="http://schemas.microsoft.com/office/drawing/2017/decorative" val="1"/>
              </a:ext>
            </a:extLst>
          </p:cNvPr>
          <p:cNvSpPr/>
          <p:nvPr/>
        </p:nvSpPr>
        <p:spPr>
          <a:xfrm>
            <a:off x="749808" y="1417320"/>
            <a:ext cx="7680960" cy="566928"/>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이번 랩의 트리거는 에이전트가 도구로 호출하는 유형입니다.</a:t>
            </a:r>
            <a:endParaRPr lang="en-US" sz="1350" dirty="0"/>
          </a:p>
        </p:txBody>
      </p:sp>
      <p:sp>
        <p:nvSpPr>
          <p:cNvPr id="10" name="Text 8">
            <a:extLst>
              <a:ext uri="{C183D7F6-B498-43B3-948B-1728B52AA6E4}">
                <adec:decorative xmlns:adec="http://schemas.microsoft.com/office/drawing/2017/decorative" val="1"/>
              </a:ext>
            </a:extLst>
          </p:cNvPr>
          <p:cNvSpPr/>
          <p:nvPr/>
        </p:nvSpPr>
        <p:spPr>
          <a:xfrm>
            <a:off x="548640" y="2157984"/>
            <a:ext cx="3931920" cy="237744"/>
          </a:xfrm>
          <a:prstGeom prst="rect">
            <a:avLst/>
          </a:prstGeom>
          <a:noFill/>
          <a:ln/>
        </p:spPr>
        <p:txBody>
          <a:bodyPr wrap="square" lIns="0" tIns="0" rIns="0" bIns="0" rtlCol="0" anchor="ctr"/>
          <a:lstStyle/>
          <a:p>
            <a:pPr marL="0" indent="0">
              <a:buNone/>
            </a:pPr>
            <a:r>
              <a:rPr lang="en-US" sz="1100" b="1" dirty="0">
                <a:solidFill>
                  <a:srgbClr val="1D4ED8"/>
                </a:solidFill>
                <a:latin typeface="Pretendard" pitchFamily="34" charset="0"/>
                <a:ea typeface="Pretendard" pitchFamily="34" charset="-122"/>
                <a:cs typeface="Pretendard" pitchFamily="34" charset="-120"/>
              </a:rPr>
              <a:t>트리거 · 워크플로를 시작하는 이벤트</a:t>
            </a:r>
            <a:endParaRPr lang="en-US" sz="1100" dirty="0"/>
          </a:p>
        </p:txBody>
      </p:sp>
      <p:sp>
        <p:nvSpPr>
          <p:cNvPr id="11" name="trigger row">
            <a:extLst>
              <a:ext uri="{C183D7F6-B498-43B3-948B-1728B52AA6E4}">
                <adec:decorative xmlns:adec="http://schemas.microsoft.com/office/drawing/2017/decorative" val="1"/>
              </a:ext>
            </a:extLst>
          </p:cNvPr>
          <p:cNvSpPr/>
          <p:nvPr/>
        </p:nvSpPr>
        <p:spPr>
          <a:xfrm>
            <a:off x="548640" y="2450592"/>
            <a:ext cx="3931920" cy="365760"/>
          </a:xfrm>
          <a:prstGeom prst="rect">
            <a:avLst/>
          </a:prstGeom>
          <a:solidFill>
            <a:srgbClr val="FFFFFF"/>
          </a:solidFill>
          <a:ln w="12700">
            <a:solidFill>
              <a:srgbClr val="E5E7EB"/>
            </a:solidFill>
            <a:prstDash val="solid"/>
          </a:ln>
        </p:spPr>
        <p:txBody>
          <a:bodyPr/>
          <a:lstStyle/>
          <a:p>
            <a:endParaRPr lang="ko-KR" altLang="en-US"/>
          </a:p>
        </p:txBody>
      </p:sp>
      <p:sp>
        <p:nvSpPr>
          <p:cNvPr id="12" name="Text 10"/>
          <p:cNvSpPr/>
          <p:nvPr/>
        </p:nvSpPr>
        <p:spPr>
          <a:xfrm>
            <a:off x="731520" y="2450592"/>
            <a:ext cx="3611880" cy="365760"/>
          </a:xfrm>
          <a:prstGeom prst="rect">
            <a:avLst/>
          </a:prstGeom>
          <a:noFill/>
          <a:ln/>
        </p:spPr>
        <p:txBody>
          <a:bodyPr wrap="square" lIns="0" tIns="0" rIns="0" bIns="0" rtlCol="0" anchor="ctr"/>
          <a:lstStyle/>
          <a:p>
            <a:pPr marL="0" indent="0">
              <a:buNone/>
            </a:pPr>
            <a:r>
              <a:rPr lang="en-US" sz="1000" b="1" dirty="0">
                <a:solidFill>
                  <a:srgbClr val="1D4ED8"/>
                </a:solidFill>
                <a:latin typeface="Pretendard" pitchFamily="34" charset="0"/>
                <a:ea typeface="Pretendard" pitchFamily="34" charset="-122"/>
                <a:cs typeface="Pretendard" pitchFamily="34" charset="-120"/>
              </a:rPr>
              <a:t>Manual     </a:t>
            </a:r>
            <a:r>
              <a:rPr lang="en-US" sz="950" dirty="0">
                <a:solidFill>
                  <a:srgbClr val="4B5563"/>
                </a:solidFill>
                <a:latin typeface="Pretendard" pitchFamily="34" charset="0"/>
                <a:ea typeface="Pretendard" pitchFamily="34" charset="-122"/>
                <a:cs typeface="Pretendard" pitchFamily="34" charset="-120"/>
              </a:rPr>
              <a:t>버튼을 클릭해 직접 실행</a:t>
            </a:r>
            <a:endParaRPr lang="en-US" sz="1000" dirty="0"/>
          </a:p>
        </p:txBody>
      </p:sp>
      <p:sp>
        <p:nvSpPr>
          <p:cNvPr id="13" name="trigger row">
            <a:extLst>
              <a:ext uri="{C183D7F6-B498-43B3-948B-1728B52AA6E4}">
                <adec:decorative xmlns:adec="http://schemas.microsoft.com/office/drawing/2017/decorative" val="1"/>
              </a:ext>
            </a:extLst>
          </p:cNvPr>
          <p:cNvSpPr/>
          <p:nvPr/>
        </p:nvSpPr>
        <p:spPr>
          <a:xfrm>
            <a:off x="548640" y="2880360"/>
            <a:ext cx="3931920" cy="365760"/>
          </a:xfrm>
          <a:prstGeom prst="rect">
            <a:avLst/>
          </a:prstGeom>
          <a:solidFill>
            <a:srgbClr val="FFFFFF"/>
          </a:solidFill>
          <a:ln w="12700">
            <a:solidFill>
              <a:srgbClr val="E5E7EB"/>
            </a:solidFill>
            <a:prstDash val="solid"/>
          </a:ln>
        </p:spPr>
        <p:txBody>
          <a:bodyPr/>
          <a:lstStyle/>
          <a:p>
            <a:endParaRPr lang="en-US"/>
          </a:p>
        </p:txBody>
      </p:sp>
      <p:sp>
        <p:nvSpPr>
          <p:cNvPr id="14" name="Text 12"/>
          <p:cNvSpPr/>
          <p:nvPr/>
        </p:nvSpPr>
        <p:spPr>
          <a:xfrm>
            <a:off x="731520" y="2880360"/>
            <a:ext cx="3611880" cy="365760"/>
          </a:xfrm>
          <a:prstGeom prst="rect">
            <a:avLst/>
          </a:prstGeom>
          <a:noFill/>
          <a:ln/>
        </p:spPr>
        <p:txBody>
          <a:bodyPr wrap="square" lIns="0" tIns="0" rIns="0" bIns="0" rtlCol="0" anchor="ctr"/>
          <a:lstStyle/>
          <a:p>
            <a:pPr marL="0" indent="0">
              <a:buNone/>
            </a:pPr>
            <a:r>
              <a:rPr lang="en-US" sz="1000" b="1" dirty="0">
                <a:solidFill>
                  <a:srgbClr val="1D4ED8"/>
                </a:solidFill>
                <a:latin typeface="Pretendard" pitchFamily="34" charset="0"/>
                <a:ea typeface="Pretendard" pitchFamily="34" charset="-122"/>
                <a:cs typeface="Pretendard" pitchFamily="34" charset="-120"/>
              </a:rPr>
              <a:t>Recurrence     </a:t>
            </a:r>
            <a:r>
              <a:rPr lang="en-US" sz="950" dirty="0">
                <a:solidFill>
                  <a:srgbClr val="4B5563"/>
                </a:solidFill>
                <a:latin typeface="Pretendard" pitchFamily="34" charset="0"/>
                <a:ea typeface="Pretendard" pitchFamily="34" charset="-122"/>
                <a:cs typeface="Pretendard" pitchFamily="34" charset="-120"/>
              </a:rPr>
              <a:t>일정이 실행될 때</a:t>
            </a:r>
            <a:endParaRPr lang="en-US" sz="1000" dirty="0"/>
          </a:p>
        </p:txBody>
      </p:sp>
      <p:sp>
        <p:nvSpPr>
          <p:cNvPr id="15" name="trigger row">
            <a:extLst>
              <a:ext uri="{C183D7F6-B498-43B3-948B-1728B52AA6E4}">
                <adec:decorative xmlns:adec="http://schemas.microsoft.com/office/drawing/2017/decorative" val="1"/>
              </a:ext>
            </a:extLst>
          </p:cNvPr>
          <p:cNvSpPr/>
          <p:nvPr/>
        </p:nvSpPr>
        <p:spPr>
          <a:xfrm>
            <a:off x="548640" y="3310128"/>
            <a:ext cx="3931920" cy="365760"/>
          </a:xfrm>
          <a:prstGeom prst="rect">
            <a:avLst/>
          </a:prstGeom>
          <a:solidFill>
            <a:srgbClr val="FFFFFF"/>
          </a:solidFill>
          <a:ln w="12700">
            <a:solidFill>
              <a:srgbClr val="E5E7EB"/>
            </a:solidFill>
            <a:prstDash val="solid"/>
          </a:ln>
        </p:spPr>
        <p:txBody>
          <a:bodyPr/>
          <a:lstStyle/>
          <a:p>
            <a:endParaRPr lang="ko-KR" altLang="en-US"/>
          </a:p>
        </p:txBody>
      </p:sp>
      <p:sp>
        <p:nvSpPr>
          <p:cNvPr id="16" name="Text 14">
            <a:extLst>
              <a:ext uri="{C183D7F6-B498-43B3-948B-1728B52AA6E4}">
                <adec:decorative xmlns:adec="http://schemas.microsoft.com/office/drawing/2017/decorative" val="1"/>
              </a:ext>
            </a:extLst>
          </p:cNvPr>
          <p:cNvSpPr/>
          <p:nvPr/>
        </p:nvSpPr>
        <p:spPr>
          <a:xfrm>
            <a:off x="731520" y="3310128"/>
            <a:ext cx="3611880" cy="365760"/>
          </a:xfrm>
          <a:prstGeom prst="rect">
            <a:avLst/>
          </a:prstGeom>
          <a:noFill/>
          <a:ln/>
        </p:spPr>
        <p:txBody>
          <a:bodyPr wrap="square" lIns="0" tIns="0" rIns="0" bIns="0" rtlCol="0" anchor="ctr"/>
          <a:lstStyle/>
          <a:p>
            <a:pPr marL="0" indent="0">
              <a:buNone/>
            </a:pPr>
            <a:r>
              <a:rPr lang="en-US" sz="1000" b="1" dirty="0">
                <a:solidFill>
                  <a:srgbClr val="1D4ED8"/>
                </a:solidFill>
                <a:latin typeface="Pretendard" pitchFamily="34" charset="0"/>
                <a:ea typeface="Pretendard" pitchFamily="34" charset="-122"/>
                <a:cs typeface="Pretendard" pitchFamily="34" charset="-120"/>
              </a:rPr>
              <a:t>Connector     </a:t>
            </a:r>
            <a:r>
              <a:rPr lang="en-US" sz="950" dirty="0">
                <a:solidFill>
                  <a:srgbClr val="4B5563"/>
                </a:solidFill>
                <a:latin typeface="Pretendard" pitchFamily="34" charset="0"/>
                <a:ea typeface="Pretendard" pitchFamily="34" charset="-122"/>
                <a:cs typeface="Pretendard" pitchFamily="34" charset="-120"/>
              </a:rPr>
              <a:t>외부 서비스 이벤트 발생</a:t>
            </a:r>
            <a:endParaRPr lang="en-US" sz="1000" dirty="0"/>
          </a:p>
        </p:txBody>
      </p:sp>
      <p:sp>
        <p:nvSpPr>
          <p:cNvPr id="17" name="trigger row">
            <a:extLst>
              <a:ext uri="{C183D7F6-B498-43B3-948B-1728B52AA6E4}">
                <adec:decorative xmlns:adec="http://schemas.microsoft.com/office/drawing/2017/decorative" val="1"/>
              </a:ext>
            </a:extLst>
          </p:cNvPr>
          <p:cNvSpPr/>
          <p:nvPr/>
        </p:nvSpPr>
        <p:spPr>
          <a:xfrm>
            <a:off x="548640" y="3739896"/>
            <a:ext cx="3931920" cy="365760"/>
          </a:xfrm>
          <a:prstGeom prst="rect">
            <a:avLst/>
          </a:prstGeom>
          <a:solidFill>
            <a:srgbClr val="FFFFFF"/>
          </a:solidFill>
          <a:ln w="12700">
            <a:solidFill>
              <a:srgbClr val="E5E7EB"/>
            </a:solidFill>
            <a:prstDash val="solid"/>
          </a:ln>
        </p:spPr>
        <p:txBody>
          <a:bodyPr/>
          <a:lstStyle/>
          <a:p>
            <a:endParaRPr lang="en-US"/>
          </a:p>
        </p:txBody>
      </p:sp>
      <p:sp>
        <p:nvSpPr>
          <p:cNvPr id="18" name="Text 16"/>
          <p:cNvSpPr/>
          <p:nvPr/>
        </p:nvSpPr>
        <p:spPr>
          <a:xfrm>
            <a:off x="731520" y="3739896"/>
            <a:ext cx="3611880" cy="365760"/>
          </a:xfrm>
          <a:prstGeom prst="rect">
            <a:avLst/>
          </a:prstGeom>
          <a:noFill/>
          <a:ln/>
        </p:spPr>
        <p:txBody>
          <a:bodyPr wrap="square" lIns="0" tIns="0" rIns="0" bIns="0" rtlCol="0" anchor="ctr"/>
          <a:lstStyle/>
          <a:p>
            <a:pPr marL="0" indent="0">
              <a:buNone/>
            </a:pPr>
            <a:r>
              <a:rPr lang="en-US" sz="1000" b="1" dirty="0">
                <a:solidFill>
                  <a:srgbClr val="1D4ED8"/>
                </a:solidFill>
                <a:latin typeface="Pretendard" pitchFamily="34" charset="0"/>
                <a:ea typeface="Pretendard" pitchFamily="34" charset="-122"/>
                <a:cs typeface="Pretendard" pitchFamily="34" charset="-120"/>
              </a:rPr>
              <a:t>HTTP request     </a:t>
            </a:r>
            <a:r>
              <a:rPr lang="en-US" sz="950" dirty="0">
                <a:solidFill>
                  <a:srgbClr val="4B5563"/>
                </a:solidFill>
                <a:latin typeface="Pretendard" pitchFamily="34" charset="0"/>
                <a:ea typeface="Pretendard" pitchFamily="34" charset="-122"/>
                <a:cs typeface="Pretendard" pitchFamily="34" charset="-120"/>
              </a:rPr>
              <a:t>HTTP 요청이 도착할 때</a:t>
            </a:r>
            <a:endParaRPr lang="en-US" sz="1000" dirty="0"/>
          </a:p>
        </p:txBody>
      </p:sp>
      <p:sp>
        <p:nvSpPr>
          <p:cNvPr id="19" name="trigger row">
            <a:extLst>
              <a:ext uri="{C183D7F6-B498-43B3-948B-1728B52AA6E4}">
                <adec:decorative xmlns:adec="http://schemas.microsoft.com/office/drawing/2017/decorative" val="1"/>
              </a:ext>
            </a:extLst>
          </p:cNvPr>
          <p:cNvSpPr/>
          <p:nvPr/>
        </p:nvSpPr>
        <p:spPr>
          <a:xfrm>
            <a:off x="548640" y="4169664"/>
            <a:ext cx="3931920" cy="365760"/>
          </a:xfrm>
          <a:prstGeom prst="rect">
            <a:avLst/>
          </a:prstGeom>
          <a:solidFill>
            <a:srgbClr val="F3F5F9"/>
          </a:solidFill>
          <a:ln w="12700">
            <a:solidFill>
              <a:srgbClr val="F3F5F9"/>
            </a:solidFill>
            <a:prstDash val="solid"/>
          </a:ln>
        </p:spPr>
        <p:txBody>
          <a:bodyPr/>
          <a:lstStyle/>
          <a:p>
            <a:endParaRPr lang="en-US"/>
          </a:p>
        </p:txBody>
      </p:sp>
      <p:sp>
        <p:nvSpPr>
          <p:cNvPr id="20" name="Text 18">
            <a:extLst>
              <a:ext uri="{C183D7F6-B498-43B3-948B-1728B52AA6E4}">
                <adec:decorative xmlns:adec="http://schemas.microsoft.com/office/drawing/2017/decorative" val="1"/>
              </a:ext>
            </a:extLst>
          </p:cNvPr>
          <p:cNvSpPr/>
          <p:nvPr/>
        </p:nvSpPr>
        <p:spPr>
          <a:xfrm>
            <a:off x="731520" y="4169664"/>
            <a:ext cx="3611880" cy="365760"/>
          </a:xfrm>
          <a:prstGeom prst="rect">
            <a:avLst/>
          </a:prstGeom>
          <a:noFill/>
          <a:ln/>
        </p:spPr>
        <p:txBody>
          <a:bodyPr wrap="square" lIns="0" tIns="0" rIns="0" bIns="0" rtlCol="0" anchor="ctr"/>
          <a:lstStyle/>
          <a:p>
            <a:pPr marL="0" indent="0">
              <a:buNone/>
            </a:pPr>
            <a:r>
              <a:rPr lang="en-US" sz="1000" b="1" dirty="0">
                <a:solidFill>
                  <a:srgbClr val="1D4ED8"/>
                </a:solidFill>
                <a:latin typeface="Pretendard" pitchFamily="34" charset="0"/>
                <a:ea typeface="Pretendard" pitchFamily="34" charset="-122"/>
                <a:cs typeface="Pretendard" pitchFamily="34" charset="-120"/>
              </a:rPr>
              <a:t>Agent calls     </a:t>
            </a:r>
            <a:r>
              <a:rPr lang="en-US" sz="950" dirty="0">
                <a:solidFill>
                  <a:srgbClr val="111827"/>
                </a:solidFill>
                <a:latin typeface="Pretendard" pitchFamily="34" charset="0"/>
                <a:ea typeface="Pretendard" pitchFamily="34" charset="-122"/>
                <a:cs typeface="Pretendard" pitchFamily="34" charset="-120"/>
              </a:rPr>
              <a:t>에이전트가 도구로 호출 · 이번 선택</a:t>
            </a:r>
            <a:endParaRPr lang="en-US" sz="1000" dirty="0"/>
          </a:p>
        </p:txBody>
      </p:sp>
      <p:sp>
        <p:nvSpPr>
          <p:cNvPr id="21" name="Text 19">
            <a:extLst>
              <a:ext uri="{C183D7F6-B498-43B3-948B-1728B52AA6E4}">
                <adec:decorative xmlns:adec="http://schemas.microsoft.com/office/drawing/2017/decorative" val="1"/>
              </a:ext>
            </a:extLst>
          </p:cNvPr>
          <p:cNvSpPr/>
          <p:nvPr/>
        </p:nvSpPr>
        <p:spPr>
          <a:xfrm>
            <a:off x="4663440" y="2157984"/>
            <a:ext cx="3931920" cy="237744"/>
          </a:xfrm>
          <a:prstGeom prst="rect">
            <a:avLst/>
          </a:prstGeom>
          <a:noFill/>
          <a:ln/>
        </p:spPr>
        <p:txBody>
          <a:bodyPr wrap="square" lIns="0" tIns="0" rIns="0" bIns="0" rtlCol="0" anchor="ctr"/>
          <a:lstStyle/>
          <a:p>
            <a:pPr marL="0" indent="0">
              <a:buNone/>
            </a:pPr>
            <a:r>
              <a:rPr lang="en-US" sz="1100" b="1" dirty="0">
                <a:solidFill>
                  <a:srgbClr val="1D4ED8"/>
                </a:solidFill>
                <a:latin typeface="Pretendard" pitchFamily="34" charset="0"/>
                <a:ea typeface="Pretendard" pitchFamily="34" charset="-122"/>
                <a:cs typeface="Pretendard" pitchFamily="34" charset="-120"/>
              </a:rPr>
              <a:t>노드 · 트리거 이후 실행하는 단계</a:t>
            </a:r>
            <a:endParaRPr lang="en-US" sz="1100" dirty="0"/>
          </a:p>
        </p:txBody>
      </p:sp>
      <p:sp>
        <p:nvSpPr>
          <p:cNvPr id="22" name="node row">
            <a:extLst>
              <a:ext uri="{C183D7F6-B498-43B3-948B-1728B52AA6E4}">
                <adec:decorative xmlns:adec="http://schemas.microsoft.com/office/drawing/2017/decorative" val="1"/>
              </a:ext>
            </a:extLst>
          </p:cNvPr>
          <p:cNvSpPr/>
          <p:nvPr/>
        </p:nvSpPr>
        <p:spPr>
          <a:xfrm>
            <a:off x="4663440" y="2450592"/>
            <a:ext cx="3931920" cy="301752"/>
          </a:xfrm>
          <a:prstGeom prst="rect">
            <a:avLst/>
          </a:prstGeom>
          <a:solidFill>
            <a:srgbClr val="FFFFFF"/>
          </a:solidFill>
          <a:ln w="12700">
            <a:solidFill>
              <a:srgbClr val="E5E7EB"/>
            </a:solidFill>
            <a:prstDash val="solid"/>
          </a:ln>
        </p:spPr>
        <p:txBody>
          <a:bodyPr/>
          <a:lstStyle/>
          <a:p>
            <a:endParaRPr lang="en-US"/>
          </a:p>
        </p:txBody>
      </p:sp>
      <p:sp>
        <p:nvSpPr>
          <p:cNvPr id="23" name="Text 21">
            <a:extLst>
              <a:ext uri="{C183D7F6-B498-43B3-948B-1728B52AA6E4}">
                <adec:decorative xmlns:adec="http://schemas.microsoft.com/office/drawing/2017/decorative" val="1"/>
              </a:ext>
            </a:extLst>
          </p:cNvPr>
          <p:cNvSpPr/>
          <p:nvPr/>
        </p:nvSpPr>
        <p:spPr>
          <a:xfrm>
            <a:off x="4846320" y="2450592"/>
            <a:ext cx="3611880" cy="301752"/>
          </a:xfrm>
          <a:prstGeom prst="rect">
            <a:avLst/>
          </a:prstGeom>
          <a:noFill/>
          <a:ln/>
        </p:spPr>
        <p:txBody>
          <a:bodyPr wrap="square" lIns="0" tIns="0" rIns="0" bIns="0" rtlCol="0" anchor="ctr"/>
          <a:lstStyle/>
          <a:p>
            <a:pPr marL="0" indent="0">
              <a:buNone/>
            </a:pPr>
            <a:r>
              <a:rPr lang="en-US" sz="950" b="1" dirty="0">
                <a:solidFill>
                  <a:srgbClr val="111827"/>
                </a:solidFill>
                <a:latin typeface="Pretendard" pitchFamily="34" charset="0"/>
                <a:ea typeface="Pretendard" pitchFamily="34" charset="-122"/>
                <a:cs typeface="Pretendard" pitchFamily="34" charset="-120"/>
              </a:rPr>
              <a:t>Agent · Classify     </a:t>
            </a:r>
            <a:r>
              <a:rPr lang="en-US" sz="900" dirty="0">
                <a:solidFill>
                  <a:srgbClr val="4B5563"/>
                </a:solidFill>
                <a:latin typeface="Pretendard" pitchFamily="34" charset="0"/>
                <a:ea typeface="Pretendard" pitchFamily="34" charset="-122"/>
                <a:cs typeface="Pretendard" pitchFamily="34" charset="-120"/>
              </a:rPr>
              <a:t>작업을 넘기거나 AI로 분류</a:t>
            </a:r>
            <a:endParaRPr lang="en-US" sz="950" dirty="0"/>
          </a:p>
        </p:txBody>
      </p:sp>
      <p:sp>
        <p:nvSpPr>
          <p:cNvPr id="24" name="node row">
            <a:extLst>
              <a:ext uri="{C183D7F6-B498-43B3-948B-1728B52AA6E4}">
                <adec:decorative xmlns:adec="http://schemas.microsoft.com/office/drawing/2017/decorative" val="1"/>
              </a:ext>
            </a:extLst>
          </p:cNvPr>
          <p:cNvSpPr/>
          <p:nvPr/>
        </p:nvSpPr>
        <p:spPr>
          <a:xfrm>
            <a:off x="4663440" y="2807208"/>
            <a:ext cx="3931920" cy="301752"/>
          </a:xfrm>
          <a:prstGeom prst="rect">
            <a:avLst/>
          </a:prstGeom>
          <a:solidFill>
            <a:srgbClr val="FFFFFF"/>
          </a:solidFill>
          <a:ln w="12700">
            <a:solidFill>
              <a:srgbClr val="E5E7EB"/>
            </a:solidFill>
            <a:prstDash val="solid"/>
          </a:ln>
        </p:spPr>
        <p:txBody>
          <a:bodyPr/>
          <a:lstStyle/>
          <a:p>
            <a:endParaRPr lang="en-US"/>
          </a:p>
        </p:txBody>
      </p:sp>
      <p:sp>
        <p:nvSpPr>
          <p:cNvPr id="25" name="Text 23">
            <a:extLst>
              <a:ext uri="{C183D7F6-B498-43B3-948B-1728B52AA6E4}">
                <adec:decorative xmlns:adec="http://schemas.microsoft.com/office/drawing/2017/decorative" val="1"/>
              </a:ext>
            </a:extLst>
          </p:cNvPr>
          <p:cNvSpPr/>
          <p:nvPr/>
        </p:nvSpPr>
        <p:spPr>
          <a:xfrm>
            <a:off x="4846320" y="2807208"/>
            <a:ext cx="3611880" cy="301752"/>
          </a:xfrm>
          <a:prstGeom prst="rect">
            <a:avLst/>
          </a:prstGeom>
          <a:noFill/>
          <a:ln/>
        </p:spPr>
        <p:txBody>
          <a:bodyPr wrap="square" lIns="0" tIns="0" rIns="0" bIns="0" rtlCol="0" anchor="ctr"/>
          <a:lstStyle/>
          <a:p>
            <a:pPr marL="0" indent="0">
              <a:buNone/>
            </a:pPr>
            <a:r>
              <a:rPr lang="en-US" sz="950" b="1" dirty="0">
                <a:solidFill>
                  <a:srgbClr val="111827"/>
                </a:solidFill>
                <a:latin typeface="Pretendard" pitchFamily="34" charset="0"/>
                <a:ea typeface="Pretendard" pitchFamily="34" charset="-122"/>
                <a:cs typeface="Pretendard" pitchFamily="34" charset="-120"/>
              </a:rPr>
              <a:t>M365 Copilot     </a:t>
            </a:r>
            <a:r>
              <a:rPr lang="en-US" sz="900" dirty="0">
                <a:solidFill>
                  <a:srgbClr val="4B5563"/>
                </a:solidFill>
                <a:latin typeface="Pretendard" pitchFamily="34" charset="0"/>
                <a:ea typeface="Pretendard" pitchFamily="34" charset="-122"/>
                <a:cs typeface="Pretendard" pitchFamily="34" charset="-120"/>
              </a:rPr>
              <a:t>Microsoft 365 Copilot 호출</a:t>
            </a:r>
            <a:endParaRPr lang="en-US" sz="950" dirty="0"/>
          </a:p>
        </p:txBody>
      </p:sp>
      <p:sp>
        <p:nvSpPr>
          <p:cNvPr id="26" name="node row">
            <a:extLst>
              <a:ext uri="{C183D7F6-B498-43B3-948B-1728B52AA6E4}">
                <adec:decorative xmlns:adec="http://schemas.microsoft.com/office/drawing/2017/decorative" val="1"/>
              </a:ext>
            </a:extLst>
          </p:cNvPr>
          <p:cNvSpPr/>
          <p:nvPr/>
        </p:nvSpPr>
        <p:spPr>
          <a:xfrm>
            <a:off x="4663440" y="3163824"/>
            <a:ext cx="3931920" cy="301752"/>
          </a:xfrm>
          <a:prstGeom prst="rect">
            <a:avLst/>
          </a:prstGeom>
          <a:solidFill>
            <a:srgbClr val="FFFFFF"/>
          </a:solidFill>
          <a:ln w="12700">
            <a:solidFill>
              <a:srgbClr val="E5E7EB"/>
            </a:solidFill>
            <a:prstDash val="solid"/>
          </a:ln>
        </p:spPr>
        <p:txBody>
          <a:bodyPr/>
          <a:lstStyle/>
          <a:p>
            <a:endParaRPr lang="ko-KR" altLang="en-US"/>
          </a:p>
        </p:txBody>
      </p:sp>
      <p:sp>
        <p:nvSpPr>
          <p:cNvPr id="27" name="Text 25"/>
          <p:cNvSpPr/>
          <p:nvPr/>
        </p:nvSpPr>
        <p:spPr>
          <a:xfrm>
            <a:off x="4846320" y="3163824"/>
            <a:ext cx="3611880" cy="301752"/>
          </a:xfrm>
          <a:prstGeom prst="rect">
            <a:avLst/>
          </a:prstGeom>
          <a:noFill/>
          <a:ln/>
        </p:spPr>
        <p:txBody>
          <a:bodyPr wrap="square" lIns="0" tIns="0" rIns="0" bIns="0" rtlCol="0" anchor="ctr"/>
          <a:lstStyle/>
          <a:p>
            <a:pPr marL="0" indent="0">
              <a:buNone/>
            </a:pPr>
            <a:r>
              <a:rPr lang="en-US" sz="950" b="1" dirty="0">
                <a:solidFill>
                  <a:srgbClr val="111827"/>
                </a:solidFill>
                <a:latin typeface="Pretendard" pitchFamily="34" charset="0"/>
                <a:ea typeface="Pretendard" pitchFamily="34" charset="-122"/>
                <a:cs typeface="Pretendard" pitchFamily="34" charset="-120"/>
              </a:rPr>
              <a:t>Human review     </a:t>
            </a:r>
            <a:r>
              <a:rPr lang="en-US" sz="900" dirty="0">
                <a:solidFill>
                  <a:srgbClr val="4B5563"/>
                </a:solidFill>
                <a:latin typeface="Pretendard" pitchFamily="34" charset="0"/>
                <a:ea typeface="Pretendard" pitchFamily="34" charset="-122"/>
                <a:cs typeface="Pretendard" pitchFamily="34" charset="-120"/>
              </a:rPr>
              <a:t>승인과 검토 단계 추가</a:t>
            </a:r>
            <a:endParaRPr lang="en-US" sz="950" dirty="0"/>
          </a:p>
        </p:txBody>
      </p:sp>
      <p:sp>
        <p:nvSpPr>
          <p:cNvPr id="28" name="node row">
            <a:extLst>
              <a:ext uri="{C183D7F6-B498-43B3-948B-1728B52AA6E4}">
                <adec:decorative xmlns:adec="http://schemas.microsoft.com/office/drawing/2017/decorative" val="1"/>
              </a:ext>
            </a:extLst>
          </p:cNvPr>
          <p:cNvSpPr/>
          <p:nvPr/>
        </p:nvSpPr>
        <p:spPr>
          <a:xfrm>
            <a:off x="4663440" y="3520440"/>
            <a:ext cx="3931920" cy="301752"/>
          </a:xfrm>
          <a:prstGeom prst="rect">
            <a:avLst/>
          </a:prstGeom>
          <a:solidFill>
            <a:srgbClr val="FFFFFF"/>
          </a:solidFill>
          <a:ln w="12700">
            <a:solidFill>
              <a:srgbClr val="E5E7EB"/>
            </a:solidFill>
            <a:prstDash val="solid"/>
          </a:ln>
        </p:spPr>
        <p:txBody>
          <a:bodyPr/>
          <a:lstStyle/>
          <a:p>
            <a:endParaRPr lang="en-US"/>
          </a:p>
        </p:txBody>
      </p:sp>
      <p:sp>
        <p:nvSpPr>
          <p:cNvPr id="29" name="Text 27"/>
          <p:cNvSpPr/>
          <p:nvPr/>
        </p:nvSpPr>
        <p:spPr>
          <a:xfrm>
            <a:off x="4846320" y="3520440"/>
            <a:ext cx="3611880" cy="301752"/>
          </a:xfrm>
          <a:prstGeom prst="rect">
            <a:avLst/>
          </a:prstGeom>
          <a:noFill/>
          <a:ln/>
        </p:spPr>
        <p:txBody>
          <a:bodyPr wrap="square" lIns="0" tIns="0" rIns="0" bIns="0" rtlCol="0" anchor="ctr"/>
          <a:lstStyle/>
          <a:p>
            <a:pPr marL="0" indent="0">
              <a:buNone/>
            </a:pPr>
            <a:r>
              <a:rPr lang="en-US" sz="950" b="1" dirty="0">
                <a:solidFill>
                  <a:srgbClr val="111827"/>
                </a:solidFill>
                <a:latin typeface="Pretendard" pitchFamily="34" charset="0"/>
                <a:ea typeface="Pretendard" pitchFamily="34" charset="-122"/>
                <a:cs typeface="Pretendard" pitchFamily="34" charset="-120"/>
              </a:rPr>
              <a:t>Connector     </a:t>
            </a:r>
            <a:r>
              <a:rPr lang="en-US" sz="900" dirty="0">
                <a:solidFill>
                  <a:srgbClr val="4B5563"/>
                </a:solidFill>
                <a:latin typeface="Pretendard" pitchFamily="34" charset="0"/>
                <a:ea typeface="Pretendard" pitchFamily="34" charset="-122"/>
                <a:cs typeface="Pretendard" pitchFamily="34" charset="-120"/>
              </a:rPr>
              <a:t>1,400개 이상의 액션 실행</a:t>
            </a:r>
            <a:endParaRPr lang="en-US" sz="950" dirty="0"/>
          </a:p>
        </p:txBody>
      </p:sp>
      <p:sp>
        <p:nvSpPr>
          <p:cNvPr id="30" name="node row">
            <a:extLst>
              <a:ext uri="{C183D7F6-B498-43B3-948B-1728B52AA6E4}">
                <adec:decorative xmlns:adec="http://schemas.microsoft.com/office/drawing/2017/decorative" val="1"/>
              </a:ext>
            </a:extLst>
          </p:cNvPr>
          <p:cNvSpPr/>
          <p:nvPr/>
        </p:nvSpPr>
        <p:spPr>
          <a:xfrm>
            <a:off x="4663440" y="3877056"/>
            <a:ext cx="3931920" cy="301752"/>
          </a:xfrm>
          <a:prstGeom prst="rect">
            <a:avLst/>
          </a:prstGeom>
          <a:solidFill>
            <a:srgbClr val="FFFFFF"/>
          </a:solidFill>
          <a:ln w="12700">
            <a:solidFill>
              <a:srgbClr val="E5E7EB"/>
            </a:solidFill>
            <a:prstDash val="solid"/>
          </a:ln>
        </p:spPr>
        <p:txBody>
          <a:bodyPr/>
          <a:lstStyle/>
          <a:p>
            <a:endParaRPr lang="ko-KR" altLang="en-US"/>
          </a:p>
        </p:txBody>
      </p:sp>
      <p:sp>
        <p:nvSpPr>
          <p:cNvPr id="31" name="Text 29"/>
          <p:cNvSpPr/>
          <p:nvPr/>
        </p:nvSpPr>
        <p:spPr>
          <a:xfrm>
            <a:off x="4846320" y="3877056"/>
            <a:ext cx="3611880" cy="301752"/>
          </a:xfrm>
          <a:prstGeom prst="rect">
            <a:avLst/>
          </a:prstGeom>
          <a:noFill/>
          <a:ln/>
        </p:spPr>
        <p:txBody>
          <a:bodyPr wrap="square" lIns="0" tIns="0" rIns="0" bIns="0" rtlCol="0" anchor="ctr"/>
          <a:lstStyle/>
          <a:p>
            <a:pPr marL="0" indent="0">
              <a:buNone/>
            </a:pPr>
            <a:r>
              <a:rPr lang="en-US" sz="950" b="1" dirty="0">
                <a:solidFill>
                  <a:srgbClr val="111827"/>
                </a:solidFill>
                <a:latin typeface="Pretendard" pitchFamily="34" charset="0"/>
                <a:ea typeface="Pretendard" pitchFamily="34" charset="-122"/>
                <a:cs typeface="Pretendard" pitchFamily="34" charset="-120"/>
              </a:rPr>
              <a:t>Function · Variable     </a:t>
            </a:r>
            <a:r>
              <a:rPr lang="en-US" sz="900" dirty="0">
                <a:solidFill>
                  <a:srgbClr val="4B5563"/>
                </a:solidFill>
                <a:latin typeface="Pretendard" pitchFamily="34" charset="0"/>
                <a:ea typeface="Pretendard" pitchFamily="34" charset="-122"/>
                <a:cs typeface="Pretendard" pitchFamily="34" charset="-120"/>
              </a:rPr>
              <a:t>데이터 변환과 값 저장</a:t>
            </a:r>
            <a:endParaRPr lang="en-US" sz="950" dirty="0"/>
          </a:p>
        </p:txBody>
      </p:sp>
      <p:sp>
        <p:nvSpPr>
          <p:cNvPr id="32" name="node row">
            <a:extLst>
              <a:ext uri="{C183D7F6-B498-43B3-948B-1728B52AA6E4}">
                <adec:decorative xmlns:adec="http://schemas.microsoft.com/office/drawing/2017/decorative" val="1"/>
              </a:ext>
            </a:extLst>
          </p:cNvPr>
          <p:cNvSpPr/>
          <p:nvPr/>
        </p:nvSpPr>
        <p:spPr>
          <a:xfrm>
            <a:off x="4663440" y="4233672"/>
            <a:ext cx="3931920" cy="301752"/>
          </a:xfrm>
          <a:prstGeom prst="rect">
            <a:avLst/>
          </a:prstGeom>
          <a:solidFill>
            <a:srgbClr val="FFFFFF"/>
          </a:solidFill>
          <a:ln w="12700">
            <a:solidFill>
              <a:srgbClr val="E5E7EB"/>
            </a:solidFill>
            <a:prstDash val="solid"/>
          </a:ln>
        </p:spPr>
        <p:txBody>
          <a:bodyPr/>
          <a:lstStyle/>
          <a:p>
            <a:endParaRPr lang="ko-KR" altLang="en-US"/>
          </a:p>
        </p:txBody>
      </p:sp>
      <p:sp>
        <p:nvSpPr>
          <p:cNvPr id="33" name="Text 31"/>
          <p:cNvSpPr/>
          <p:nvPr/>
        </p:nvSpPr>
        <p:spPr>
          <a:xfrm>
            <a:off x="4846320" y="4233672"/>
            <a:ext cx="3611880" cy="301752"/>
          </a:xfrm>
          <a:prstGeom prst="rect">
            <a:avLst/>
          </a:prstGeom>
          <a:noFill/>
          <a:ln/>
        </p:spPr>
        <p:txBody>
          <a:bodyPr wrap="square" lIns="0" tIns="0" rIns="0" bIns="0" rtlCol="0" anchor="ctr"/>
          <a:lstStyle/>
          <a:p>
            <a:pPr marL="0" indent="0">
              <a:buNone/>
            </a:pPr>
            <a:r>
              <a:rPr lang="en-US" sz="950" b="1" dirty="0">
                <a:solidFill>
                  <a:srgbClr val="111827"/>
                </a:solidFill>
                <a:latin typeface="Pretendard" pitchFamily="34" charset="0"/>
                <a:ea typeface="Pretendard" pitchFamily="34" charset="-122"/>
                <a:cs typeface="Pretendard" pitchFamily="34" charset="-120"/>
              </a:rPr>
              <a:t>If/Else · Loop · Note     </a:t>
            </a:r>
            <a:r>
              <a:rPr lang="en-US" sz="900" dirty="0">
                <a:solidFill>
                  <a:srgbClr val="4B5563"/>
                </a:solidFill>
                <a:latin typeface="Pretendard" pitchFamily="34" charset="0"/>
                <a:ea typeface="Pretendard" pitchFamily="34" charset="-122"/>
                <a:cs typeface="Pretendard" pitchFamily="34" charset="-120"/>
              </a:rPr>
              <a:t>분기 · 반복 · 문서화</a:t>
            </a:r>
            <a:endParaRPr lang="en-US" sz="9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a:extLst>
              <a:ext uri="{C183D7F6-B498-43B3-948B-1728B52AA6E4}">
                <adec:decorative xmlns:adec="http://schemas.microsoft.com/office/drawing/2017/decorative" val="1"/>
              </a:ext>
            </a:extLst>
          </p:cNvPr>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작성 원칙</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동적 콘텐츠와 표현식, 그리고 모범 사례</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07  ·  값 전달과 원칙</a:t>
            </a:r>
            <a:endParaRPr lang="en-US" sz="950" dirty="0"/>
          </a:p>
        </p:txBody>
      </p:sp>
      <p:sp>
        <p:nvSpPr>
          <p:cNvPr id="7" name="key message band">
            <a:extLst>
              <a:ext uri="{C183D7F6-B498-43B3-948B-1728B52AA6E4}">
                <adec:decorative xmlns:adec="http://schemas.microsoft.com/office/drawing/2017/decorative" val="1"/>
              </a:ext>
            </a:extLst>
          </p:cNvPr>
          <p:cNvSpPr/>
          <p:nvPr/>
        </p:nvSpPr>
        <p:spPr>
          <a:xfrm>
            <a:off x="548640" y="1417320"/>
            <a:ext cx="8046720" cy="566928"/>
          </a:xfrm>
          <a:prstGeom prst="rect">
            <a:avLst/>
          </a:prstGeom>
          <a:solidFill>
            <a:srgbClr val="F3F5F9"/>
          </a:solidFill>
          <a:ln w="12700">
            <a:solidFill>
              <a:srgbClr val="F3F5F9"/>
            </a:solidFill>
            <a:prstDash val="solid"/>
          </a:ln>
        </p:spPr>
        <p:txBody>
          <a:bodyPr/>
          <a:lstStyle/>
          <a:p>
            <a:endParaRPr lang="ko-KR" altLang="en-US"/>
          </a:p>
        </p:txBody>
      </p:sp>
      <p:sp>
        <p:nvSpPr>
          <p:cNvPr id="8" name="accent bar">
            <a:extLst>
              <a:ext uri="{C183D7F6-B498-43B3-948B-1728B52AA6E4}">
                <adec:decorative xmlns:adec="http://schemas.microsoft.com/office/drawing/2017/decorative" val="1"/>
              </a:ext>
            </a:extLst>
          </p:cNvPr>
          <p:cNvSpPr/>
          <p:nvPr/>
        </p:nvSpPr>
        <p:spPr>
          <a:xfrm>
            <a:off x="548640" y="1417320"/>
            <a:ext cx="50292" cy="566928"/>
          </a:xfrm>
          <a:prstGeom prst="rect">
            <a:avLst/>
          </a:prstGeom>
          <a:solidFill>
            <a:srgbClr val="1D4ED8"/>
          </a:solidFill>
          <a:ln w="12700">
            <a:solidFill>
              <a:srgbClr val="1D4ED8"/>
            </a:solidFill>
            <a:prstDash val="solid"/>
          </a:ln>
        </p:spPr>
        <p:txBody>
          <a:bodyPr/>
          <a:lstStyle/>
          <a:p>
            <a:endParaRPr lang="en-US"/>
          </a:p>
        </p:txBody>
      </p:sp>
      <p:sp>
        <p:nvSpPr>
          <p:cNvPr id="9" name="Text 7">
            <a:extLst>
              <a:ext uri="{C183D7F6-B498-43B3-948B-1728B52AA6E4}">
                <adec:decorative xmlns:adec="http://schemas.microsoft.com/office/drawing/2017/decorative" val="1"/>
              </a:ext>
            </a:extLst>
          </p:cNvPr>
          <p:cNvSpPr/>
          <p:nvPr/>
        </p:nvSpPr>
        <p:spPr>
          <a:xfrm>
            <a:off x="749808" y="1417320"/>
            <a:ext cx="7680960" cy="566928"/>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값을 하드코딩하지 말고 이전 단계의 출력을 이어 쓰세요.</a:t>
            </a:r>
            <a:endParaRPr lang="en-US" sz="1350" dirty="0"/>
          </a:p>
        </p:txBody>
      </p:sp>
      <p:sp>
        <p:nvSpPr>
          <p:cNvPr id="10" name="dynamic panel">
            <a:extLst>
              <a:ext uri="{C183D7F6-B498-43B3-948B-1728B52AA6E4}">
                <adec:decorative xmlns:adec="http://schemas.microsoft.com/office/drawing/2017/decorative" val="1"/>
              </a:ext>
            </a:extLst>
          </p:cNvPr>
          <p:cNvSpPr/>
          <p:nvPr/>
        </p:nvSpPr>
        <p:spPr>
          <a:xfrm>
            <a:off x="548640" y="2194560"/>
            <a:ext cx="3931920" cy="1170432"/>
          </a:xfrm>
          <a:prstGeom prst="rect">
            <a:avLst/>
          </a:prstGeom>
          <a:solidFill>
            <a:srgbClr val="F3F5F9"/>
          </a:solidFill>
          <a:ln w="12700">
            <a:solidFill>
              <a:srgbClr val="F3F5F9"/>
            </a:solidFill>
            <a:prstDash val="solid"/>
          </a:ln>
        </p:spPr>
        <p:txBody>
          <a:bodyPr/>
          <a:lstStyle/>
          <a:p>
            <a:endParaRPr lang="en-US"/>
          </a:p>
        </p:txBody>
      </p:sp>
      <p:sp>
        <p:nvSpPr>
          <p:cNvPr id="11" name="panel accent">
            <a:extLst>
              <a:ext uri="{C183D7F6-B498-43B3-948B-1728B52AA6E4}">
                <adec:decorative xmlns:adec="http://schemas.microsoft.com/office/drawing/2017/decorative" val="1"/>
              </a:ext>
            </a:extLst>
          </p:cNvPr>
          <p:cNvSpPr/>
          <p:nvPr/>
        </p:nvSpPr>
        <p:spPr>
          <a:xfrm>
            <a:off x="548640" y="2194560"/>
            <a:ext cx="50292" cy="1170432"/>
          </a:xfrm>
          <a:prstGeom prst="rect">
            <a:avLst/>
          </a:prstGeom>
          <a:solidFill>
            <a:srgbClr val="1D4ED8"/>
          </a:solidFill>
          <a:ln w="12700">
            <a:solidFill>
              <a:srgbClr val="1D4ED8"/>
            </a:solidFill>
            <a:prstDash val="solid"/>
          </a:ln>
        </p:spPr>
        <p:txBody>
          <a:bodyPr/>
          <a:lstStyle/>
          <a:p>
            <a:endParaRPr lang="en-US"/>
          </a:p>
        </p:txBody>
      </p:sp>
      <p:sp>
        <p:nvSpPr>
          <p:cNvPr id="12" name="Text 10"/>
          <p:cNvSpPr/>
          <p:nvPr/>
        </p:nvSpPr>
        <p:spPr>
          <a:xfrm>
            <a:off x="777240" y="2340864"/>
            <a:ext cx="3566160" cy="237744"/>
          </a:xfrm>
          <a:prstGeom prst="rect">
            <a:avLst/>
          </a:prstGeom>
          <a:noFill/>
          <a:ln/>
        </p:spPr>
        <p:txBody>
          <a:bodyPr wrap="square" lIns="0" tIns="0" rIns="0" bIns="0" rtlCol="0" anchor="ctr"/>
          <a:lstStyle/>
          <a:p>
            <a:pPr marL="0" indent="0">
              <a:buNone/>
            </a:pPr>
            <a:r>
              <a:rPr lang="en-US" sz="1100" b="1" dirty="0">
                <a:solidFill>
                  <a:srgbClr val="1D4ED8"/>
                </a:solidFill>
                <a:latin typeface="Pretendard" pitchFamily="34" charset="0"/>
                <a:ea typeface="Pretendard" pitchFamily="34" charset="-122"/>
                <a:cs typeface="Pretendard" pitchFamily="34" charset="-120"/>
              </a:rPr>
              <a:t>매개변수를 채우는 세 가지 방법</a:t>
            </a:r>
            <a:endParaRPr lang="en-US" sz="1100" dirty="0"/>
          </a:p>
        </p:txBody>
      </p:sp>
      <p:sp>
        <p:nvSpPr>
          <p:cNvPr id="13" name="Text 11">
            <a:extLst>
              <a:ext uri="{C183D7F6-B498-43B3-948B-1728B52AA6E4}">
                <adec:decorative xmlns:adec="http://schemas.microsoft.com/office/drawing/2017/decorative" val="1"/>
              </a:ext>
            </a:extLst>
          </p:cNvPr>
          <p:cNvSpPr/>
          <p:nvPr/>
        </p:nvSpPr>
        <p:spPr>
          <a:xfrm>
            <a:off x="777240" y="2615184"/>
            <a:ext cx="3566160" cy="676656"/>
          </a:xfrm>
          <a:prstGeom prst="rect">
            <a:avLst/>
          </a:prstGeom>
          <a:noFill/>
          <a:ln/>
        </p:spPr>
        <p:txBody>
          <a:bodyPr wrap="square" lIns="0" tIns="0" rIns="0" bIns="0" rtlCol="0" anchor="t"/>
          <a:lstStyle/>
          <a:p>
            <a:pPr marL="0" indent="0">
              <a:lnSpc>
                <a:spcPct val="135000"/>
              </a:lnSpc>
              <a:buNone/>
            </a:pPr>
            <a:r>
              <a:rPr lang="en-US" sz="1000" dirty="0">
                <a:solidFill>
                  <a:srgbClr val="4B5563"/>
                </a:solidFill>
                <a:latin typeface="Pretendard" pitchFamily="34" charset="0"/>
                <a:ea typeface="Pretendard" pitchFamily="34" charset="-122"/>
                <a:cs typeface="Pretendard" pitchFamily="34" charset="-120"/>
              </a:rPr>
              <a:t>고정 값으로 직접 입력</a:t>
            </a:r>
            <a:endParaRPr lang="en-US" sz="1000" dirty="0"/>
          </a:p>
          <a:p>
            <a:pPr marL="0" indent="0">
              <a:lnSpc>
                <a:spcPct val="135000"/>
              </a:lnSpc>
              <a:buNone/>
            </a:pPr>
            <a:r>
              <a:rPr lang="en-US" sz="1000" dirty="0">
                <a:solidFill>
                  <a:srgbClr val="4B5563"/>
                </a:solidFill>
                <a:latin typeface="Pretendard" pitchFamily="34" charset="0"/>
                <a:ea typeface="Pretendard" pitchFamily="34" charset="-122"/>
                <a:cs typeface="Pretendard" pitchFamily="34" charset="-120"/>
              </a:rPr>
              <a:t>동적 콘텐츠 · 번개 아이콘이나 슬래시</a:t>
            </a:r>
            <a:endParaRPr lang="en-US" sz="1000" dirty="0"/>
          </a:p>
          <a:p>
            <a:pPr marL="0" indent="0">
              <a:lnSpc>
                <a:spcPct val="135000"/>
              </a:lnSpc>
              <a:buNone/>
            </a:pPr>
            <a:r>
              <a:rPr lang="en-US" sz="1000" dirty="0">
                <a:solidFill>
                  <a:srgbClr val="4B5563"/>
                </a:solidFill>
                <a:latin typeface="Pretendard" pitchFamily="34" charset="0"/>
                <a:ea typeface="Pretendard" pitchFamily="34" charset="-122"/>
                <a:cs typeface="Pretendard" pitchFamily="34" charset="-120"/>
              </a:rPr>
              <a:t>표현식과 함수 · fx 아이콘</a:t>
            </a:r>
            <a:endParaRPr lang="en-US" sz="1000" dirty="0"/>
          </a:p>
        </p:txBody>
      </p:sp>
      <p:sp>
        <p:nvSpPr>
          <p:cNvPr id="14" name="Text 12"/>
          <p:cNvSpPr/>
          <p:nvPr/>
        </p:nvSpPr>
        <p:spPr>
          <a:xfrm>
            <a:off x="4663440" y="2194560"/>
            <a:ext cx="3931920" cy="237744"/>
          </a:xfrm>
          <a:prstGeom prst="rect">
            <a:avLst/>
          </a:prstGeom>
          <a:noFill/>
          <a:ln/>
        </p:spPr>
        <p:txBody>
          <a:bodyPr wrap="square" lIns="0" tIns="0" rIns="0" bIns="0" rtlCol="0" anchor="ctr"/>
          <a:lstStyle/>
          <a:p>
            <a:pPr marL="0" indent="0">
              <a:buNone/>
            </a:pPr>
            <a:r>
              <a:rPr lang="en-US" sz="1100" b="1" dirty="0">
                <a:solidFill>
                  <a:srgbClr val="1D4ED8"/>
                </a:solidFill>
                <a:latin typeface="Pretendard" pitchFamily="34" charset="0"/>
                <a:ea typeface="Pretendard" pitchFamily="34" charset="-122"/>
                <a:cs typeface="Pretendard" pitchFamily="34" charset="-120"/>
              </a:rPr>
              <a:t>자주 쓰는 표현식</a:t>
            </a:r>
            <a:endParaRPr lang="en-US" sz="1100" dirty="0"/>
          </a:p>
        </p:txBody>
      </p:sp>
      <p:sp>
        <p:nvSpPr>
          <p:cNvPr id="15" name="fn row">
            <a:extLst>
              <a:ext uri="{C183D7F6-B498-43B3-948B-1728B52AA6E4}">
                <adec:decorative xmlns:adec="http://schemas.microsoft.com/office/drawing/2017/decorative" val="1"/>
              </a:ext>
            </a:extLst>
          </p:cNvPr>
          <p:cNvSpPr/>
          <p:nvPr/>
        </p:nvSpPr>
        <p:spPr>
          <a:xfrm>
            <a:off x="4663440" y="2487168"/>
            <a:ext cx="3931920" cy="310896"/>
          </a:xfrm>
          <a:prstGeom prst="rect">
            <a:avLst/>
          </a:prstGeom>
          <a:solidFill>
            <a:srgbClr val="FFFFFF"/>
          </a:solidFill>
          <a:ln w="12700">
            <a:solidFill>
              <a:srgbClr val="E5E7EB"/>
            </a:solidFill>
            <a:prstDash val="solid"/>
          </a:ln>
        </p:spPr>
        <p:txBody>
          <a:bodyPr/>
          <a:lstStyle/>
          <a:p>
            <a:endParaRPr lang="ko-KR" altLang="en-US"/>
          </a:p>
        </p:txBody>
      </p:sp>
      <p:sp>
        <p:nvSpPr>
          <p:cNvPr id="16" name="Text 14">
            <a:extLst>
              <a:ext uri="{C183D7F6-B498-43B3-948B-1728B52AA6E4}">
                <adec:decorative xmlns:adec="http://schemas.microsoft.com/office/drawing/2017/decorative" val="1"/>
              </a:ext>
            </a:extLst>
          </p:cNvPr>
          <p:cNvSpPr/>
          <p:nvPr/>
        </p:nvSpPr>
        <p:spPr>
          <a:xfrm>
            <a:off x="4846320" y="2487168"/>
            <a:ext cx="3611880" cy="310896"/>
          </a:xfrm>
          <a:prstGeom prst="rect">
            <a:avLst/>
          </a:prstGeom>
          <a:noFill/>
          <a:ln/>
        </p:spPr>
        <p:txBody>
          <a:bodyPr wrap="square" lIns="0" tIns="0" rIns="0" bIns="0" rtlCol="0" anchor="ctr"/>
          <a:lstStyle/>
          <a:p>
            <a:pPr marL="0" indent="0">
              <a:buNone/>
            </a:pPr>
            <a:r>
              <a:rPr lang="en-US" sz="1000" b="1" dirty="0">
                <a:solidFill>
                  <a:srgbClr val="1D4ED8"/>
                </a:solidFill>
                <a:latin typeface="Pretendard" pitchFamily="34" charset="0"/>
                <a:ea typeface="Pretendard" pitchFamily="34" charset="-122"/>
                <a:cs typeface="Pretendard" pitchFamily="34" charset="-120"/>
              </a:rPr>
              <a:t>concat()     </a:t>
            </a:r>
            <a:r>
              <a:rPr lang="en-US" sz="950" dirty="0">
                <a:solidFill>
                  <a:srgbClr val="4B5563"/>
                </a:solidFill>
                <a:latin typeface="Pretendard" pitchFamily="34" charset="0"/>
                <a:ea typeface="Pretendard" pitchFamily="34" charset="-122"/>
                <a:cs typeface="Pretendard" pitchFamily="34" charset="-120"/>
              </a:rPr>
              <a:t>텍스트 결합</a:t>
            </a:r>
            <a:endParaRPr lang="en-US" sz="1000" dirty="0"/>
          </a:p>
        </p:txBody>
      </p:sp>
      <p:sp>
        <p:nvSpPr>
          <p:cNvPr id="17" name="fn row">
            <a:extLst>
              <a:ext uri="{C183D7F6-B498-43B3-948B-1728B52AA6E4}">
                <adec:decorative xmlns:adec="http://schemas.microsoft.com/office/drawing/2017/decorative" val="1"/>
              </a:ext>
            </a:extLst>
          </p:cNvPr>
          <p:cNvSpPr/>
          <p:nvPr/>
        </p:nvSpPr>
        <p:spPr>
          <a:xfrm>
            <a:off x="4663440" y="2852928"/>
            <a:ext cx="3931920" cy="310896"/>
          </a:xfrm>
          <a:prstGeom prst="rect">
            <a:avLst/>
          </a:prstGeom>
          <a:solidFill>
            <a:srgbClr val="FFFFFF"/>
          </a:solidFill>
          <a:ln w="12700">
            <a:solidFill>
              <a:srgbClr val="E5E7EB"/>
            </a:solidFill>
            <a:prstDash val="solid"/>
          </a:ln>
        </p:spPr>
        <p:txBody>
          <a:bodyPr/>
          <a:lstStyle/>
          <a:p>
            <a:endParaRPr lang="en-US"/>
          </a:p>
        </p:txBody>
      </p:sp>
      <p:sp>
        <p:nvSpPr>
          <p:cNvPr id="18" name="Text 16"/>
          <p:cNvSpPr/>
          <p:nvPr/>
        </p:nvSpPr>
        <p:spPr>
          <a:xfrm>
            <a:off x="4846320" y="2852928"/>
            <a:ext cx="3611880" cy="310896"/>
          </a:xfrm>
          <a:prstGeom prst="rect">
            <a:avLst/>
          </a:prstGeom>
          <a:noFill/>
          <a:ln/>
        </p:spPr>
        <p:txBody>
          <a:bodyPr wrap="square" lIns="0" tIns="0" rIns="0" bIns="0" rtlCol="0" anchor="ctr"/>
          <a:lstStyle/>
          <a:p>
            <a:pPr marL="0" indent="0">
              <a:buNone/>
            </a:pPr>
            <a:r>
              <a:rPr lang="en-US" sz="1000" b="1" dirty="0">
                <a:solidFill>
                  <a:srgbClr val="1D4ED8"/>
                </a:solidFill>
                <a:latin typeface="Pretendard" pitchFamily="34" charset="0"/>
                <a:ea typeface="Pretendard" pitchFamily="34" charset="-122"/>
                <a:cs typeface="Pretendard" pitchFamily="34" charset="-120"/>
              </a:rPr>
              <a:t>if()     </a:t>
            </a:r>
            <a:r>
              <a:rPr lang="en-US" sz="950" dirty="0">
                <a:solidFill>
                  <a:srgbClr val="4B5563"/>
                </a:solidFill>
                <a:latin typeface="Pretendard" pitchFamily="34" charset="0"/>
                <a:ea typeface="Pretendard" pitchFamily="34" charset="-122"/>
                <a:cs typeface="Pretendard" pitchFamily="34" charset="-120"/>
              </a:rPr>
              <a:t>조건에 따라 값 선택</a:t>
            </a:r>
            <a:endParaRPr lang="en-US" sz="1000" dirty="0"/>
          </a:p>
        </p:txBody>
      </p:sp>
      <p:sp>
        <p:nvSpPr>
          <p:cNvPr id="19" name="fn row">
            <a:extLst>
              <a:ext uri="{C183D7F6-B498-43B3-948B-1728B52AA6E4}">
                <adec:decorative xmlns:adec="http://schemas.microsoft.com/office/drawing/2017/decorative" val="1"/>
              </a:ext>
            </a:extLst>
          </p:cNvPr>
          <p:cNvSpPr/>
          <p:nvPr/>
        </p:nvSpPr>
        <p:spPr>
          <a:xfrm>
            <a:off x="4663440" y="3218688"/>
            <a:ext cx="3931920" cy="310896"/>
          </a:xfrm>
          <a:prstGeom prst="rect">
            <a:avLst/>
          </a:prstGeom>
          <a:solidFill>
            <a:srgbClr val="FFFFFF"/>
          </a:solidFill>
          <a:ln w="12700">
            <a:solidFill>
              <a:srgbClr val="E5E7EB"/>
            </a:solidFill>
            <a:prstDash val="solid"/>
          </a:ln>
        </p:spPr>
        <p:txBody>
          <a:bodyPr/>
          <a:lstStyle/>
          <a:p>
            <a:endParaRPr lang="en-US"/>
          </a:p>
        </p:txBody>
      </p:sp>
      <p:sp>
        <p:nvSpPr>
          <p:cNvPr id="20" name="Text 18">
            <a:extLst>
              <a:ext uri="{C183D7F6-B498-43B3-948B-1728B52AA6E4}">
                <adec:decorative xmlns:adec="http://schemas.microsoft.com/office/drawing/2017/decorative" val="1"/>
              </a:ext>
            </a:extLst>
          </p:cNvPr>
          <p:cNvSpPr/>
          <p:nvPr/>
        </p:nvSpPr>
        <p:spPr>
          <a:xfrm>
            <a:off x="4846320" y="3218688"/>
            <a:ext cx="3611880" cy="310896"/>
          </a:xfrm>
          <a:prstGeom prst="rect">
            <a:avLst/>
          </a:prstGeom>
          <a:noFill/>
          <a:ln/>
        </p:spPr>
        <p:txBody>
          <a:bodyPr wrap="square" lIns="0" tIns="0" rIns="0" bIns="0" rtlCol="0" anchor="ctr"/>
          <a:lstStyle/>
          <a:p>
            <a:pPr marL="0" indent="0">
              <a:buNone/>
            </a:pPr>
            <a:r>
              <a:rPr lang="en-US" sz="1000" b="1" dirty="0">
                <a:solidFill>
                  <a:srgbClr val="1D4ED8"/>
                </a:solidFill>
                <a:latin typeface="Pretendard" pitchFamily="34" charset="0"/>
                <a:ea typeface="Pretendard" pitchFamily="34" charset="-122"/>
                <a:cs typeface="Pretendard" pitchFamily="34" charset="-120"/>
              </a:rPr>
              <a:t>empty()     </a:t>
            </a:r>
            <a:r>
              <a:rPr lang="en-US" sz="950" dirty="0">
                <a:solidFill>
                  <a:srgbClr val="4B5563"/>
                </a:solidFill>
                <a:latin typeface="Pretendard" pitchFamily="34" charset="0"/>
                <a:ea typeface="Pretendard" pitchFamily="34" charset="-122"/>
                <a:cs typeface="Pretendard" pitchFamily="34" charset="-120"/>
              </a:rPr>
              <a:t>값이 비어 있는지 확인</a:t>
            </a:r>
            <a:endParaRPr lang="en-US" sz="1000" dirty="0"/>
          </a:p>
        </p:txBody>
      </p:sp>
      <p:sp>
        <p:nvSpPr>
          <p:cNvPr id="21" name="fn row">
            <a:extLst>
              <a:ext uri="{C183D7F6-B498-43B3-948B-1728B52AA6E4}">
                <adec:decorative xmlns:adec="http://schemas.microsoft.com/office/drawing/2017/decorative" val="1"/>
              </a:ext>
            </a:extLst>
          </p:cNvPr>
          <p:cNvSpPr/>
          <p:nvPr/>
        </p:nvSpPr>
        <p:spPr>
          <a:xfrm>
            <a:off x="4663440" y="3584448"/>
            <a:ext cx="3931920" cy="310896"/>
          </a:xfrm>
          <a:prstGeom prst="rect">
            <a:avLst/>
          </a:prstGeom>
          <a:solidFill>
            <a:srgbClr val="FFFFFF"/>
          </a:solidFill>
          <a:ln w="12700">
            <a:solidFill>
              <a:srgbClr val="E5E7EB"/>
            </a:solidFill>
            <a:prstDash val="solid"/>
          </a:ln>
        </p:spPr>
        <p:txBody>
          <a:bodyPr/>
          <a:lstStyle/>
          <a:p>
            <a:endParaRPr lang="ko-KR" altLang="en-US"/>
          </a:p>
        </p:txBody>
      </p:sp>
      <p:sp>
        <p:nvSpPr>
          <p:cNvPr id="22" name="Text 20"/>
          <p:cNvSpPr/>
          <p:nvPr/>
        </p:nvSpPr>
        <p:spPr>
          <a:xfrm>
            <a:off x="4846320" y="3584448"/>
            <a:ext cx="3611880" cy="310896"/>
          </a:xfrm>
          <a:prstGeom prst="rect">
            <a:avLst/>
          </a:prstGeom>
          <a:noFill/>
          <a:ln/>
        </p:spPr>
        <p:txBody>
          <a:bodyPr wrap="square" lIns="0" tIns="0" rIns="0" bIns="0" rtlCol="0" anchor="ctr"/>
          <a:lstStyle/>
          <a:p>
            <a:pPr marL="0" indent="0">
              <a:buNone/>
            </a:pPr>
            <a:r>
              <a:rPr lang="en-US" sz="1000" b="1" dirty="0">
                <a:solidFill>
                  <a:srgbClr val="1D4ED8"/>
                </a:solidFill>
                <a:latin typeface="Pretendard" pitchFamily="34" charset="0"/>
                <a:ea typeface="Pretendard" pitchFamily="34" charset="-122"/>
                <a:cs typeface="Pretendard" pitchFamily="34" charset="-120"/>
              </a:rPr>
              <a:t>coalesce()     </a:t>
            </a:r>
            <a:r>
              <a:rPr lang="en-US" sz="950" dirty="0">
                <a:solidFill>
                  <a:srgbClr val="4B5563"/>
                </a:solidFill>
                <a:latin typeface="Pretendard" pitchFamily="34" charset="0"/>
                <a:ea typeface="Pretendard" pitchFamily="34" charset="-122"/>
                <a:cs typeface="Pretendard" pitchFamily="34" charset="-120"/>
              </a:rPr>
              <a:t>비어 있지 않은 첫 값</a:t>
            </a:r>
            <a:endParaRPr lang="en-US" sz="1000" dirty="0"/>
          </a:p>
        </p:txBody>
      </p:sp>
      <p:sp>
        <p:nvSpPr>
          <p:cNvPr id="23" name="fn row">
            <a:extLst>
              <a:ext uri="{C183D7F6-B498-43B3-948B-1728B52AA6E4}">
                <adec:decorative xmlns:adec="http://schemas.microsoft.com/office/drawing/2017/decorative" val="1"/>
              </a:ext>
            </a:extLst>
          </p:cNvPr>
          <p:cNvSpPr/>
          <p:nvPr/>
        </p:nvSpPr>
        <p:spPr>
          <a:xfrm>
            <a:off x="4663440" y="3950208"/>
            <a:ext cx="3931920" cy="310896"/>
          </a:xfrm>
          <a:prstGeom prst="rect">
            <a:avLst/>
          </a:prstGeom>
          <a:solidFill>
            <a:srgbClr val="FFFFFF"/>
          </a:solidFill>
          <a:ln w="12700">
            <a:solidFill>
              <a:srgbClr val="E5E7EB"/>
            </a:solidFill>
            <a:prstDash val="solid"/>
          </a:ln>
        </p:spPr>
        <p:txBody>
          <a:bodyPr/>
          <a:lstStyle/>
          <a:p>
            <a:endParaRPr lang="en-US"/>
          </a:p>
        </p:txBody>
      </p:sp>
      <p:sp>
        <p:nvSpPr>
          <p:cNvPr id="24" name="Text 22"/>
          <p:cNvSpPr/>
          <p:nvPr/>
        </p:nvSpPr>
        <p:spPr>
          <a:xfrm>
            <a:off x="4846320" y="3950208"/>
            <a:ext cx="3611880" cy="310896"/>
          </a:xfrm>
          <a:prstGeom prst="rect">
            <a:avLst/>
          </a:prstGeom>
          <a:noFill/>
          <a:ln/>
        </p:spPr>
        <p:txBody>
          <a:bodyPr wrap="square" lIns="0" tIns="0" rIns="0" bIns="0" rtlCol="0" anchor="ctr"/>
          <a:lstStyle/>
          <a:p>
            <a:pPr marL="0" indent="0">
              <a:buNone/>
            </a:pPr>
            <a:r>
              <a:rPr lang="en-US" sz="1000" b="1" dirty="0">
                <a:solidFill>
                  <a:srgbClr val="1D4ED8"/>
                </a:solidFill>
                <a:latin typeface="Pretendard" pitchFamily="34" charset="0"/>
                <a:ea typeface="Pretendard" pitchFamily="34" charset="-122"/>
                <a:cs typeface="Pretendard" pitchFamily="34" charset="-120"/>
              </a:rPr>
              <a:t>length()     </a:t>
            </a:r>
            <a:r>
              <a:rPr lang="en-US" sz="950" dirty="0">
                <a:solidFill>
                  <a:srgbClr val="4B5563"/>
                </a:solidFill>
                <a:latin typeface="Pretendard" pitchFamily="34" charset="0"/>
                <a:ea typeface="Pretendard" pitchFamily="34" charset="-122"/>
                <a:cs typeface="Pretendard" pitchFamily="34" charset="-120"/>
              </a:rPr>
              <a:t>문자 수나 항목 수</a:t>
            </a:r>
            <a:endParaRPr lang="en-US" sz="1000" dirty="0"/>
          </a:p>
        </p:txBody>
      </p:sp>
      <p:sp>
        <p:nvSpPr>
          <p:cNvPr id="25" name="Text 23">
            <a:extLst>
              <a:ext uri="{C183D7F6-B498-43B3-948B-1728B52AA6E4}">
                <adec:decorative xmlns:adec="http://schemas.microsoft.com/office/drawing/2017/decorative" val="1"/>
              </a:ext>
            </a:extLst>
          </p:cNvPr>
          <p:cNvSpPr/>
          <p:nvPr/>
        </p:nvSpPr>
        <p:spPr>
          <a:xfrm>
            <a:off x="548640" y="3511296"/>
            <a:ext cx="3931920" cy="237744"/>
          </a:xfrm>
          <a:prstGeom prst="rect">
            <a:avLst/>
          </a:prstGeom>
          <a:noFill/>
          <a:ln/>
        </p:spPr>
        <p:txBody>
          <a:bodyPr wrap="square" lIns="0" tIns="0" rIns="0" bIns="0" rtlCol="0" anchor="ctr"/>
          <a:lstStyle/>
          <a:p>
            <a:pPr marL="0" indent="0">
              <a:buNone/>
            </a:pPr>
            <a:r>
              <a:rPr lang="en-US" sz="1100" b="1" dirty="0">
                <a:solidFill>
                  <a:srgbClr val="1D4ED8"/>
                </a:solidFill>
                <a:latin typeface="Pretendard" pitchFamily="34" charset="0"/>
                <a:ea typeface="Pretendard" pitchFamily="34" charset="-122"/>
                <a:cs typeface="Pretendard" pitchFamily="34" charset="-120"/>
              </a:rPr>
              <a:t>모범 사례</a:t>
            </a:r>
            <a:endParaRPr lang="en-US" sz="1100" dirty="0"/>
          </a:p>
        </p:txBody>
      </p:sp>
      <p:sp>
        <p:nvSpPr>
          <p:cNvPr id="26" name="bullet">
            <a:extLst>
              <a:ext uri="{C183D7F6-B498-43B3-948B-1728B52AA6E4}">
                <adec:decorative xmlns:adec="http://schemas.microsoft.com/office/drawing/2017/decorative" val="1"/>
              </a:ext>
            </a:extLst>
          </p:cNvPr>
          <p:cNvSpPr/>
          <p:nvPr/>
        </p:nvSpPr>
        <p:spPr>
          <a:xfrm>
            <a:off x="548640" y="3886200"/>
            <a:ext cx="82296" cy="82296"/>
          </a:xfrm>
          <a:prstGeom prst="rect">
            <a:avLst/>
          </a:prstGeom>
          <a:solidFill>
            <a:srgbClr val="3B82F6"/>
          </a:solidFill>
          <a:ln w="12700">
            <a:solidFill>
              <a:srgbClr val="3B82F6"/>
            </a:solidFill>
            <a:prstDash val="solid"/>
          </a:ln>
        </p:spPr>
        <p:txBody>
          <a:bodyPr/>
          <a:lstStyle/>
          <a:p>
            <a:endParaRPr lang="ko-KR" altLang="en-US"/>
          </a:p>
        </p:txBody>
      </p:sp>
      <p:sp>
        <p:nvSpPr>
          <p:cNvPr id="27" name="Text 25"/>
          <p:cNvSpPr/>
          <p:nvPr/>
        </p:nvSpPr>
        <p:spPr>
          <a:xfrm>
            <a:off x="749808" y="3803904"/>
            <a:ext cx="3749040" cy="256032"/>
          </a:xfrm>
          <a:prstGeom prst="rect">
            <a:avLst/>
          </a:prstGeom>
          <a:noFill/>
          <a:ln/>
        </p:spPr>
        <p:txBody>
          <a:bodyPr wrap="square" lIns="0" tIns="0" rIns="0" bIns="0" rtlCol="0" anchor="ctr"/>
          <a:lstStyle/>
          <a:p>
            <a:pPr marL="0" indent="0">
              <a:buNone/>
            </a:pPr>
            <a:r>
              <a:rPr lang="en-US" sz="950" dirty="0">
                <a:solidFill>
                  <a:srgbClr val="4B5563"/>
                </a:solidFill>
                <a:latin typeface="Pretendard" pitchFamily="34" charset="0"/>
                <a:ea typeface="Pretendard" pitchFamily="34" charset="-122"/>
                <a:cs typeface="Pretendard" pitchFamily="34" charset="-120"/>
              </a:rPr>
              <a:t>간단하게 시작해 점진적으로 확장</a:t>
            </a:r>
            <a:endParaRPr lang="en-US" sz="950" dirty="0"/>
          </a:p>
        </p:txBody>
      </p:sp>
      <p:sp>
        <p:nvSpPr>
          <p:cNvPr id="28" name="bullet">
            <a:extLst>
              <a:ext uri="{C183D7F6-B498-43B3-948B-1728B52AA6E4}">
                <adec:decorative xmlns:adec="http://schemas.microsoft.com/office/drawing/2017/decorative" val="1"/>
              </a:ext>
            </a:extLst>
          </p:cNvPr>
          <p:cNvSpPr/>
          <p:nvPr/>
        </p:nvSpPr>
        <p:spPr>
          <a:xfrm>
            <a:off x="548640" y="4169664"/>
            <a:ext cx="82296" cy="82296"/>
          </a:xfrm>
          <a:prstGeom prst="rect">
            <a:avLst/>
          </a:prstGeom>
          <a:solidFill>
            <a:srgbClr val="3B82F6"/>
          </a:solidFill>
          <a:ln w="12700">
            <a:solidFill>
              <a:srgbClr val="3B82F6"/>
            </a:solidFill>
            <a:prstDash val="solid"/>
          </a:ln>
        </p:spPr>
        <p:txBody>
          <a:bodyPr/>
          <a:lstStyle/>
          <a:p>
            <a:endParaRPr lang="en-US"/>
          </a:p>
        </p:txBody>
      </p:sp>
      <p:sp>
        <p:nvSpPr>
          <p:cNvPr id="29" name="Text 27"/>
          <p:cNvSpPr/>
          <p:nvPr/>
        </p:nvSpPr>
        <p:spPr>
          <a:xfrm>
            <a:off x="749808" y="4087368"/>
            <a:ext cx="3749040" cy="256032"/>
          </a:xfrm>
          <a:prstGeom prst="rect">
            <a:avLst/>
          </a:prstGeom>
          <a:noFill/>
          <a:ln/>
        </p:spPr>
        <p:txBody>
          <a:bodyPr wrap="square" lIns="0" tIns="0" rIns="0" bIns="0" rtlCol="0" anchor="ctr"/>
          <a:lstStyle/>
          <a:p>
            <a:pPr marL="0" indent="0">
              <a:buNone/>
            </a:pPr>
            <a:r>
              <a:rPr lang="en-US" sz="950" dirty="0">
                <a:solidFill>
                  <a:srgbClr val="4B5563"/>
                </a:solidFill>
                <a:latin typeface="Pretendard" pitchFamily="34" charset="0"/>
                <a:ea typeface="Pretendard" pitchFamily="34" charset="-122"/>
                <a:cs typeface="Pretendard" pitchFamily="34" charset="-120"/>
              </a:rPr>
              <a:t>노드 이름을 의미가 드러나게 변경</a:t>
            </a:r>
            <a:endParaRPr lang="en-US" sz="950" dirty="0"/>
          </a:p>
        </p:txBody>
      </p:sp>
      <p:sp>
        <p:nvSpPr>
          <p:cNvPr id="30" name="bullet">
            <a:extLst>
              <a:ext uri="{C183D7F6-B498-43B3-948B-1728B52AA6E4}">
                <adec:decorative xmlns:adec="http://schemas.microsoft.com/office/drawing/2017/decorative" val="1"/>
              </a:ext>
            </a:extLst>
          </p:cNvPr>
          <p:cNvSpPr/>
          <p:nvPr/>
        </p:nvSpPr>
        <p:spPr>
          <a:xfrm>
            <a:off x="548640" y="4453128"/>
            <a:ext cx="82296" cy="82296"/>
          </a:xfrm>
          <a:prstGeom prst="rect">
            <a:avLst/>
          </a:prstGeom>
          <a:solidFill>
            <a:srgbClr val="3B82F6"/>
          </a:solidFill>
          <a:ln w="12700">
            <a:solidFill>
              <a:srgbClr val="3B82F6"/>
            </a:solidFill>
            <a:prstDash val="solid"/>
          </a:ln>
        </p:spPr>
        <p:txBody>
          <a:bodyPr/>
          <a:lstStyle/>
          <a:p>
            <a:endParaRPr lang="ko-KR" altLang="en-US"/>
          </a:p>
        </p:txBody>
      </p:sp>
      <p:sp>
        <p:nvSpPr>
          <p:cNvPr id="31" name="Text 29"/>
          <p:cNvSpPr/>
          <p:nvPr/>
        </p:nvSpPr>
        <p:spPr>
          <a:xfrm>
            <a:off x="749808" y="4370832"/>
            <a:ext cx="3749040" cy="256032"/>
          </a:xfrm>
          <a:prstGeom prst="rect">
            <a:avLst/>
          </a:prstGeom>
          <a:noFill/>
          <a:ln/>
        </p:spPr>
        <p:txBody>
          <a:bodyPr wrap="square" lIns="0" tIns="0" rIns="0" bIns="0" rtlCol="0" anchor="ctr"/>
          <a:lstStyle/>
          <a:p>
            <a:pPr marL="0" indent="0">
              <a:buNone/>
            </a:pPr>
            <a:r>
              <a:rPr lang="en-US" sz="950" dirty="0">
                <a:solidFill>
                  <a:srgbClr val="4B5563"/>
                </a:solidFill>
                <a:latin typeface="Pretendard" pitchFamily="34" charset="0"/>
                <a:ea typeface="Pretendard" pitchFamily="34" charset="-122"/>
                <a:cs typeface="Pretendard" pitchFamily="34" charset="-120"/>
              </a:rPr>
              <a:t>Health Center로 게시 전 오류 해결</a:t>
            </a:r>
            <a:endParaRPr lang="en-US" sz="950" dirty="0"/>
          </a:p>
        </p:txBody>
      </p:sp>
      <p:sp>
        <p:nvSpPr>
          <p:cNvPr id="32" name="bullet">
            <a:extLst>
              <a:ext uri="{C183D7F6-B498-43B3-948B-1728B52AA6E4}">
                <adec:decorative xmlns:adec="http://schemas.microsoft.com/office/drawing/2017/decorative" val="1"/>
              </a:ext>
            </a:extLst>
          </p:cNvPr>
          <p:cNvSpPr/>
          <p:nvPr/>
        </p:nvSpPr>
        <p:spPr>
          <a:xfrm>
            <a:off x="548640" y="4736592"/>
            <a:ext cx="82296" cy="82296"/>
          </a:xfrm>
          <a:prstGeom prst="rect">
            <a:avLst/>
          </a:prstGeom>
          <a:solidFill>
            <a:srgbClr val="3B82F6"/>
          </a:solidFill>
          <a:ln w="12700">
            <a:solidFill>
              <a:srgbClr val="3B82F6"/>
            </a:solidFill>
            <a:prstDash val="solid"/>
          </a:ln>
        </p:spPr>
        <p:txBody>
          <a:bodyPr/>
          <a:lstStyle/>
          <a:p>
            <a:endParaRPr lang="ko-KR" altLang="en-US"/>
          </a:p>
        </p:txBody>
      </p:sp>
      <p:sp>
        <p:nvSpPr>
          <p:cNvPr id="33" name="Text 31"/>
          <p:cNvSpPr/>
          <p:nvPr/>
        </p:nvSpPr>
        <p:spPr>
          <a:xfrm>
            <a:off x="749808" y="4654296"/>
            <a:ext cx="3749040" cy="256032"/>
          </a:xfrm>
          <a:prstGeom prst="rect">
            <a:avLst/>
          </a:prstGeom>
          <a:noFill/>
          <a:ln/>
        </p:spPr>
        <p:txBody>
          <a:bodyPr wrap="square" lIns="0" tIns="0" rIns="0" bIns="0" rtlCol="0" anchor="ctr"/>
          <a:lstStyle/>
          <a:p>
            <a:pPr marL="0" indent="0">
              <a:buNone/>
            </a:pPr>
            <a:r>
              <a:rPr lang="en-US" sz="950" dirty="0">
                <a:solidFill>
                  <a:srgbClr val="4B5563"/>
                </a:solidFill>
                <a:latin typeface="Pretendard" pitchFamily="34" charset="0"/>
                <a:ea typeface="Pretendard" pitchFamily="34" charset="-122"/>
                <a:cs typeface="Pretendard" pitchFamily="34" charset="-120"/>
              </a:rPr>
              <a:t>저장과 게시 후에도 충분히 테스트</a:t>
            </a:r>
            <a:endParaRPr lang="en-US" sz="9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a:extLst>
              <a:ext uri="{C183D7F6-B498-43B3-948B-1728B52AA6E4}">
                <adec:decorative xmlns:adec="http://schemas.microsoft.com/office/drawing/2017/decorative" val="1"/>
              </a:ext>
            </a:extLst>
          </p:cNvPr>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실습</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랩 07 · 디바이스 요청 워크플로 만들기</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07  ·  실습 안내</a:t>
            </a:r>
            <a:endParaRPr lang="en-US" sz="950" dirty="0"/>
          </a:p>
        </p:txBody>
      </p:sp>
      <p:sp>
        <p:nvSpPr>
          <p:cNvPr id="7" name="usecase band">
            <a:extLst>
              <a:ext uri="{C183D7F6-B498-43B3-948B-1728B52AA6E4}">
                <adec:decorative xmlns:adec="http://schemas.microsoft.com/office/drawing/2017/decorative" val="1"/>
              </a:ext>
            </a:extLst>
          </p:cNvPr>
          <p:cNvSpPr/>
          <p:nvPr/>
        </p:nvSpPr>
        <p:spPr>
          <a:xfrm>
            <a:off x="548640" y="1371600"/>
            <a:ext cx="8046720" cy="512064"/>
          </a:xfrm>
          <a:prstGeom prst="rect">
            <a:avLst/>
          </a:prstGeom>
          <a:solidFill>
            <a:srgbClr val="F3F5F9"/>
          </a:solidFill>
          <a:ln w="12700">
            <a:solidFill>
              <a:srgbClr val="F3F5F9"/>
            </a:solidFill>
            <a:prstDash val="solid"/>
          </a:ln>
        </p:spPr>
        <p:txBody>
          <a:bodyPr/>
          <a:lstStyle/>
          <a:p>
            <a:endParaRPr lang="ko-KR" altLang="en-US"/>
          </a:p>
        </p:txBody>
      </p:sp>
      <p:sp>
        <p:nvSpPr>
          <p:cNvPr id="8" name="usecase accent">
            <a:extLst>
              <a:ext uri="{C183D7F6-B498-43B3-948B-1728B52AA6E4}">
                <adec:decorative xmlns:adec="http://schemas.microsoft.com/office/drawing/2017/decorative" val="1"/>
              </a:ext>
            </a:extLst>
          </p:cNvPr>
          <p:cNvSpPr/>
          <p:nvPr/>
        </p:nvSpPr>
        <p:spPr>
          <a:xfrm>
            <a:off x="548640" y="1371600"/>
            <a:ext cx="50292" cy="512064"/>
          </a:xfrm>
          <a:prstGeom prst="rect">
            <a:avLst/>
          </a:prstGeom>
          <a:solidFill>
            <a:srgbClr val="1D4ED8"/>
          </a:solidFill>
          <a:ln w="12700">
            <a:solidFill>
              <a:srgbClr val="1D4ED8"/>
            </a:solidFill>
            <a:prstDash val="solid"/>
          </a:ln>
        </p:spPr>
        <p:txBody>
          <a:bodyPr/>
          <a:lstStyle/>
          <a:p>
            <a:endParaRPr lang="en-US"/>
          </a:p>
        </p:txBody>
      </p:sp>
      <p:sp>
        <p:nvSpPr>
          <p:cNvPr id="9" name="Text 7">
            <a:extLst>
              <a:ext uri="{C183D7F6-B498-43B3-948B-1728B52AA6E4}">
                <adec:decorative xmlns:adec="http://schemas.microsoft.com/office/drawing/2017/decorative" val="1"/>
              </a:ext>
            </a:extLst>
          </p:cNvPr>
          <p:cNvSpPr/>
          <p:nvPr/>
        </p:nvSpPr>
        <p:spPr>
          <a:xfrm>
            <a:off x="777240" y="1371600"/>
            <a:ext cx="7589520" cy="512064"/>
          </a:xfrm>
          <a:prstGeom prst="rect">
            <a:avLst/>
          </a:prstGeom>
          <a:noFill/>
          <a:ln/>
        </p:spPr>
        <p:txBody>
          <a:bodyPr wrap="square" lIns="0" tIns="0" rIns="0" bIns="0" rtlCol="0" anchor="ctr"/>
          <a:lstStyle/>
          <a:p>
            <a:pPr marL="0" indent="0">
              <a:buNone/>
            </a:pPr>
            <a:r>
              <a:rPr lang="en-US" sz="1050" b="1" dirty="0">
                <a:solidFill>
                  <a:srgbClr val="1D4ED8"/>
                </a:solidFill>
                <a:latin typeface="Pretendard" pitchFamily="34" charset="0"/>
                <a:ea typeface="Pretendard" pitchFamily="34" charset="-122"/>
                <a:cs typeface="Pretendard" pitchFamily="34" charset="-120"/>
              </a:rPr>
              <a:t>사용 사례   </a:t>
            </a:r>
            <a:r>
              <a:rPr lang="en-US" sz="1100" dirty="0">
                <a:solidFill>
                  <a:srgbClr val="111827"/>
                </a:solidFill>
                <a:latin typeface="Pretendard" pitchFamily="34" charset="0"/>
                <a:ea typeface="Pretendard" pitchFamily="34" charset="-122"/>
                <a:cs typeface="Pretendard" pitchFamily="34" charset="-120"/>
              </a:rPr>
              <a:t>관리자가 이메일로 디바이스 요청을 받아, 직원이 요청한 디바이스를 검토할 수 있습니다.</a:t>
            </a:r>
            <a:endParaRPr lang="en-US" sz="1050" dirty="0"/>
          </a:p>
        </p:txBody>
      </p:sp>
      <p:sp>
        <p:nvSpPr>
          <p:cNvPr id="10" name="step card">
            <a:extLst>
              <a:ext uri="{C183D7F6-B498-43B3-948B-1728B52AA6E4}">
                <adec:decorative xmlns:adec="http://schemas.microsoft.com/office/drawing/2017/decorative" val="1"/>
              </a:ext>
            </a:extLst>
          </p:cNvPr>
          <p:cNvSpPr/>
          <p:nvPr/>
        </p:nvSpPr>
        <p:spPr>
          <a:xfrm>
            <a:off x="548640" y="2029968"/>
            <a:ext cx="1984248" cy="1517904"/>
          </a:xfrm>
          <a:prstGeom prst="rect">
            <a:avLst/>
          </a:prstGeom>
          <a:solidFill>
            <a:srgbClr val="FFFFFF"/>
          </a:solidFill>
          <a:ln w="12700">
            <a:solidFill>
              <a:srgbClr val="E5E7EB"/>
            </a:solidFill>
            <a:prstDash val="solid"/>
          </a:ln>
        </p:spPr>
        <p:txBody>
          <a:bodyPr/>
          <a:lstStyle/>
          <a:p>
            <a:endParaRPr lang="en-US"/>
          </a:p>
        </p:txBody>
      </p:sp>
      <p:sp>
        <p:nvSpPr>
          <p:cNvPr id="11" name="card rule">
            <a:extLst>
              <a:ext uri="{C183D7F6-B498-43B3-948B-1728B52AA6E4}">
                <adec:decorative xmlns:adec="http://schemas.microsoft.com/office/drawing/2017/decorative" val="1"/>
              </a:ext>
            </a:extLst>
          </p:cNvPr>
          <p:cNvSpPr/>
          <p:nvPr/>
        </p:nvSpPr>
        <p:spPr>
          <a:xfrm>
            <a:off x="548640" y="2029968"/>
            <a:ext cx="1984248" cy="36576"/>
          </a:xfrm>
          <a:prstGeom prst="rect">
            <a:avLst/>
          </a:prstGeom>
          <a:solidFill>
            <a:srgbClr val="3B82F6"/>
          </a:solidFill>
          <a:ln w="12700">
            <a:solidFill>
              <a:srgbClr val="3B82F6"/>
            </a:solidFill>
            <a:prstDash val="solid"/>
          </a:ln>
        </p:spPr>
        <p:txBody>
          <a:bodyPr/>
          <a:lstStyle/>
          <a:p>
            <a:endParaRPr lang="en-US"/>
          </a:p>
        </p:txBody>
      </p:sp>
      <p:sp>
        <p:nvSpPr>
          <p:cNvPr id="12" name="Text 10"/>
          <p:cNvSpPr/>
          <p:nvPr/>
        </p:nvSpPr>
        <p:spPr>
          <a:xfrm>
            <a:off x="713232" y="2194560"/>
            <a:ext cx="1655064" cy="237744"/>
          </a:xfrm>
          <a:prstGeom prst="rect">
            <a:avLst/>
          </a:prstGeom>
          <a:noFill/>
          <a:ln/>
        </p:spPr>
        <p:txBody>
          <a:bodyPr wrap="square" lIns="0" tIns="0" rIns="0" bIns="0" rtlCol="0" anchor="ctr"/>
          <a:lstStyle/>
          <a:p>
            <a:pPr marL="0" indent="0">
              <a:buNone/>
            </a:pPr>
            <a:r>
              <a:rPr lang="en-US" sz="1200" b="1" dirty="0">
                <a:solidFill>
                  <a:srgbClr val="1D4ED8"/>
                </a:solidFill>
                <a:latin typeface="Pretendard" pitchFamily="34" charset="0"/>
                <a:ea typeface="Pretendard" pitchFamily="34" charset="-122"/>
                <a:cs typeface="Pretendard" pitchFamily="34" charset="-120"/>
              </a:rPr>
              <a:t>7.1</a:t>
            </a:r>
            <a:endParaRPr lang="en-US" sz="1200" dirty="0"/>
          </a:p>
        </p:txBody>
      </p:sp>
      <p:sp>
        <p:nvSpPr>
          <p:cNvPr id="13" name="Text 11">
            <a:extLst>
              <a:ext uri="{C183D7F6-B498-43B3-948B-1728B52AA6E4}">
                <adec:decorative xmlns:adec="http://schemas.microsoft.com/office/drawing/2017/decorative" val="1"/>
              </a:ext>
            </a:extLst>
          </p:cNvPr>
          <p:cNvSpPr/>
          <p:nvPr/>
        </p:nvSpPr>
        <p:spPr>
          <a:xfrm>
            <a:off x="713232" y="2468880"/>
            <a:ext cx="1655064" cy="274320"/>
          </a:xfrm>
          <a:prstGeom prst="rect">
            <a:avLst/>
          </a:prstGeom>
          <a:noFill/>
          <a:ln/>
        </p:spPr>
        <p:txBody>
          <a:bodyPr wrap="square" lIns="0" tIns="0" rIns="0" bIns="0" rtlCol="0" anchor="t"/>
          <a:lstStyle/>
          <a:p>
            <a:pPr marL="0" indent="0">
              <a:buNone/>
            </a:pPr>
            <a:r>
              <a:rPr lang="en-US" sz="1150" b="1" dirty="0">
                <a:solidFill>
                  <a:srgbClr val="111827"/>
                </a:solidFill>
                <a:latin typeface="Pretendard" pitchFamily="34" charset="0"/>
                <a:ea typeface="Pretendard" pitchFamily="34" charset="-122"/>
                <a:cs typeface="Pretendard" pitchFamily="34" charset="-120"/>
              </a:rPr>
              <a:t>워크플로 만들기</a:t>
            </a:r>
            <a:endParaRPr lang="en-US" sz="1150" dirty="0"/>
          </a:p>
        </p:txBody>
      </p:sp>
      <p:sp>
        <p:nvSpPr>
          <p:cNvPr id="14" name="Text 12"/>
          <p:cNvSpPr/>
          <p:nvPr/>
        </p:nvSpPr>
        <p:spPr>
          <a:xfrm>
            <a:off x="713232" y="2779776"/>
            <a:ext cx="1655064" cy="658368"/>
          </a:xfrm>
          <a:prstGeom prst="rect">
            <a:avLst/>
          </a:prstGeom>
          <a:noFill/>
          <a:ln/>
        </p:spPr>
        <p:txBody>
          <a:bodyPr wrap="square" lIns="0" tIns="0" rIns="0" bIns="0" rtlCol="0" anchor="t"/>
          <a:lstStyle/>
          <a:p>
            <a:pPr marL="0" indent="0">
              <a:lnSpc>
                <a:spcPct val="122000"/>
              </a:lnSpc>
              <a:buNone/>
            </a:pPr>
            <a:r>
              <a:rPr lang="en-US" sz="900" dirty="0">
                <a:solidFill>
                  <a:srgbClr val="4B5563"/>
                </a:solidFill>
                <a:latin typeface="Pretendard" pitchFamily="34" charset="0"/>
                <a:ea typeface="Pretendard" pitchFamily="34" charset="-122"/>
                <a:cs typeface="Pretendard" pitchFamily="34" charset="-120"/>
              </a:rPr>
              <a:t>트리거를 에이전트 호출로</a:t>
            </a:r>
            <a:endParaRPr lang="en-US" sz="900" dirty="0"/>
          </a:p>
          <a:p>
            <a:pPr marL="0" indent="0">
              <a:lnSpc>
                <a:spcPct val="122000"/>
              </a:lnSpc>
              <a:buNone/>
            </a:pPr>
            <a:r>
              <a:rPr lang="en-US" sz="900" dirty="0">
                <a:solidFill>
                  <a:srgbClr val="4B5563"/>
                </a:solidFill>
                <a:latin typeface="Pretendard" pitchFamily="34" charset="0"/>
                <a:ea typeface="Pretendard" pitchFamily="34" charset="-122"/>
                <a:cs typeface="Pretendard" pitchFamily="34" charset="-120"/>
              </a:rPr>
              <a:t>바꾸고 입력 세 개를 정의</a:t>
            </a:r>
            <a:endParaRPr lang="en-US" sz="900" dirty="0"/>
          </a:p>
        </p:txBody>
      </p:sp>
      <p:sp>
        <p:nvSpPr>
          <p:cNvPr id="15" name="step card">
            <a:extLst>
              <a:ext uri="{C183D7F6-B498-43B3-948B-1728B52AA6E4}">
                <adec:decorative xmlns:adec="http://schemas.microsoft.com/office/drawing/2017/decorative" val="1"/>
              </a:ext>
            </a:extLst>
          </p:cNvPr>
          <p:cNvSpPr/>
          <p:nvPr/>
        </p:nvSpPr>
        <p:spPr>
          <a:xfrm>
            <a:off x="2587752" y="2029968"/>
            <a:ext cx="1984248" cy="1517904"/>
          </a:xfrm>
          <a:prstGeom prst="rect">
            <a:avLst/>
          </a:prstGeom>
          <a:solidFill>
            <a:srgbClr val="FFFFFF"/>
          </a:solidFill>
          <a:ln w="12700">
            <a:solidFill>
              <a:srgbClr val="E5E7EB"/>
            </a:solidFill>
            <a:prstDash val="solid"/>
          </a:ln>
        </p:spPr>
        <p:txBody>
          <a:bodyPr/>
          <a:lstStyle/>
          <a:p>
            <a:endParaRPr lang="ko-KR" altLang="en-US"/>
          </a:p>
        </p:txBody>
      </p:sp>
      <p:sp>
        <p:nvSpPr>
          <p:cNvPr id="16" name="card rule">
            <a:extLst>
              <a:ext uri="{C183D7F6-B498-43B3-948B-1728B52AA6E4}">
                <adec:decorative xmlns:adec="http://schemas.microsoft.com/office/drawing/2017/decorative" val="1"/>
              </a:ext>
            </a:extLst>
          </p:cNvPr>
          <p:cNvSpPr/>
          <p:nvPr/>
        </p:nvSpPr>
        <p:spPr>
          <a:xfrm>
            <a:off x="2587752" y="2029968"/>
            <a:ext cx="1984248" cy="36576"/>
          </a:xfrm>
          <a:prstGeom prst="rect">
            <a:avLst/>
          </a:prstGeom>
          <a:solidFill>
            <a:srgbClr val="3B82F6"/>
          </a:solidFill>
          <a:ln w="12700">
            <a:solidFill>
              <a:srgbClr val="3B82F6"/>
            </a:solidFill>
            <a:prstDash val="solid"/>
          </a:ln>
        </p:spPr>
        <p:txBody>
          <a:bodyPr/>
          <a:lstStyle/>
          <a:p>
            <a:endParaRPr lang="en-US"/>
          </a:p>
        </p:txBody>
      </p:sp>
      <p:sp>
        <p:nvSpPr>
          <p:cNvPr id="17" name="Text 15"/>
          <p:cNvSpPr/>
          <p:nvPr/>
        </p:nvSpPr>
        <p:spPr>
          <a:xfrm>
            <a:off x="2752344" y="2194560"/>
            <a:ext cx="1655064" cy="237744"/>
          </a:xfrm>
          <a:prstGeom prst="rect">
            <a:avLst/>
          </a:prstGeom>
          <a:noFill/>
          <a:ln/>
        </p:spPr>
        <p:txBody>
          <a:bodyPr wrap="square" lIns="0" tIns="0" rIns="0" bIns="0" rtlCol="0" anchor="ctr"/>
          <a:lstStyle/>
          <a:p>
            <a:pPr marL="0" indent="0">
              <a:buNone/>
            </a:pPr>
            <a:r>
              <a:rPr lang="en-US" sz="1200" b="1" dirty="0">
                <a:solidFill>
                  <a:srgbClr val="1D4ED8"/>
                </a:solidFill>
                <a:latin typeface="Pretendard" pitchFamily="34" charset="0"/>
                <a:ea typeface="Pretendard" pitchFamily="34" charset="-122"/>
                <a:cs typeface="Pretendard" pitchFamily="34" charset="-120"/>
              </a:rPr>
              <a:t>7.2</a:t>
            </a:r>
            <a:endParaRPr lang="en-US" sz="1200" dirty="0"/>
          </a:p>
        </p:txBody>
      </p:sp>
      <p:sp>
        <p:nvSpPr>
          <p:cNvPr id="18" name="Text 16"/>
          <p:cNvSpPr/>
          <p:nvPr/>
        </p:nvSpPr>
        <p:spPr>
          <a:xfrm>
            <a:off x="2752344" y="2468880"/>
            <a:ext cx="1655064" cy="274320"/>
          </a:xfrm>
          <a:prstGeom prst="rect">
            <a:avLst/>
          </a:prstGeom>
          <a:noFill/>
          <a:ln/>
        </p:spPr>
        <p:txBody>
          <a:bodyPr wrap="square" lIns="0" tIns="0" rIns="0" bIns="0" rtlCol="0" anchor="t"/>
          <a:lstStyle/>
          <a:p>
            <a:pPr marL="0" indent="0">
              <a:buNone/>
            </a:pPr>
            <a:r>
              <a:rPr lang="en-US" sz="1150" b="1" dirty="0">
                <a:solidFill>
                  <a:srgbClr val="111827"/>
                </a:solidFill>
                <a:latin typeface="Pretendard" pitchFamily="34" charset="0"/>
                <a:ea typeface="Pretendard" pitchFamily="34" charset="-122"/>
                <a:cs typeface="Pretendard" pitchFamily="34" charset="-120"/>
              </a:rPr>
              <a:t>에이전트에 추가</a:t>
            </a:r>
            <a:endParaRPr lang="en-US" sz="1150" dirty="0"/>
          </a:p>
        </p:txBody>
      </p:sp>
      <p:sp>
        <p:nvSpPr>
          <p:cNvPr id="19" name="Text 17">
            <a:extLst>
              <a:ext uri="{C183D7F6-B498-43B3-948B-1728B52AA6E4}">
                <adec:decorative xmlns:adec="http://schemas.microsoft.com/office/drawing/2017/decorative" val="1"/>
              </a:ext>
            </a:extLst>
          </p:cNvPr>
          <p:cNvSpPr/>
          <p:nvPr/>
        </p:nvSpPr>
        <p:spPr>
          <a:xfrm>
            <a:off x="2752344" y="2779776"/>
            <a:ext cx="1655064" cy="658368"/>
          </a:xfrm>
          <a:prstGeom prst="rect">
            <a:avLst/>
          </a:prstGeom>
          <a:noFill/>
          <a:ln/>
        </p:spPr>
        <p:txBody>
          <a:bodyPr wrap="square" lIns="0" tIns="0" rIns="0" bIns="0" rtlCol="0" anchor="t"/>
          <a:lstStyle/>
          <a:p>
            <a:pPr marL="0" indent="0">
              <a:lnSpc>
                <a:spcPct val="122000"/>
              </a:lnSpc>
              <a:buNone/>
            </a:pPr>
            <a:r>
              <a:rPr lang="en-US" sz="900" dirty="0">
                <a:solidFill>
                  <a:srgbClr val="4B5563"/>
                </a:solidFill>
                <a:latin typeface="Pretendard" pitchFamily="34" charset="0"/>
                <a:ea typeface="Pretendard" pitchFamily="34" charset="-122"/>
                <a:cs typeface="Pretendard" pitchFamily="34" charset="-120"/>
              </a:rPr>
              <a:t>게시한 워크플로를</a:t>
            </a:r>
            <a:endParaRPr lang="en-US" sz="900" dirty="0"/>
          </a:p>
          <a:p>
            <a:pPr marL="0" indent="0">
              <a:lnSpc>
                <a:spcPct val="122000"/>
              </a:lnSpc>
              <a:buNone/>
            </a:pPr>
            <a:r>
              <a:rPr lang="en-US" sz="900" dirty="0">
                <a:solidFill>
                  <a:srgbClr val="4B5563"/>
                </a:solidFill>
                <a:latin typeface="Pretendard" pitchFamily="34" charset="0"/>
                <a:ea typeface="Pretendard" pitchFamily="34" charset="-122"/>
                <a:cs typeface="Pretendard" pitchFamily="34" charset="-120"/>
              </a:rPr>
              <a:t>도구로 연결</a:t>
            </a:r>
            <a:endParaRPr lang="en-US" sz="900" dirty="0"/>
          </a:p>
        </p:txBody>
      </p:sp>
      <p:sp>
        <p:nvSpPr>
          <p:cNvPr id="20" name="step card">
            <a:extLst>
              <a:ext uri="{C183D7F6-B498-43B3-948B-1728B52AA6E4}">
                <adec:decorative xmlns:adec="http://schemas.microsoft.com/office/drawing/2017/decorative" val="1"/>
              </a:ext>
            </a:extLst>
          </p:cNvPr>
          <p:cNvSpPr/>
          <p:nvPr/>
        </p:nvSpPr>
        <p:spPr>
          <a:xfrm>
            <a:off x="4626864" y="2029968"/>
            <a:ext cx="1984248" cy="1517904"/>
          </a:xfrm>
          <a:prstGeom prst="rect">
            <a:avLst/>
          </a:prstGeom>
          <a:solidFill>
            <a:srgbClr val="FFFFFF"/>
          </a:solidFill>
          <a:ln w="12700">
            <a:solidFill>
              <a:srgbClr val="E5E7EB"/>
            </a:solidFill>
            <a:prstDash val="solid"/>
          </a:ln>
        </p:spPr>
        <p:txBody>
          <a:bodyPr/>
          <a:lstStyle/>
          <a:p>
            <a:endParaRPr lang="en-US"/>
          </a:p>
        </p:txBody>
      </p:sp>
      <p:sp>
        <p:nvSpPr>
          <p:cNvPr id="21" name="card rule">
            <a:extLst>
              <a:ext uri="{C183D7F6-B498-43B3-948B-1728B52AA6E4}">
                <adec:decorative xmlns:adec="http://schemas.microsoft.com/office/drawing/2017/decorative" val="1"/>
              </a:ext>
            </a:extLst>
          </p:cNvPr>
          <p:cNvSpPr/>
          <p:nvPr/>
        </p:nvSpPr>
        <p:spPr>
          <a:xfrm>
            <a:off x="4626864" y="2029968"/>
            <a:ext cx="1984248" cy="36576"/>
          </a:xfrm>
          <a:prstGeom prst="rect">
            <a:avLst/>
          </a:prstGeom>
          <a:solidFill>
            <a:srgbClr val="3B82F6"/>
          </a:solidFill>
          <a:ln w="12700">
            <a:solidFill>
              <a:srgbClr val="3B82F6"/>
            </a:solidFill>
            <a:prstDash val="solid"/>
          </a:ln>
        </p:spPr>
        <p:txBody>
          <a:bodyPr/>
          <a:lstStyle/>
          <a:p>
            <a:endParaRPr lang="ko-KR" altLang="en-US"/>
          </a:p>
        </p:txBody>
      </p:sp>
      <p:sp>
        <p:nvSpPr>
          <p:cNvPr id="22" name="Text 20"/>
          <p:cNvSpPr/>
          <p:nvPr/>
        </p:nvSpPr>
        <p:spPr>
          <a:xfrm>
            <a:off x="4791456" y="2194560"/>
            <a:ext cx="1655064" cy="237744"/>
          </a:xfrm>
          <a:prstGeom prst="rect">
            <a:avLst/>
          </a:prstGeom>
          <a:noFill/>
          <a:ln/>
        </p:spPr>
        <p:txBody>
          <a:bodyPr wrap="square" lIns="0" tIns="0" rIns="0" bIns="0" rtlCol="0" anchor="ctr"/>
          <a:lstStyle/>
          <a:p>
            <a:pPr marL="0" indent="0">
              <a:buNone/>
            </a:pPr>
            <a:r>
              <a:rPr lang="en-US" sz="1200" b="1" dirty="0">
                <a:solidFill>
                  <a:srgbClr val="1D4ED8"/>
                </a:solidFill>
                <a:latin typeface="Pretendard" pitchFamily="34" charset="0"/>
                <a:ea typeface="Pretendard" pitchFamily="34" charset="-122"/>
                <a:cs typeface="Pretendard" pitchFamily="34" charset="-120"/>
              </a:rPr>
              <a:t>7.3</a:t>
            </a:r>
            <a:endParaRPr lang="en-US" sz="1200" dirty="0"/>
          </a:p>
        </p:txBody>
      </p:sp>
      <p:sp>
        <p:nvSpPr>
          <p:cNvPr id="23" name="Text 21"/>
          <p:cNvSpPr/>
          <p:nvPr/>
        </p:nvSpPr>
        <p:spPr>
          <a:xfrm>
            <a:off x="4791456" y="2468880"/>
            <a:ext cx="1655064" cy="274320"/>
          </a:xfrm>
          <a:prstGeom prst="rect">
            <a:avLst/>
          </a:prstGeom>
          <a:noFill/>
          <a:ln/>
        </p:spPr>
        <p:txBody>
          <a:bodyPr wrap="square" lIns="0" tIns="0" rIns="0" bIns="0" rtlCol="0" anchor="t"/>
          <a:lstStyle/>
          <a:p>
            <a:pPr marL="0" indent="0">
              <a:buNone/>
            </a:pPr>
            <a:r>
              <a:rPr lang="en-US" sz="1150" b="1" dirty="0">
                <a:solidFill>
                  <a:srgbClr val="111827"/>
                </a:solidFill>
                <a:latin typeface="Pretendard" pitchFamily="34" charset="0"/>
                <a:ea typeface="Pretendard" pitchFamily="34" charset="-122"/>
                <a:cs typeface="Pretendard" pitchFamily="34" charset="-120"/>
              </a:rPr>
              <a:t>스킬 업데이트</a:t>
            </a:r>
            <a:endParaRPr lang="en-US" sz="1150" dirty="0"/>
          </a:p>
        </p:txBody>
      </p:sp>
      <p:sp>
        <p:nvSpPr>
          <p:cNvPr id="24" name="Text 22"/>
          <p:cNvSpPr/>
          <p:nvPr/>
        </p:nvSpPr>
        <p:spPr>
          <a:xfrm>
            <a:off x="4791456" y="2779776"/>
            <a:ext cx="1655064" cy="658368"/>
          </a:xfrm>
          <a:prstGeom prst="rect">
            <a:avLst/>
          </a:prstGeom>
          <a:noFill/>
          <a:ln/>
        </p:spPr>
        <p:txBody>
          <a:bodyPr wrap="square" lIns="0" tIns="0" rIns="0" bIns="0" rtlCol="0" anchor="t"/>
          <a:lstStyle/>
          <a:p>
            <a:pPr marL="0" indent="0">
              <a:lnSpc>
                <a:spcPct val="122000"/>
              </a:lnSpc>
              <a:buNone/>
            </a:pPr>
            <a:r>
              <a:rPr lang="en-US" sz="900" dirty="0">
                <a:solidFill>
                  <a:srgbClr val="4B5563"/>
                </a:solidFill>
                <a:latin typeface="Pretendard" pitchFamily="34" charset="0"/>
                <a:ea typeface="Pretendard" pitchFamily="34" charset="-122"/>
                <a:cs typeface="Pretendard" pitchFamily="34" charset="-120"/>
              </a:rPr>
              <a:t>요청 정보를 워크플로에</a:t>
            </a:r>
            <a:endParaRPr lang="en-US" sz="900" dirty="0"/>
          </a:p>
          <a:p>
            <a:pPr marL="0" indent="0">
              <a:lnSpc>
                <a:spcPct val="122000"/>
              </a:lnSpc>
              <a:buNone/>
            </a:pPr>
            <a:r>
              <a:rPr lang="en-US" sz="900" dirty="0">
                <a:solidFill>
                  <a:srgbClr val="4B5563"/>
                </a:solidFill>
                <a:latin typeface="Pretendard" pitchFamily="34" charset="0"/>
                <a:ea typeface="Pretendard" pitchFamily="34" charset="-122"/>
                <a:cs typeface="Pretendard" pitchFamily="34" charset="-120"/>
              </a:rPr>
              <a:t>전달하도록 보완</a:t>
            </a:r>
            <a:endParaRPr lang="en-US" sz="900" dirty="0"/>
          </a:p>
        </p:txBody>
      </p:sp>
      <p:sp>
        <p:nvSpPr>
          <p:cNvPr id="25" name="step card">
            <a:extLst>
              <a:ext uri="{C183D7F6-B498-43B3-948B-1728B52AA6E4}">
                <adec:decorative xmlns:adec="http://schemas.microsoft.com/office/drawing/2017/decorative" val="1"/>
              </a:ext>
            </a:extLst>
          </p:cNvPr>
          <p:cNvSpPr/>
          <p:nvPr/>
        </p:nvSpPr>
        <p:spPr>
          <a:xfrm>
            <a:off x="6665976" y="2029968"/>
            <a:ext cx="1984248" cy="1517904"/>
          </a:xfrm>
          <a:prstGeom prst="rect">
            <a:avLst/>
          </a:prstGeom>
          <a:solidFill>
            <a:srgbClr val="FFFFFF"/>
          </a:solidFill>
          <a:ln w="12700">
            <a:solidFill>
              <a:srgbClr val="E5E7EB"/>
            </a:solidFill>
            <a:prstDash val="solid"/>
          </a:ln>
        </p:spPr>
        <p:txBody>
          <a:bodyPr/>
          <a:lstStyle/>
          <a:p>
            <a:endParaRPr lang="ko-KR" altLang="en-US"/>
          </a:p>
        </p:txBody>
      </p:sp>
      <p:sp>
        <p:nvSpPr>
          <p:cNvPr id="26" name="card rule">
            <a:extLst>
              <a:ext uri="{C183D7F6-B498-43B3-948B-1728B52AA6E4}">
                <adec:decorative xmlns:adec="http://schemas.microsoft.com/office/drawing/2017/decorative" val="1"/>
              </a:ext>
            </a:extLst>
          </p:cNvPr>
          <p:cNvSpPr/>
          <p:nvPr/>
        </p:nvSpPr>
        <p:spPr>
          <a:xfrm>
            <a:off x="6665976" y="2029968"/>
            <a:ext cx="1984248" cy="36576"/>
          </a:xfrm>
          <a:prstGeom prst="rect">
            <a:avLst/>
          </a:prstGeom>
          <a:solidFill>
            <a:srgbClr val="3B82F6"/>
          </a:solidFill>
          <a:ln w="12700">
            <a:solidFill>
              <a:srgbClr val="3B82F6"/>
            </a:solidFill>
            <a:prstDash val="solid"/>
          </a:ln>
        </p:spPr>
        <p:txBody>
          <a:bodyPr/>
          <a:lstStyle/>
          <a:p>
            <a:endParaRPr lang="ko-KR" altLang="en-US"/>
          </a:p>
        </p:txBody>
      </p:sp>
      <p:sp>
        <p:nvSpPr>
          <p:cNvPr id="27" name="Text 25"/>
          <p:cNvSpPr/>
          <p:nvPr/>
        </p:nvSpPr>
        <p:spPr>
          <a:xfrm>
            <a:off x="6830568" y="2194560"/>
            <a:ext cx="1655064" cy="237744"/>
          </a:xfrm>
          <a:prstGeom prst="rect">
            <a:avLst/>
          </a:prstGeom>
          <a:noFill/>
          <a:ln/>
        </p:spPr>
        <p:txBody>
          <a:bodyPr wrap="square" lIns="0" tIns="0" rIns="0" bIns="0" rtlCol="0" anchor="ctr"/>
          <a:lstStyle/>
          <a:p>
            <a:pPr marL="0" indent="0">
              <a:buNone/>
            </a:pPr>
            <a:r>
              <a:rPr lang="en-US" sz="1200" b="1" dirty="0">
                <a:solidFill>
                  <a:srgbClr val="1D4ED8"/>
                </a:solidFill>
                <a:latin typeface="Pretendard" pitchFamily="34" charset="0"/>
                <a:ea typeface="Pretendard" pitchFamily="34" charset="-122"/>
                <a:cs typeface="Pretendard" pitchFamily="34" charset="-120"/>
              </a:rPr>
              <a:t>7.4</a:t>
            </a:r>
            <a:endParaRPr lang="en-US" sz="1200" dirty="0"/>
          </a:p>
        </p:txBody>
      </p:sp>
      <p:sp>
        <p:nvSpPr>
          <p:cNvPr id="28" name="Text 26"/>
          <p:cNvSpPr/>
          <p:nvPr/>
        </p:nvSpPr>
        <p:spPr>
          <a:xfrm>
            <a:off x="6830568" y="2468880"/>
            <a:ext cx="1655064" cy="274320"/>
          </a:xfrm>
          <a:prstGeom prst="rect">
            <a:avLst/>
          </a:prstGeom>
          <a:noFill/>
          <a:ln/>
        </p:spPr>
        <p:txBody>
          <a:bodyPr wrap="square" lIns="0" tIns="0" rIns="0" bIns="0" rtlCol="0" anchor="t"/>
          <a:lstStyle/>
          <a:p>
            <a:pPr marL="0" indent="0">
              <a:buNone/>
            </a:pPr>
            <a:r>
              <a:rPr lang="en-US" sz="1150" b="1" dirty="0">
                <a:solidFill>
                  <a:srgbClr val="111827"/>
                </a:solidFill>
                <a:latin typeface="Pretendard" pitchFamily="34" charset="0"/>
                <a:ea typeface="Pretendard" pitchFamily="34" charset="-122"/>
                <a:cs typeface="Pretendard" pitchFamily="34" charset="-120"/>
              </a:rPr>
              <a:t>시나리오 테스트</a:t>
            </a:r>
            <a:endParaRPr lang="en-US" sz="1150" dirty="0"/>
          </a:p>
        </p:txBody>
      </p:sp>
      <p:sp>
        <p:nvSpPr>
          <p:cNvPr id="29" name="Text 27"/>
          <p:cNvSpPr/>
          <p:nvPr/>
        </p:nvSpPr>
        <p:spPr>
          <a:xfrm>
            <a:off x="6830568" y="2779776"/>
            <a:ext cx="1655064" cy="658368"/>
          </a:xfrm>
          <a:prstGeom prst="rect">
            <a:avLst/>
          </a:prstGeom>
          <a:noFill/>
          <a:ln/>
        </p:spPr>
        <p:txBody>
          <a:bodyPr wrap="square" lIns="0" tIns="0" rIns="0" bIns="0" rtlCol="0" anchor="t"/>
          <a:lstStyle/>
          <a:p>
            <a:pPr marL="0" indent="0">
              <a:lnSpc>
                <a:spcPct val="122000"/>
              </a:lnSpc>
              <a:buNone/>
            </a:pPr>
            <a:r>
              <a:rPr lang="en-US" sz="900" dirty="0">
                <a:solidFill>
                  <a:srgbClr val="4B5563"/>
                </a:solidFill>
                <a:latin typeface="Pretendard" pitchFamily="34" charset="0"/>
                <a:ea typeface="Pretendard" pitchFamily="34" charset="-122"/>
                <a:cs typeface="Pretendard" pitchFamily="34" charset="-120"/>
              </a:rPr>
              <a:t>요구 사항 있음 · 없음 ·</a:t>
            </a:r>
            <a:endParaRPr lang="en-US" sz="900" dirty="0"/>
          </a:p>
          <a:p>
            <a:pPr marL="0" indent="0">
              <a:lnSpc>
                <a:spcPct val="122000"/>
              </a:lnSpc>
              <a:buNone/>
            </a:pPr>
            <a:r>
              <a:rPr lang="en-US" sz="900" dirty="0">
                <a:solidFill>
                  <a:srgbClr val="4B5563"/>
                </a:solidFill>
                <a:latin typeface="Pretendard" pitchFamily="34" charset="0"/>
                <a:ea typeface="Pretendard" pitchFamily="34" charset="-122"/>
                <a:cs typeface="Pretendard" pitchFamily="34" charset="-120"/>
              </a:rPr>
              <a:t>취소 세 경로 검증</a:t>
            </a:r>
            <a:endParaRPr lang="en-US" sz="900" dirty="0"/>
          </a:p>
        </p:txBody>
      </p:sp>
      <p:sp>
        <p:nvSpPr>
          <p:cNvPr id="30" name="node frame">
            <a:extLst>
              <a:ext uri="{C183D7F6-B498-43B3-948B-1728B52AA6E4}">
                <adec:decorative xmlns:adec="http://schemas.microsoft.com/office/drawing/2017/decorative" val="1"/>
              </a:ext>
            </a:extLst>
          </p:cNvPr>
          <p:cNvSpPr/>
          <p:nvPr/>
        </p:nvSpPr>
        <p:spPr>
          <a:xfrm>
            <a:off x="548640" y="3694176"/>
            <a:ext cx="3977640" cy="457200"/>
          </a:xfrm>
          <a:prstGeom prst="rect">
            <a:avLst/>
          </a:prstGeom>
          <a:solidFill>
            <a:srgbClr val="F3F5F9"/>
          </a:solidFill>
          <a:ln w="12700">
            <a:solidFill>
              <a:srgbClr val="F3F5F9"/>
            </a:solidFill>
            <a:prstDash val="solid"/>
          </a:ln>
        </p:spPr>
        <p:txBody>
          <a:bodyPr/>
          <a:lstStyle/>
          <a:p>
            <a:endParaRPr lang="ko-KR" altLang="en-US"/>
          </a:p>
        </p:txBody>
      </p:sp>
      <p:sp>
        <p:nvSpPr>
          <p:cNvPr id="31" name="Text 29"/>
          <p:cNvSpPr/>
          <p:nvPr/>
        </p:nvSpPr>
        <p:spPr>
          <a:xfrm>
            <a:off x="749808" y="3694176"/>
            <a:ext cx="3611880" cy="457200"/>
          </a:xfrm>
          <a:prstGeom prst="rect">
            <a:avLst/>
          </a:prstGeom>
          <a:noFill/>
          <a:ln/>
        </p:spPr>
        <p:txBody>
          <a:bodyPr wrap="square" lIns="0" tIns="0" rIns="0" bIns="0" rtlCol="0" anchor="ctr"/>
          <a:lstStyle/>
          <a:p>
            <a:pPr marL="0" indent="0">
              <a:buNone/>
            </a:pPr>
            <a:r>
              <a:rPr lang="en-US" sz="1000" b="1" dirty="0">
                <a:solidFill>
                  <a:srgbClr val="1D4ED8"/>
                </a:solidFill>
                <a:latin typeface="Pretendard" pitchFamily="34" charset="0"/>
                <a:ea typeface="Pretendard" pitchFamily="34" charset="-122"/>
                <a:cs typeface="Pretendard" pitchFamily="34" charset="-120"/>
              </a:rPr>
              <a:t>워크플로 단계   </a:t>
            </a:r>
            <a:r>
              <a:rPr lang="en-US" sz="950" dirty="0">
                <a:solidFill>
                  <a:srgbClr val="4B5563"/>
                </a:solidFill>
                <a:latin typeface="Pretendard" pitchFamily="34" charset="0"/>
                <a:ea typeface="Pretendard" pitchFamily="34" charset="-122"/>
                <a:cs typeface="Pretendard" pitchFamily="34" charset="-120"/>
              </a:rPr>
              <a:t>디바이스 가져오기 → 이메일 보내기 → 모델 반환</a:t>
            </a:r>
            <a:endParaRPr lang="en-US" sz="1000" dirty="0"/>
          </a:p>
        </p:txBody>
      </p:sp>
      <p:sp>
        <p:nvSpPr>
          <p:cNvPr id="32" name="input frame">
            <a:extLst>
              <a:ext uri="{C183D7F6-B498-43B3-948B-1728B52AA6E4}">
                <adec:decorative xmlns:adec="http://schemas.microsoft.com/office/drawing/2017/decorative" val="1"/>
              </a:ext>
            </a:extLst>
          </p:cNvPr>
          <p:cNvSpPr/>
          <p:nvPr/>
        </p:nvSpPr>
        <p:spPr>
          <a:xfrm>
            <a:off x="4617720" y="3694176"/>
            <a:ext cx="3977640" cy="457200"/>
          </a:xfrm>
          <a:prstGeom prst="rect">
            <a:avLst/>
          </a:prstGeom>
          <a:solidFill>
            <a:srgbClr val="F3F5F9"/>
          </a:solidFill>
          <a:ln w="12700">
            <a:solidFill>
              <a:srgbClr val="F3F5F9"/>
            </a:solidFill>
            <a:prstDash val="solid"/>
          </a:ln>
        </p:spPr>
        <p:txBody>
          <a:bodyPr/>
          <a:lstStyle/>
          <a:p>
            <a:endParaRPr lang="ko-KR" altLang="en-US"/>
          </a:p>
        </p:txBody>
      </p:sp>
      <p:sp>
        <p:nvSpPr>
          <p:cNvPr id="33" name="Text 31"/>
          <p:cNvSpPr/>
          <p:nvPr/>
        </p:nvSpPr>
        <p:spPr>
          <a:xfrm>
            <a:off x="4818888" y="3694176"/>
            <a:ext cx="3611880" cy="457200"/>
          </a:xfrm>
          <a:prstGeom prst="rect">
            <a:avLst/>
          </a:prstGeom>
          <a:noFill/>
          <a:ln/>
        </p:spPr>
        <p:txBody>
          <a:bodyPr wrap="square" lIns="0" tIns="0" rIns="0" bIns="0" rtlCol="0" anchor="ctr"/>
          <a:lstStyle/>
          <a:p>
            <a:pPr marL="0" indent="0">
              <a:buNone/>
            </a:pPr>
            <a:r>
              <a:rPr lang="en-US" sz="1000" b="1" dirty="0">
                <a:solidFill>
                  <a:srgbClr val="1D4ED8"/>
                </a:solidFill>
                <a:latin typeface="Pretendard" pitchFamily="34" charset="0"/>
                <a:ea typeface="Pretendard" pitchFamily="34" charset="-122"/>
                <a:cs typeface="Pretendard" pitchFamily="34" charset="-120"/>
              </a:rPr>
              <a:t>트리거 입력   </a:t>
            </a:r>
            <a:r>
              <a:rPr lang="en-US" sz="900" dirty="0">
                <a:solidFill>
                  <a:srgbClr val="4B5563"/>
                </a:solidFill>
                <a:latin typeface="Pretendard" pitchFamily="34" charset="0"/>
                <a:ea typeface="Pretendard" pitchFamily="34" charset="-122"/>
                <a:cs typeface="Pretendard" pitchFamily="34" charset="-120"/>
              </a:rPr>
              <a:t>sharepointItemId · additionalComment · requestorName</a:t>
            </a:r>
            <a:endParaRPr lang="en-US" sz="1000" dirty="0"/>
          </a:p>
        </p:txBody>
      </p:sp>
      <p:sp>
        <p:nvSpPr>
          <p:cNvPr id="34" name="prereq frame">
            <a:extLst>
              <a:ext uri="{C183D7F6-B498-43B3-948B-1728B52AA6E4}">
                <adec:decorative xmlns:adec="http://schemas.microsoft.com/office/drawing/2017/decorative" val="1"/>
              </a:ext>
            </a:extLst>
          </p:cNvPr>
          <p:cNvSpPr/>
          <p:nvPr/>
        </p:nvSpPr>
        <p:spPr>
          <a:xfrm>
            <a:off x="548640" y="4224528"/>
            <a:ext cx="3977640" cy="420624"/>
          </a:xfrm>
          <a:prstGeom prst="rect">
            <a:avLst/>
          </a:prstGeom>
          <a:solidFill>
            <a:srgbClr val="FFFFFF"/>
          </a:solidFill>
          <a:ln w="12700">
            <a:solidFill>
              <a:srgbClr val="E5E7EB"/>
            </a:solidFill>
            <a:prstDash val="solid"/>
          </a:ln>
        </p:spPr>
        <p:txBody>
          <a:bodyPr/>
          <a:lstStyle/>
          <a:p>
            <a:endParaRPr lang="ko-KR" altLang="en-US"/>
          </a:p>
        </p:txBody>
      </p:sp>
      <p:sp>
        <p:nvSpPr>
          <p:cNvPr id="35" name="Text 33"/>
          <p:cNvSpPr/>
          <p:nvPr/>
        </p:nvSpPr>
        <p:spPr>
          <a:xfrm>
            <a:off x="749808" y="4224528"/>
            <a:ext cx="3611880" cy="420624"/>
          </a:xfrm>
          <a:prstGeom prst="rect">
            <a:avLst/>
          </a:prstGeom>
          <a:noFill/>
          <a:ln/>
        </p:spPr>
        <p:txBody>
          <a:bodyPr wrap="square" lIns="0" tIns="0" rIns="0" bIns="0" rtlCol="0" anchor="ctr"/>
          <a:lstStyle/>
          <a:p>
            <a:pPr marL="0" indent="0">
              <a:buNone/>
            </a:pPr>
            <a:r>
              <a:rPr lang="en-US" sz="1000" b="1" dirty="0">
                <a:solidFill>
                  <a:srgbClr val="1D4ED8"/>
                </a:solidFill>
                <a:latin typeface="Pretendard" pitchFamily="34" charset="0"/>
                <a:ea typeface="Pretendard" pitchFamily="34" charset="-122"/>
                <a:cs typeface="Pretendard" pitchFamily="34" charset="-120"/>
              </a:rPr>
              <a:t>사전 요구 사항   </a:t>
            </a:r>
            <a:r>
              <a:rPr lang="en-US" sz="950" dirty="0">
                <a:solidFill>
                  <a:srgbClr val="4B5563"/>
                </a:solidFill>
                <a:latin typeface="Pretendard" pitchFamily="34" charset="0"/>
                <a:ea typeface="Pretendard" pitchFamily="34" charset="-122"/>
                <a:cs typeface="Pretendard" pitchFamily="34" charset="-120"/>
              </a:rPr>
              <a:t>EmployeeAssets 목록 · 작업 04 에이전트</a:t>
            </a:r>
            <a:endParaRPr lang="en-US" sz="1000" dirty="0"/>
          </a:p>
        </p:txBody>
      </p:sp>
      <p:sp>
        <p:nvSpPr>
          <p:cNvPr id="36" name="tip frame">
            <a:extLst>
              <a:ext uri="{C183D7F6-B498-43B3-948B-1728B52AA6E4}">
                <adec:decorative xmlns:adec="http://schemas.microsoft.com/office/drawing/2017/decorative" val="1"/>
              </a:ext>
            </a:extLst>
          </p:cNvPr>
          <p:cNvSpPr/>
          <p:nvPr/>
        </p:nvSpPr>
        <p:spPr>
          <a:xfrm>
            <a:off x="4617720" y="4224528"/>
            <a:ext cx="3977640" cy="420624"/>
          </a:xfrm>
          <a:prstGeom prst="rect">
            <a:avLst/>
          </a:prstGeom>
          <a:solidFill>
            <a:srgbClr val="FFFFFF"/>
          </a:solidFill>
          <a:ln w="12700">
            <a:solidFill>
              <a:srgbClr val="E5E7EB"/>
            </a:solidFill>
            <a:prstDash val="solid"/>
          </a:ln>
        </p:spPr>
        <p:txBody>
          <a:bodyPr/>
          <a:lstStyle/>
          <a:p>
            <a:endParaRPr lang="ko-KR" altLang="en-US"/>
          </a:p>
        </p:txBody>
      </p:sp>
      <p:sp>
        <p:nvSpPr>
          <p:cNvPr id="37" name="Text 35"/>
          <p:cNvSpPr/>
          <p:nvPr/>
        </p:nvSpPr>
        <p:spPr>
          <a:xfrm>
            <a:off x="4818888" y="4224528"/>
            <a:ext cx="3611880" cy="420624"/>
          </a:xfrm>
          <a:prstGeom prst="rect">
            <a:avLst/>
          </a:prstGeom>
          <a:noFill/>
          <a:ln/>
        </p:spPr>
        <p:txBody>
          <a:bodyPr wrap="square" lIns="0" tIns="0" rIns="0" bIns="0" rtlCol="0" anchor="ctr"/>
          <a:lstStyle/>
          <a:p>
            <a:pPr marL="0" indent="0">
              <a:buNone/>
            </a:pPr>
            <a:r>
              <a:rPr lang="en-US" sz="1000" b="1" dirty="0">
                <a:solidFill>
                  <a:srgbClr val="1D4ED8"/>
                </a:solidFill>
                <a:latin typeface="Pretendard" pitchFamily="34" charset="0"/>
                <a:ea typeface="Pretendard" pitchFamily="34" charset="-122"/>
                <a:cs typeface="Pretendard" pitchFamily="34" charset="-120"/>
              </a:rPr>
              <a:t>확인 포인트   </a:t>
            </a:r>
            <a:r>
              <a:rPr lang="en-US" sz="950" dirty="0">
                <a:solidFill>
                  <a:srgbClr val="4B5563"/>
                </a:solidFill>
                <a:latin typeface="Pretendard" pitchFamily="34" charset="0"/>
                <a:ea typeface="Pretendard" pitchFamily="34" charset="-122"/>
                <a:cs typeface="Pretendard" pitchFamily="34" charset="-120"/>
              </a:rPr>
              <a:t>게시 전 Health Center 오류를 모두 해결</a:t>
            </a:r>
            <a:endParaRPr lang="en-US" sz="10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a:extLst>
              <a:ext uri="{C183D7F6-B498-43B3-948B-1728B52AA6E4}">
                <adec:decorative xmlns:adec="http://schemas.microsoft.com/office/drawing/2017/decorative" val="1"/>
              </a:ext>
            </a:extLst>
          </p:cNvPr>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작업 완료</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추론과 자동화가 하나로 연결되었습니다</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07  ·  정리</a:t>
            </a:r>
            <a:endParaRPr lang="en-US" sz="950" dirty="0"/>
          </a:p>
        </p:txBody>
      </p:sp>
      <p:sp>
        <p:nvSpPr>
          <p:cNvPr id="7" name="check accent">
            <a:extLst>
              <a:ext uri="{C183D7F6-B498-43B3-948B-1728B52AA6E4}">
                <adec:decorative xmlns:adec="http://schemas.microsoft.com/office/drawing/2017/decorative" val="1"/>
              </a:ext>
            </a:extLst>
          </p:cNvPr>
          <p:cNvSpPr/>
          <p:nvPr/>
        </p:nvSpPr>
        <p:spPr>
          <a:xfrm>
            <a:off x="548640" y="1463040"/>
            <a:ext cx="45720" cy="548640"/>
          </a:xfrm>
          <a:prstGeom prst="rect">
            <a:avLst/>
          </a:prstGeom>
          <a:solidFill>
            <a:srgbClr val="3B82F6"/>
          </a:solidFill>
          <a:ln w="12700">
            <a:solidFill>
              <a:srgbClr val="3B82F6"/>
            </a:solidFill>
            <a:prstDash val="solid"/>
          </a:ln>
        </p:spPr>
        <p:txBody>
          <a:bodyPr/>
          <a:lstStyle/>
          <a:p>
            <a:endParaRPr lang="ko-KR" altLang="en-US"/>
          </a:p>
        </p:txBody>
      </p:sp>
      <p:sp>
        <p:nvSpPr>
          <p:cNvPr id="8" name="Text 6">
            <a:extLst>
              <a:ext uri="{C183D7F6-B498-43B3-948B-1728B52AA6E4}">
                <adec:decorative xmlns:adec="http://schemas.microsoft.com/office/drawing/2017/decorative" val="1"/>
              </a:ext>
            </a:extLst>
          </p:cNvPr>
          <p:cNvSpPr/>
          <p:nvPr/>
        </p:nvSpPr>
        <p:spPr>
          <a:xfrm>
            <a:off x="749808" y="1463040"/>
            <a:ext cx="5303520" cy="548640"/>
          </a:xfrm>
          <a:prstGeom prst="rect">
            <a:avLst/>
          </a:prstGeom>
          <a:noFill/>
          <a:ln/>
        </p:spPr>
        <p:txBody>
          <a:bodyPr wrap="square" lIns="0" tIns="0" rIns="0" bIns="0" rtlCol="0" anchor="ctr"/>
          <a:lstStyle/>
          <a:p>
            <a:pPr marL="0" indent="0">
              <a:lnSpc>
                <a:spcPct val="115000"/>
              </a:lnSpc>
              <a:buNone/>
            </a:pPr>
            <a:r>
              <a:rPr lang="en-US" sz="1200" b="1" dirty="0">
                <a:solidFill>
                  <a:srgbClr val="111827"/>
                </a:solidFill>
                <a:latin typeface="Pretendard" pitchFamily="34" charset="0"/>
                <a:ea typeface="Pretendard" pitchFamily="34" charset="-122"/>
                <a:cs typeface="Pretendard" pitchFamily="34" charset="-120"/>
              </a:rPr>
              <a:t>워크플로 생성과 게시   </a:t>
            </a:r>
            <a:r>
              <a:rPr lang="en-US" sz="1000" dirty="0">
                <a:solidFill>
                  <a:srgbClr val="4B5563"/>
                </a:solidFill>
                <a:latin typeface="Pretendard" pitchFamily="34" charset="0"/>
                <a:ea typeface="Pretendard" pitchFamily="34" charset="-122"/>
                <a:cs typeface="Pretendard" pitchFamily="34" charset="-120"/>
              </a:rPr>
              <a:t>SharePoint와 이메일 액션으로 요청 프로세스를 구축합니다.</a:t>
            </a:r>
            <a:endParaRPr lang="en-US" sz="1200" dirty="0"/>
          </a:p>
        </p:txBody>
      </p:sp>
      <p:sp>
        <p:nvSpPr>
          <p:cNvPr id="9" name="check accent">
            <a:extLst>
              <a:ext uri="{C183D7F6-B498-43B3-948B-1728B52AA6E4}">
                <adec:decorative xmlns:adec="http://schemas.microsoft.com/office/drawing/2017/decorative" val="1"/>
              </a:ext>
            </a:extLst>
          </p:cNvPr>
          <p:cNvSpPr/>
          <p:nvPr/>
        </p:nvSpPr>
        <p:spPr>
          <a:xfrm>
            <a:off x="548640" y="2066544"/>
            <a:ext cx="45720" cy="548640"/>
          </a:xfrm>
          <a:prstGeom prst="rect">
            <a:avLst/>
          </a:prstGeom>
          <a:solidFill>
            <a:srgbClr val="3B82F6"/>
          </a:solidFill>
          <a:ln w="12700">
            <a:solidFill>
              <a:srgbClr val="3B82F6"/>
            </a:solidFill>
            <a:prstDash val="solid"/>
          </a:ln>
        </p:spPr>
        <p:txBody>
          <a:bodyPr/>
          <a:lstStyle/>
          <a:p>
            <a:endParaRPr lang="en-US"/>
          </a:p>
        </p:txBody>
      </p:sp>
      <p:sp>
        <p:nvSpPr>
          <p:cNvPr id="10" name="Text 8">
            <a:extLst>
              <a:ext uri="{C183D7F6-B498-43B3-948B-1728B52AA6E4}">
                <adec:decorative xmlns:adec="http://schemas.microsoft.com/office/drawing/2017/decorative" val="1"/>
              </a:ext>
            </a:extLst>
          </p:cNvPr>
          <p:cNvSpPr/>
          <p:nvPr/>
        </p:nvSpPr>
        <p:spPr>
          <a:xfrm>
            <a:off x="749808" y="2066544"/>
            <a:ext cx="5303520" cy="548640"/>
          </a:xfrm>
          <a:prstGeom prst="rect">
            <a:avLst/>
          </a:prstGeom>
          <a:noFill/>
          <a:ln/>
        </p:spPr>
        <p:txBody>
          <a:bodyPr wrap="square" lIns="0" tIns="0" rIns="0" bIns="0" rtlCol="0" anchor="ctr"/>
          <a:lstStyle/>
          <a:p>
            <a:pPr marL="0" indent="0">
              <a:lnSpc>
                <a:spcPct val="115000"/>
              </a:lnSpc>
              <a:buNone/>
            </a:pPr>
            <a:r>
              <a:rPr lang="en-US" sz="1200" b="1" dirty="0">
                <a:solidFill>
                  <a:srgbClr val="111827"/>
                </a:solidFill>
                <a:latin typeface="Pretendard" pitchFamily="34" charset="0"/>
                <a:ea typeface="Pretendard" pitchFamily="34" charset="-122"/>
                <a:cs typeface="Pretendard" pitchFamily="34" charset="-120"/>
              </a:rPr>
              <a:t>결과를 에이전트에 반환   </a:t>
            </a:r>
            <a:r>
              <a:rPr lang="en-US" sz="1000" dirty="0">
                <a:solidFill>
                  <a:srgbClr val="4B5563"/>
                </a:solidFill>
                <a:latin typeface="Pretendard" pitchFamily="34" charset="0"/>
                <a:ea typeface="Pretendard" pitchFamily="34" charset="-122"/>
                <a:cs typeface="Pretendard" pitchFamily="34" charset="-120"/>
              </a:rPr>
              <a:t>선택한 디바이스 모델을 호출한 에이전트에 전달합니다.</a:t>
            </a:r>
            <a:endParaRPr lang="en-US" sz="1200" dirty="0"/>
          </a:p>
        </p:txBody>
      </p:sp>
      <p:sp>
        <p:nvSpPr>
          <p:cNvPr id="11" name="check accent">
            <a:extLst>
              <a:ext uri="{C183D7F6-B498-43B3-948B-1728B52AA6E4}">
                <adec:decorative xmlns:adec="http://schemas.microsoft.com/office/drawing/2017/decorative" val="1"/>
              </a:ext>
            </a:extLst>
          </p:cNvPr>
          <p:cNvSpPr/>
          <p:nvPr/>
        </p:nvSpPr>
        <p:spPr>
          <a:xfrm>
            <a:off x="548640" y="2670048"/>
            <a:ext cx="45720" cy="548640"/>
          </a:xfrm>
          <a:prstGeom prst="rect">
            <a:avLst/>
          </a:prstGeom>
          <a:solidFill>
            <a:srgbClr val="3B82F6"/>
          </a:solidFill>
          <a:ln w="12700">
            <a:solidFill>
              <a:srgbClr val="3B82F6"/>
            </a:solidFill>
            <a:prstDash val="solid"/>
          </a:ln>
        </p:spPr>
        <p:txBody>
          <a:bodyPr/>
          <a:lstStyle/>
          <a:p>
            <a:endParaRPr lang="en-US"/>
          </a:p>
        </p:txBody>
      </p:sp>
      <p:sp>
        <p:nvSpPr>
          <p:cNvPr id="12" name="Text 10"/>
          <p:cNvSpPr/>
          <p:nvPr/>
        </p:nvSpPr>
        <p:spPr>
          <a:xfrm>
            <a:off x="749808" y="2670048"/>
            <a:ext cx="5303520" cy="548640"/>
          </a:xfrm>
          <a:prstGeom prst="rect">
            <a:avLst/>
          </a:prstGeom>
          <a:noFill/>
          <a:ln/>
        </p:spPr>
        <p:txBody>
          <a:bodyPr wrap="square" lIns="0" tIns="0" rIns="0" bIns="0" rtlCol="0" anchor="ctr"/>
          <a:lstStyle/>
          <a:p>
            <a:pPr marL="0" indent="0">
              <a:lnSpc>
                <a:spcPct val="115000"/>
              </a:lnSpc>
              <a:buNone/>
            </a:pPr>
            <a:r>
              <a:rPr lang="en-US" sz="1200" b="1" dirty="0">
                <a:solidFill>
                  <a:srgbClr val="111827"/>
                </a:solidFill>
                <a:latin typeface="Pretendard" pitchFamily="34" charset="0"/>
                <a:ea typeface="Pretendard" pitchFamily="34" charset="-122"/>
                <a:cs typeface="Pretendard" pitchFamily="34" charset="-120"/>
              </a:rPr>
              <a:t>워크플로를 도구로 추가   </a:t>
            </a:r>
            <a:r>
              <a:rPr lang="en-US" sz="1000" dirty="0">
                <a:solidFill>
                  <a:srgbClr val="4B5563"/>
                </a:solidFill>
                <a:latin typeface="Pretendard" pitchFamily="34" charset="0"/>
                <a:ea typeface="Pretendard" pitchFamily="34" charset="-122"/>
                <a:cs typeface="Pretendard" pitchFamily="34" charset="-120"/>
              </a:rPr>
              <a:t>결정론적 자동화를 오케스트레이터에서 사용합니다.</a:t>
            </a:r>
            <a:endParaRPr lang="en-US" sz="1200" dirty="0"/>
          </a:p>
        </p:txBody>
      </p:sp>
      <p:sp>
        <p:nvSpPr>
          <p:cNvPr id="13" name="check accent">
            <a:extLst>
              <a:ext uri="{C183D7F6-B498-43B3-948B-1728B52AA6E4}">
                <adec:decorative xmlns:adec="http://schemas.microsoft.com/office/drawing/2017/decorative" val="1"/>
              </a:ext>
            </a:extLst>
          </p:cNvPr>
          <p:cNvSpPr/>
          <p:nvPr/>
        </p:nvSpPr>
        <p:spPr>
          <a:xfrm>
            <a:off x="548640" y="3273552"/>
            <a:ext cx="45720" cy="548640"/>
          </a:xfrm>
          <a:prstGeom prst="rect">
            <a:avLst/>
          </a:prstGeom>
          <a:solidFill>
            <a:srgbClr val="3B82F6"/>
          </a:solidFill>
          <a:ln w="12700">
            <a:solidFill>
              <a:srgbClr val="3B82F6"/>
            </a:solidFill>
            <a:prstDash val="solid"/>
          </a:ln>
        </p:spPr>
        <p:txBody>
          <a:bodyPr/>
          <a:lstStyle/>
          <a:p>
            <a:endParaRPr lang="ko-KR" altLang="en-US"/>
          </a:p>
        </p:txBody>
      </p:sp>
      <p:sp>
        <p:nvSpPr>
          <p:cNvPr id="14" name="Text 12"/>
          <p:cNvSpPr/>
          <p:nvPr/>
        </p:nvSpPr>
        <p:spPr>
          <a:xfrm>
            <a:off x="749808" y="3273552"/>
            <a:ext cx="5303520" cy="548640"/>
          </a:xfrm>
          <a:prstGeom prst="rect">
            <a:avLst/>
          </a:prstGeom>
          <a:noFill/>
          <a:ln/>
        </p:spPr>
        <p:txBody>
          <a:bodyPr wrap="square" lIns="0" tIns="0" rIns="0" bIns="0" rtlCol="0" anchor="ctr"/>
          <a:lstStyle/>
          <a:p>
            <a:pPr marL="0" indent="0">
              <a:lnSpc>
                <a:spcPct val="115000"/>
              </a:lnSpc>
              <a:buNone/>
            </a:pPr>
            <a:r>
              <a:rPr lang="en-US" sz="1200" b="1" dirty="0">
                <a:solidFill>
                  <a:srgbClr val="111827"/>
                </a:solidFill>
                <a:latin typeface="Pretendard" pitchFamily="34" charset="0"/>
                <a:ea typeface="Pretendard" pitchFamily="34" charset="-122"/>
                <a:cs typeface="Pretendard" pitchFamily="34" charset="-120"/>
              </a:rPr>
              <a:t>여러 경로 테스트   </a:t>
            </a:r>
            <a:r>
              <a:rPr lang="en-US" sz="1000" dirty="0">
                <a:solidFill>
                  <a:srgbClr val="4B5563"/>
                </a:solidFill>
                <a:latin typeface="Pretendard" pitchFamily="34" charset="0"/>
                <a:ea typeface="Pretendard" pitchFamily="34" charset="-122"/>
                <a:cs typeface="Pretendard" pitchFamily="34" charset="-120"/>
              </a:rPr>
              <a:t>요구 사항 있음과 없음, 취소까지 검증합니다.</a:t>
            </a:r>
            <a:endParaRPr lang="en-US" sz="1200" dirty="0"/>
          </a:p>
        </p:txBody>
      </p:sp>
      <p:sp>
        <p:nvSpPr>
          <p:cNvPr id="15" name="next panel">
            <a:extLst>
              <a:ext uri="{C183D7F6-B498-43B3-948B-1728B52AA6E4}">
                <adec:decorative xmlns:adec="http://schemas.microsoft.com/office/drawing/2017/decorative" val="1"/>
              </a:ext>
            </a:extLst>
          </p:cNvPr>
          <p:cNvSpPr/>
          <p:nvPr/>
        </p:nvSpPr>
        <p:spPr>
          <a:xfrm>
            <a:off x="6126480" y="1463040"/>
            <a:ext cx="2468880" cy="1874520"/>
          </a:xfrm>
          <a:prstGeom prst="rect">
            <a:avLst/>
          </a:prstGeom>
          <a:solidFill>
            <a:srgbClr val="F3F5F9"/>
          </a:solidFill>
          <a:ln w="12700">
            <a:solidFill>
              <a:srgbClr val="F3F5F9"/>
            </a:solidFill>
            <a:prstDash val="solid"/>
          </a:ln>
        </p:spPr>
        <p:txBody>
          <a:bodyPr/>
          <a:lstStyle/>
          <a:p>
            <a:endParaRPr lang="ko-KR" altLang="en-US"/>
          </a:p>
        </p:txBody>
      </p:sp>
      <p:sp>
        <p:nvSpPr>
          <p:cNvPr id="16" name="Text 14"/>
          <p:cNvSpPr/>
          <p:nvPr/>
        </p:nvSpPr>
        <p:spPr>
          <a:xfrm>
            <a:off x="6355080" y="1673352"/>
            <a:ext cx="2011680" cy="237744"/>
          </a:xfrm>
          <a:prstGeom prst="rect">
            <a:avLst/>
          </a:prstGeom>
          <a:noFill/>
          <a:ln/>
        </p:spPr>
        <p:txBody>
          <a:bodyPr wrap="square" lIns="0" tIns="0" rIns="0" bIns="0" rtlCol="0" anchor="ctr"/>
          <a:lstStyle/>
          <a:p>
            <a:pPr marL="0" indent="0">
              <a:buNone/>
            </a:pPr>
            <a:r>
              <a:rPr lang="en-US" sz="1050" b="1" kern="0" spc="100" dirty="0">
                <a:solidFill>
                  <a:srgbClr val="1D4ED8"/>
                </a:solidFill>
                <a:latin typeface="Pretendard" pitchFamily="34" charset="0"/>
                <a:ea typeface="Pretendard" pitchFamily="34" charset="-122"/>
                <a:cs typeface="Pretendard" pitchFamily="34" charset="-120"/>
              </a:rPr>
              <a:t>다음 작업</a:t>
            </a:r>
            <a:endParaRPr lang="en-US" sz="1050" dirty="0"/>
          </a:p>
        </p:txBody>
      </p:sp>
      <p:sp>
        <p:nvSpPr>
          <p:cNvPr id="17" name="Text 15"/>
          <p:cNvSpPr/>
          <p:nvPr/>
        </p:nvSpPr>
        <p:spPr>
          <a:xfrm>
            <a:off x="6355080" y="1965960"/>
            <a:ext cx="2011680" cy="914400"/>
          </a:xfrm>
          <a:prstGeom prst="rect">
            <a:avLst/>
          </a:prstGeom>
          <a:noFill/>
          <a:ln/>
        </p:spPr>
        <p:txBody>
          <a:bodyPr wrap="square" lIns="0" tIns="0" rIns="0" bIns="0" rtlCol="0" anchor="ctr"/>
          <a:lstStyle/>
          <a:p>
            <a:pPr marL="0" indent="0">
              <a:lnSpc>
                <a:spcPct val="120000"/>
              </a:lnSpc>
              <a:buNone/>
            </a:pPr>
            <a:r>
              <a:rPr lang="en-US" sz="1350" b="1" dirty="0">
                <a:solidFill>
                  <a:srgbClr val="111827"/>
                </a:solidFill>
                <a:latin typeface="Pretendard" pitchFamily="34" charset="0"/>
                <a:ea typeface="Pretendard" pitchFamily="34" charset="-122"/>
                <a:cs typeface="Pretendard" pitchFamily="34" charset="-120"/>
              </a:rPr>
              <a:t>작업 08</a:t>
            </a:r>
            <a:endParaRPr lang="en-US" sz="1350" dirty="0"/>
          </a:p>
          <a:p>
            <a:pPr marL="0" indent="0">
              <a:lnSpc>
                <a:spcPct val="120000"/>
              </a:lnSpc>
              <a:buNone/>
            </a:pPr>
            <a:r>
              <a:rPr lang="en-US" sz="1350" b="1" dirty="0">
                <a:solidFill>
                  <a:srgbClr val="111827"/>
                </a:solidFill>
                <a:latin typeface="Pretendard" pitchFamily="34" charset="0"/>
                <a:ea typeface="Pretendard" pitchFamily="34" charset="-122"/>
                <a:cs typeface="Pretendard" pitchFamily="34" charset="-120"/>
              </a:rPr>
              <a:t>에이전트 게시하기</a:t>
            </a:r>
            <a:endParaRPr lang="en-US" sz="1350" dirty="0"/>
          </a:p>
        </p:txBody>
      </p:sp>
      <p:sp>
        <p:nvSpPr>
          <p:cNvPr id="18" name="Text 16"/>
          <p:cNvSpPr/>
          <p:nvPr/>
        </p:nvSpPr>
        <p:spPr>
          <a:xfrm>
            <a:off x="6355080" y="2862072"/>
            <a:ext cx="2011680" cy="402336"/>
          </a:xfrm>
          <a:prstGeom prst="rect">
            <a:avLst/>
          </a:prstGeom>
          <a:noFill/>
          <a:ln/>
        </p:spPr>
        <p:txBody>
          <a:bodyPr wrap="square" lIns="0" tIns="0" rIns="0" bIns="0" rtlCol="0" anchor="ctr"/>
          <a:lstStyle/>
          <a:p>
            <a:pPr marL="0" indent="0">
              <a:lnSpc>
                <a:spcPct val="125000"/>
              </a:lnSpc>
              <a:buNone/>
            </a:pPr>
            <a:r>
              <a:rPr lang="en-US" sz="1000" dirty="0">
                <a:solidFill>
                  <a:srgbClr val="4B5563"/>
                </a:solidFill>
                <a:latin typeface="Pretendard" pitchFamily="34" charset="0"/>
                <a:ea typeface="Pretendard" pitchFamily="34" charset="-122"/>
                <a:cs typeface="Pretendard" pitchFamily="34" charset="-120"/>
              </a:rPr>
              <a:t>실제 사용자에게 전달합니다.</a:t>
            </a:r>
            <a:endParaRPr lang="en-US" sz="1000" dirty="0"/>
          </a:p>
        </p:txBody>
      </p:sp>
      <p:sp>
        <p:nvSpPr>
          <p:cNvPr id="19" name="reference frame">
            <a:extLst>
              <a:ext uri="{C183D7F6-B498-43B3-948B-1728B52AA6E4}">
                <adec:decorative xmlns:adec="http://schemas.microsoft.com/office/drawing/2017/decorative" val="1"/>
              </a:ext>
            </a:extLst>
          </p:cNvPr>
          <p:cNvSpPr/>
          <p:nvPr/>
        </p:nvSpPr>
        <p:spPr>
          <a:xfrm>
            <a:off x="548640" y="3968496"/>
            <a:ext cx="8046720" cy="658368"/>
          </a:xfrm>
          <a:prstGeom prst="rect">
            <a:avLst/>
          </a:prstGeom>
          <a:solidFill>
            <a:srgbClr val="FFFFFF"/>
          </a:solidFill>
          <a:ln w="12700">
            <a:solidFill>
              <a:srgbClr val="E5E7EB"/>
            </a:solidFill>
            <a:prstDash val="solid"/>
          </a:ln>
        </p:spPr>
        <p:txBody>
          <a:bodyPr/>
          <a:lstStyle/>
          <a:p>
            <a:endParaRPr lang="ko-KR" altLang="en-US"/>
          </a:p>
        </p:txBody>
      </p:sp>
      <p:sp>
        <p:nvSpPr>
          <p:cNvPr id="20" name="Text 18"/>
          <p:cNvSpPr/>
          <p:nvPr/>
        </p:nvSpPr>
        <p:spPr>
          <a:xfrm>
            <a:off x="777240" y="3968496"/>
            <a:ext cx="7589520" cy="658368"/>
          </a:xfrm>
          <a:prstGeom prst="rect">
            <a:avLst/>
          </a:prstGeom>
          <a:noFill/>
          <a:ln/>
        </p:spPr>
        <p:txBody>
          <a:bodyPr wrap="square" lIns="0" tIns="0" rIns="0" bIns="0" rtlCol="0" anchor="ctr"/>
          <a:lstStyle/>
          <a:p>
            <a:pPr marL="0" indent="0">
              <a:buNone/>
            </a:pPr>
            <a:r>
              <a:rPr lang="en-US" sz="1050" b="1" dirty="0">
                <a:solidFill>
                  <a:srgbClr val="1D4ED8"/>
                </a:solidFill>
                <a:latin typeface="Pretendard" pitchFamily="34" charset="0"/>
                <a:ea typeface="Pretendard" pitchFamily="34" charset="-122"/>
                <a:cs typeface="Pretendard" pitchFamily="34" charset="-120"/>
              </a:rPr>
              <a:t>참고 자료   </a:t>
            </a:r>
            <a:r>
              <a:rPr lang="en-US" sz="1000" dirty="0">
                <a:solidFill>
                  <a:srgbClr val="4B5563"/>
                </a:solidFill>
                <a:latin typeface="Pretendard" pitchFamily="34" charset="0"/>
                <a:ea typeface="Pretendard" pitchFamily="34" charset="-122"/>
                <a:cs typeface="Pretendard" pitchFamily="34" charset="-120"/>
              </a:rPr>
              <a:t>Workflows 개요  ·  워크플로를 에이전트의 도구로 추가하기  ·  함수 참조 가이드</a:t>
            </a:r>
            <a:endParaRPr lang="en-US" sz="10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a:effectLst/>
      </p:bgPr>
    </p:bg>
    <p:spTree>
      <p:nvGrpSpPr>
        <p:cNvPr id="1" name=""/>
        <p:cNvGrpSpPr/>
        <p:nvPr/>
      </p:nvGrpSpPr>
      <p:grpSpPr>
        <a:xfrm>
          <a:off x="0" y="0"/>
          <a:ext cx="0" cy="0"/>
          <a:chOff x="0" y="0"/>
          <a:chExt cx="0" cy="0"/>
        </a:xfrm>
      </p:grpSpPr>
      <p:pic>
        <p:nvPicPr>
          <p:cNvPr id="2" name="Image 0" descr="여러 채널로 배포되는 에이전트를 형상화한 일러스트"/>
          <p:cNvPicPr>
            <a:picLocks noChangeAspect="1"/>
          </p:cNvPicPr>
          <p:nvPr/>
        </p:nvPicPr>
        <p:blipFill>
          <a:blip r:embed="rId3"/>
          <a:srcRect l="224" r="224"/>
          <a:stretch/>
        </p:blipFill>
        <p:spPr>
          <a:xfrm>
            <a:off x="4892040" y="0"/>
            <a:ext cx="4251960" cy="5143500"/>
          </a:xfrm>
          <a:prstGeom prst="rect">
            <a:avLst/>
          </a:prstGeom>
        </p:spPr>
      </p:pic>
      <p:sp>
        <p:nvSpPr>
          <p:cNvPr id="3" name="left accent">
            <a:extLst>
              <a:ext uri="{C183D7F6-B498-43B3-948B-1728B52AA6E4}">
                <adec:decorative xmlns:adec="http://schemas.microsoft.com/office/drawing/2017/decorative" val="1"/>
              </a:ext>
            </a:extLst>
          </p:cNvPr>
          <p:cNvSpPr/>
          <p:nvPr/>
        </p:nvSpPr>
        <p:spPr>
          <a:xfrm>
            <a:off x="0" y="0"/>
            <a:ext cx="82296" cy="5143500"/>
          </a:xfrm>
          <a:prstGeom prst="rect">
            <a:avLst/>
          </a:prstGeom>
          <a:solidFill>
            <a:srgbClr val="1D4ED8"/>
          </a:solidFill>
          <a:ln w="12700">
            <a:solidFill>
              <a:srgbClr val="1D4ED8"/>
            </a:solidFill>
            <a:prstDash val="solid"/>
          </a:ln>
        </p:spPr>
        <p:txBody>
          <a:bodyPr/>
          <a:lstStyle/>
          <a:p>
            <a:endParaRPr lang="en-US"/>
          </a:p>
        </p:txBody>
      </p:sp>
      <p:sp>
        <p:nvSpPr>
          <p:cNvPr id="4" name="Text 1"/>
          <p:cNvSpPr/>
          <p:nvPr/>
        </p:nvSpPr>
        <p:spPr>
          <a:xfrm>
            <a:off x="640080" y="914400"/>
            <a:ext cx="4023360" cy="256032"/>
          </a:xfrm>
          <a:prstGeom prst="rect">
            <a:avLst/>
          </a:prstGeom>
          <a:noFill/>
          <a:ln/>
        </p:spPr>
        <p:txBody>
          <a:bodyPr wrap="square" lIns="0" tIns="0" rIns="0" bIns="0" rtlCol="0" anchor="ctr"/>
          <a:lstStyle/>
          <a:p>
            <a:pPr marL="0" indent="0">
              <a:buNone/>
            </a:pPr>
            <a:endParaRPr lang="en-US" sz="1050" dirty="0"/>
          </a:p>
        </p:txBody>
      </p:sp>
      <p:sp>
        <p:nvSpPr>
          <p:cNvPr id="5" name="Text 2">
            <a:extLst>
              <a:ext uri="{C183D7F6-B498-43B3-948B-1728B52AA6E4}">
                <adec:decorative xmlns:adec="http://schemas.microsoft.com/office/drawing/2017/decorative" val="1"/>
              </a:ext>
            </a:extLst>
          </p:cNvPr>
          <p:cNvSpPr/>
          <p:nvPr/>
        </p:nvSpPr>
        <p:spPr>
          <a:xfrm>
            <a:off x="640080" y="1261872"/>
            <a:ext cx="4023360" cy="457200"/>
          </a:xfrm>
          <a:prstGeom prst="rect">
            <a:avLst/>
          </a:prstGeom>
          <a:noFill/>
          <a:ln/>
        </p:spPr>
        <p:txBody>
          <a:bodyPr wrap="square" lIns="0" tIns="0" rIns="0" bIns="0" rtlCol="0" anchor="ctr"/>
          <a:lstStyle/>
          <a:p>
            <a:pPr marL="0" indent="0">
              <a:buNone/>
            </a:pPr>
            <a:r>
              <a:rPr lang="en-US" sz="1500" b="1" dirty="0">
                <a:solidFill>
                  <a:srgbClr val="6B7280"/>
                </a:solidFill>
                <a:latin typeface="Pretendard" pitchFamily="34" charset="0"/>
                <a:ea typeface="Pretendard" pitchFamily="34" charset="-122"/>
                <a:cs typeface="Pretendard" pitchFamily="34" charset="-120"/>
              </a:rPr>
              <a:t>작업 08</a:t>
            </a:r>
            <a:endParaRPr lang="en-US" sz="1500" dirty="0"/>
          </a:p>
        </p:txBody>
      </p:sp>
      <p:sp>
        <p:nvSpPr>
          <p:cNvPr id="6" name="Text 3"/>
          <p:cNvSpPr/>
          <p:nvPr/>
        </p:nvSpPr>
        <p:spPr>
          <a:xfrm>
            <a:off x="640080" y="1627632"/>
            <a:ext cx="4206240" cy="1005840"/>
          </a:xfrm>
          <a:prstGeom prst="rect">
            <a:avLst/>
          </a:prstGeom>
          <a:noFill/>
          <a:ln/>
        </p:spPr>
        <p:txBody>
          <a:bodyPr wrap="square" lIns="0" tIns="0" rIns="0" bIns="0" rtlCol="0" anchor="t"/>
          <a:lstStyle/>
          <a:p>
            <a:pPr marL="0" indent="0">
              <a:lnSpc>
                <a:spcPct val="115000"/>
              </a:lnSpc>
              <a:buNone/>
            </a:pPr>
            <a:r>
              <a:rPr lang="en-US" sz="3200" b="1" dirty="0">
                <a:solidFill>
                  <a:srgbClr val="111827"/>
                </a:solidFill>
                <a:latin typeface="Pretendard" pitchFamily="34" charset="0"/>
                <a:ea typeface="Pretendard" pitchFamily="34" charset="-122"/>
                <a:cs typeface="Pretendard" pitchFamily="34" charset="-120"/>
              </a:rPr>
              <a:t>에이전트</a:t>
            </a:r>
            <a:endParaRPr lang="en-US" sz="3200" dirty="0"/>
          </a:p>
          <a:p>
            <a:pPr marL="0" indent="0">
              <a:lnSpc>
                <a:spcPct val="115000"/>
              </a:lnSpc>
              <a:buNone/>
            </a:pPr>
            <a:r>
              <a:rPr lang="en-US" sz="3200" b="1" dirty="0">
                <a:solidFill>
                  <a:srgbClr val="111827"/>
                </a:solidFill>
                <a:latin typeface="Pretendard" pitchFamily="34" charset="0"/>
                <a:ea typeface="Pretendard" pitchFamily="34" charset="-122"/>
                <a:cs typeface="Pretendard" pitchFamily="34" charset="-120"/>
              </a:rPr>
              <a:t>게시하기</a:t>
            </a:r>
            <a:endParaRPr lang="en-US" sz="3200" dirty="0"/>
          </a:p>
        </p:txBody>
      </p:sp>
      <p:sp>
        <p:nvSpPr>
          <p:cNvPr id="7" name="rule">
            <a:extLst>
              <a:ext uri="{C183D7F6-B498-43B3-948B-1728B52AA6E4}">
                <adec:decorative xmlns:adec="http://schemas.microsoft.com/office/drawing/2017/decorative" val="1"/>
              </a:ext>
            </a:extLst>
          </p:cNvPr>
          <p:cNvSpPr/>
          <p:nvPr/>
        </p:nvSpPr>
        <p:spPr>
          <a:xfrm>
            <a:off x="640080" y="2743200"/>
            <a:ext cx="822960" cy="32004"/>
          </a:xfrm>
          <a:prstGeom prst="rect">
            <a:avLst/>
          </a:prstGeom>
          <a:solidFill>
            <a:srgbClr val="1D4ED8"/>
          </a:solidFill>
          <a:ln w="12700">
            <a:solidFill>
              <a:srgbClr val="1D4ED8"/>
            </a:solidFill>
            <a:prstDash val="solid"/>
          </a:ln>
        </p:spPr>
        <p:txBody>
          <a:bodyPr/>
          <a:lstStyle/>
          <a:p>
            <a:endParaRPr lang="ko-KR" altLang="en-US"/>
          </a:p>
        </p:txBody>
      </p:sp>
      <p:sp>
        <p:nvSpPr>
          <p:cNvPr id="8" name="Text 5">
            <a:extLst>
              <a:ext uri="{C183D7F6-B498-43B3-948B-1728B52AA6E4}">
                <adec:decorative xmlns:adec="http://schemas.microsoft.com/office/drawing/2017/decorative" val="1"/>
              </a:ext>
            </a:extLst>
          </p:cNvPr>
          <p:cNvSpPr/>
          <p:nvPr/>
        </p:nvSpPr>
        <p:spPr>
          <a:xfrm>
            <a:off x="640080" y="2944368"/>
            <a:ext cx="4023360" cy="640080"/>
          </a:xfrm>
          <a:prstGeom prst="rect">
            <a:avLst/>
          </a:prstGeom>
          <a:noFill/>
          <a:ln/>
        </p:spPr>
        <p:txBody>
          <a:bodyPr wrap="square" lIns="0" tIns="0" rIns="0" bIns="0" rtlCol="0" anchor="ctr"/>
          <a:lstStyle/>
          <a:p>
            <a:pPr marL="0" indent="0">
              <a:lnSpc>
                <a:spcPct val="130000"/>
              </a:lnSpc>
              <a:buNone/>
            </a:pPr>
            <a:r>
              <a:rPr lang="en-US" sz="1300" dirty="0">
                <a:solidFill>
                  <a:srgbClr val="4B5563"/>
                </a:solidFill>
                <a:latin typeface="Pretendard" pitchFamily="34" charset="0"/>
                <a:ea typeface="Pretendard" pitchFamily="34" charset="-122"/>
                <a:cs typeface="Pretendard" pitchFamily="34" charset="-120"/>
              </a:rPr>
              <a:t>작성 환경에 있던 에이전트를</a:t>
            </a:r>
            <a:endParaRPr lang="en-US" sz="1300" dirty="0"/>
          </a:p>
          <a:p>
            <a:pPr marL="0" indent="0">
              <a:lnSpc>
                <a:spcPct val="130000"/>
              </a:lnSpc>
              <a:buNone/>
            </a:pPr>
            <a:r>
              <a:rPr lang="en-US" sz="1300" dirty="0">
                <a:solidFill>
                  <a:srgbClr val="4B5563"/>
                </a:solidFill>
                <a:latin typeface="Pretendard" pitchFamily="34" charset="0"/>
                <a:ea typeface="Pretendard" pitchFamily="34" charset="-122"/>
                <a:cs typeface="Pretendard" pitchFamily="34" charset="-120"/>
              </a:rPr>
              <a:t>직원들이 일하는 앱으로 옮깁니다.</a:t>
            </a:r>
            <a:endParaRPr lang="en-US" sz="1300" dirty="0"/>
          </a:p>
        </p:txBody>
      </p:sp>
      <p:sp>
        <p:nvSpPr>
          <p:cNvPr id="9" name="Text 6"/>
          <p:cNvSpPr/>
          <p:nvPr/>
        </p:nvSpPr>
        <p:spPr>
          <a:xfrm>
            <a:off x="640080" y="3931920"/>
            <a:ext cx="1920240" cy="219456"/>
          </a:xfrm>
          <a:prstGeom prst="rect">
            <a:avLst/>
          </a:prstGeom>
          <a:noFill/>
          <a:ln/>
        </p:spPr>
        <p:txBody>
          <a:bodyPr wrap="square" lIns="0" tIns="0" rIns="0" bIns="0" rtlCol="0" anchor="ctr"/>
          <a:lstStyle/>
          <a:p>
            <a:pPr marL="0" indent="0">
              <a:buNone/>
            </a:pPr>
            <a:r>
              <a:rPr lang="en-US" sz="950" b="1" dirty="0">
                <a:solidFill>
                  <a:srgbClr val="1D4ED8"/>
                </a:solidFill>
                <a:latin typeface="Pretendard" pitchFamily="34" charset="0"/>
                <a:ea typeface="Pretendard" pitchFamily="34" charset="-122"/>
                <a:cs typeface="Pretendard" pitchFamily="34" charset="-120"/>
              </a:rPr>
              <a:t>선행 작업</a:t>
            </a:r>
            <a:endParaRPr lang="en-US" sz="950" dirty="0"/>
          </a:p>
        </p:txBody>
      </p:sp>
      <p:sp>
        <p:nvSpPr>
          <p:cNvPr id="10" name="Text 7">
            <a:extLst>
              <a:ext uri="{C183D7F6-B498-43B3-948B-1728B52AA6E4}">
                <adec:decorative xmlns:adec="http://schemas.microsoft.com/office/drawing/2017/decorative" val="1"/>
              </a:ext>
            </a:extLst>
          </p:cNvPr>
          <p:cNvSpPr/>
          <p:nvPr/>
        </p:nvSpPr>
        <p:spPr>
          <a:xfrm>
            <a:off x="640080" y="4169664"/>
            <a:ext cx="1920240" cy="457200"/>
          </a:xfrm>
          <a:prstGeom prst="rect">
            <a:avLst/>
          </a:prstGeom>
          <a:noFill/>
          <a:ln/>
        </p:spPr>
        <p:txBody>
          <a:bodyPr wrap="square" lIns="0" tIns="0" rIns="0" bIns="0" rtlCol="0" anchor="ctr"/>
          <a:lstStyle/>
          <a:p>
            <a:pPr marL="0" indent="0">
              <a:lnSpc>
                <a:spcPct val="120000"/>
              </a:lnSpc>
              <a:buNone/>
            </a:pPr>
            <a:r>
              <a:rPr lang="en-US" sz="1050" dirty="0">
                <a:solidFill>
                  <a:srgbClr val="4B5563"/>
                </a:solidFill>
                <a:latin typeface="Pretendard" pitchFamily="34" charset="0"/>
                <a:ea typeface="Pretendard" pitchFamily="34" charset="-122"/>
                <a:cs typeface="Pretendard" pitchFamily="34" charset="-120"/>
              </a:rPr>
              <a:t>작업 07 · 워크플로 연결 완료</a:t>
            </a:r>
            <a:endParaRPr lang="en-US" sz="1050" dirty="0"/>
          </a:p>
        </p:txBody>
      </p:sp>
      <p:sp>
        <p:nvSpPr>
          <p:cNvPr id="11" name="Text 8">
            <a:extLst>
              <a:ext uri="{C183D7F6-B498-43B3-948B-1728B52AA6E4}">
                <adec:decorative xmlns:adec="http://schemas.microsoft.com/office/drawing/2017/decorative" val="1"/>
              </a:ext>
            </a:extLst>
          </p:cNvPr>
          <p:cNvSpPr/>
          <p:nvPr/>
        </p:nvSpPr>
        <p:spPr>
          <a:xfrm>
            <a:off x="2743200" y="3931920"/>
            <a:ext cx="1920240" cy="219456"/>
          </a:xfrm>
          <a:prstGeom prst="rect">
            <a:avLst/>
          </a:prstGeom>
          <a:noFill/>
          <a:ln/>
        </p:spPr>
        <p:txBody>
          <a:bodyPr wrap="square" lIns="0" tIns="0" rIns="0" bIns="0" rtlCol="0" anchor="ctr"/>
          <a:lstStyle/>
          <a:p>
            <a:pPr marL="0" indent="0">
              <a:buNone/>
            </a:pPr>
            <a:r>
              <a:rPr lang="en-US" sz="950" b="1" dirty="0">
                <a:solidFill>
                  <a:srgbClr val="1D4ED8"/>
                </a:solidFill>
                <a:latin typeface="Pretendard" pitchFamily="34" charset="0"/>
                <a:ea typeface="Pretendard" pitchFamily="34" charset="-122"/>
                <a:cs typeface="Pretendard" pitchFamily="34" charset="-120"/>
              </a:rPr>
              <a:t>이 작업의 성격</a:t>
            </a:r>
            <a:endParaRPr lang="en-US" sz="950" dirty="0"/>
          </a:p>
        </p:txBody>
      </p:sp>
      <p:sp>
        <p:nvSpPr>
          <p:cNvPr id="12" name="Text 9">
            <a:extLst>
              <a:ext uri="{C183D7F6-B498-43B3-948B-1728B52AA6E4}">
                <adec:decorative xmlns:adec="http://schemas.microsoft.com/office/drawing/2017/decorative" val="1"/>
              </a:ext>
            </a:extLst>
          </p:cNvPr>
          <p:cNvSpPr/>
          <p:nvPr/>
        </p:nvSpPr>
        <p:spPr>
          <a:xfrm>
            <a:off x="2743200" y="4169664"/>
            <a:ext cx="1920240" cy="457200"/>
          </a:xfrm>
          <a:prstGeom prst="rect">
            <a:avLst/>
          </a:prstGeom>
          <a:noFill/>
          <a:ln/>
        </p:spPr>
        <p:txBody>
          <a:bodyPr wrap="square" lIns="0" tIns="0" rIns="0" bIns="0" rtlCol="0" anchor="ctr"/>
          <a:lstStyle/>
          <a:p>
            <a:pPr marL="0" indent="0">
              <a:lnSpc>
                <a:spcPct val="120000"/>
              </a:lnSpc>
              <a:buNone/>
            </a:pPr>
            <a:r>
              <a:rPr lang="en-US" sz="1050" dirty="0">
                <a:solidFill>
                  <a:srgbClr val="4B5563"/>
                </a:solidFill>
                <a:latin typeface="Pretendard" pitchFamily="34" charset="0"/>
                <a:ea typeface="Pretendard" pitchFamily="34" charset="-122"/>
                <a:cs typeface="Pretendard" pitchFamily="34" charset="-120"/>
              </a:rPr>
              <a:t>채널에 배포하고 검증합니다</a:t>
            </a:r>
            <a:endParaRPr lang="en-US" sz="10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작업 브리핑</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이 작업을 마치면 할 수 있는 것</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ko-KR" alt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08  ·  학습 목표</a:t>
            </a:r>
            <a:endParaRPr lang="en-US" sz="950" dirty="0"/>
          </a:p>
        </p:txBody>
      </p:sp>
      <p:sp>
        <p:nvSpPr>
          <p:cNvPr id="7" name="key message band">
            <a:extLst>
              <a:ext uri="{C183D7F6-B498-43B3-948B-1728B52AA6E4}">
                <adec:decorative xmlns:adec="http://schemas.microsoft.com/office/drawing/2017/decorative" val="1"/>
              </a:ext>
            </a:extLst>
          </p:cNvPr>
          <p:cNvSpPr/>
          <p:nvPr/>
        </p:nvSpPr>
        <p:spPr>
          <a:xfrm>
            <a:off x="548640" y="1417320"/>
            <a:ext cx="8046720" cy="566928"/>
          </a:xfrm>
          <a:prstGeom prst="rect">
            <a:avLst/>
          </a:prstGeom>
          <a:solidFill>
            <a:srgbClr val="F3F5F9"/>
          </a:solidFill>
          <a:ln w="12700">
            <a:solidFill>
              <a:srgbClr val="F3F5F9"/>
            </a:solidFill>
            <a:prstDash val="solid"/>
          </a:ln>
        </p:spPr>
        <p:txBody>
          <a:bodyPr/>
          <a:lstStyle/>
          <a:p>
            <a:endParaRPr lang="ko-KR" altLang="en-US"/>
          </a:p>
        </p:txBody>
      </p:sp>
      <p:sp>
        <p:nvSpPr>
          <p:cNvPr id="8" name="accent bar">
            <a:extLst>
              <a:ext uri="{C183D7F6-B498-43B3-948B-1728B52AA6E4}">
                <adec:decorative xmlns:adec="http://schemas.microsoft.com/office/drawing/2017/decorative" val="1"/>
              </a:ext>
            </a:extLst>
          </p:cNvPr>
          <p:cNvSpPr/>
          <p:nvPr/>
        </p:nvSpPr>
        <p:spPr>
          <a:xfrm>
            <a:off x="548640" y="1417320"/>
            <a:ext cx="50292" cy="566928"/>
          </a:xfrm>
          <a:prstGeom prst="rect">
            <a:avLst/>
          </a:prstGeom>
          <a:solidFill>
            <a:srgbClr val="1D4ED8"/>
          </a:solidFill>
          <a:ln w="12700">
            <a:solidFill>
              <a:srgbClr val="1D4ED8"/>
            </a:solidFill>
            <a:prstDash val="solid"/>
          </a:ln>
        </p:spPr>
        <p:txBody>
          <a:bodyPr/>
          <a:lstStyle/>
          <a:p>
            <a:endParaRPr lang="ko-KR" altLang="en-US"/>
          </a:p>
        </p:txBody>
      </p:sp>
      <p:sp>
        <p:nvSpPr>
          <p:cNvPr id="9" name="Text 7"/>
          <p:cNvSpPr/>
          <p:nvPr/>
        </p:nvSpPr>
        <p:spPr>
          <a:xfrm>
            <a:off x="749808" y="1417320"/>
            <a:ext cx="7680960" cy="566928"/>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미리 보기의 성공이 모든 채널의 성공을 보장하지는 않습니다.</a:t>
            </a:r>
            <a:endParaRPr lang="en-US" sz="1350" dirty="0"/>
          </a:p>
        </p:txBody>
      </p:sp>
      <p:sp>
        <p:nvSpPr>
          <p:cNvPr id="10" name="card frame">
            <a:extLst>
              <a:ext uri="{C183D7F6-B498-43B3-948B-1728B52AA6E4}">
                <adec:decorative xmlns:adec="http://schemas.microsoft.com/office/drawing/2017/decorative" val="1"/>
              </a:ext>
            </a:extLst>
          </p:cNvPr>
          <p:cNvSpPr/>
          <p:nvPr/>
        </p:nvSpPr>
        <p:spPr>
          <a:xfrm>
            <a:off x="548640" y="2377440"/>
            <a:ext cx="1984248" cy="1737360"/>
          </a:xfrm>
          <a:prstGeom prst="rect">
            <a:avLst/>
          </a:prstGeom>
          <a:solidFill>
            <a:srgbClr val="FFFFFF"/>
          </a:solidFill>
          <a:ln w="12700">
            <a:solidFill>
              <a:srgbClr val="E5E7EB"/>
            </a:solidFill>
            <a:prstDash val="solid"/>
          </a:ln>
        </p:spPr>
        <p:txBody>
          <a:bodyPr/>
          <a:lstStyle/>
          <a:p>
            <a:endParaRPr lang="ko-KR" altLang="en-US"/>
          </a:p>
        </p:txBody>
      </p:sp>
      <p:sp>
        <p:nvSpPr>
          <p:cNvPr id="11" name="card top rule">
            <a:extLst>
              <a:ext uri="{C183D7F6-B498-43B3-948B-1728B52AA6E4}">
                <adec:decorative xmlns:adec="http://schemas.microsoft.com/office/drawing/2017/decorative" val="1"/>
              </a:ext>
            </a:extLst>
          </p:cNvPr>
          <p:cNvSpPr/>
          <p:nvPr/>
        </p:nvSpPr>
        <p:spPr>
          <a:xfrm>
            <a:off x="548640" y="2377440"/>
            <a:ext cx="1984248" cy="36576"/>
          </a:xfrm>
          <a:prstGeom prst="rect">
            <a:avLst/>
          </a:prstGeom>
          <a:solidFill>
            <a:srgbClr val="3B82F6"/>
          </a:solidFill>
          <a:ln w="12700">
            <a:solidFill>
              <a:srgbClr val="3B82F6"/>
            </a:solidFill>
            <a:prstDash val="solid"/>
          </a:ln>
        </p:spPr>
        <p:txBody>
          <a:bodyPr/>
          <a:lstStyle/>
          <a:p>
            <a:endParaRPr lang="ko-KR" altLang="en-US"/>
          </a:p>
        </p:txBody>
      </p:sp>
      <p:sp>
        <p:nvSpPr>
          <p:cNvPr id="12" name="Text 10">
            <a:extLst>
              <a:ext uri="{C183D7F6-B498-43B3-948B-1728B52AA6E4}">
                <adec:decorative xmlns:adec="http://schemas.microsoft.com/office/drawing/2017/decorative" val="1"/>
              </a:ext>
            </a:extLst>
          </p:cNvPr>
          <p:cNvSpPr/>
          <p:nvPr/>
        </p:nvSpPr>
        <p:spPr>
          <a:xfrm>
            <a:off x="786384" y="2578608"/>
            <a:ext cx="1508760"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01</a:t>
            </a:r>
            <a:endParaRPr lang="en-US" sz="1300" dirty="0"/>
          </a:p>
        </p:txBody>
      </p:sp>
      <p:sp>
        <p:nvSpPr>
          <p:cNvPr id="13" name="Text 11">
            <a:extLst>
              <a:ext uri="{C183D7F6-B498-43B3-948B-1728B52AA6E4}">
                <adec:decorative xmlns:adec="http://schemas.microsoft.com/office/drawing/2017/decorative" val="1"/>
              </a:ext>
            </a:extLst>
          </p:cNvPr>
          <p:cNvSpPr/>
          <p:nvPr/>
        </p:nvSpPr>
        <p:spPr>
          <a:xfrm>
            <a:off x="786384" y="2880360"/>
            <a:ext cx="1508760" cy="310896"/>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채널의 역할</a:t>
            </a:r>
            <a:endParaRPr lang="en-US" sz="1350" dirty="0"/>
          </a:p>
        </p:txBody>
      </p:sp>
      <p:sp>
        <p:nvSpPr>
          <p:cNvPr id="14" name="Text 12">
            <a:extLst>
              <a:ext uri="{C183D7F6-B498-43B3-948B-1728B52AA6E4}">
                <adec:decorative xmlns:adec="http://schemas.microsoft.com/office/drawing/2017/decorative" val="1"/>
              </a:ext>
            </a:extLst>
          </p:cNvPr>
          <p:cNvSpPr/>
          <p:nvPr/>
        </p:nvSpPr>
        <p:spPr>
          <a:xfrm>
            <a:off x="786384" y="3218688"/>
            <a:ext cx="1508760" cy="694944"/>
          </a:xfrm>
          <a:prstGeom prst="rect">
            <a:avLst/>
          </a:prstGeom>
          <a:noFill/>
          <a:ln/>
        </p:spPr>
        <p:txBody>
          <a:bodyPr wrap="square" lIns="0" tIns="0" rIns="0" bIns="0" rtlCol="0" anchor="t"/>
          <a:lstStyle/>
          <a:p>
            <a:pPr marL="0" indent="0">
              <a:lnSpc>
                <a:spcPct val="125000"/>
              </a:lnSpc>
              <a:buNone/>
            </a:pPr>
            <a:r>
              <a:rPr lang="en-US" sz="1050" dirty="0">
                <a:solidFill>
                  <a:srgbClr val="4B5563"/>
                </a:solidFill>
                <a:latin typeface="Pretendard" pitchFamily="34" charset="0"/>
                <a:ea typeface="Pretendard" pitchFamily="34" charset="-122"/>
                <a:cs typeface="Pretendard" pitchFamily="34" charset="-120"/>
              </a:rPr>
              <a:t>게시로 에이전트를</a:t>
            </a:r>
            <a:endParaRPr lang="en-US" sz="1050" dirty="0"/>
          </a:p>
          <a:p>
            <a:pPr marL="0" indent="0">
              <a:lnSpc>
                <a:spcPct val="125000"/>
              </a:lnSpc>
              <a:buNone/>
            </a:pPr>
            <a:r>
              <a:rPr lang="en-US" sz="1050" dirty="0">
                <a:solidFill>
                  <a:srgbClr val="4B5563"/>
                </a:solidFill>
                <a:latin typeface="Pretendard" pitchFamily="34" charset="0"/>
                <a:ea typeface="Pretendard" pitchFamily="34" charset="-122"/>
                <a:cs typeface="Pretendard" pitchFamily="34" charset="-120"/>
              </a:rPr>
              <a:t>외부에서 쓰게 되는</a:t>
            </a:r>
            <a:endParaRPr lang="en-US" sz="1050" dirty="0"/>
          </a:p>
          <a:p>
            <a:pPr marL="0" indent="0">
              <a:lnSpc>
                <a:spcPct val="125000"/>
              </a:lnSpc>
              <a:buNone/>
            </a:pPr>
            <a:r>
              <a:rPr lang="en-US" sz="1050" dirty="0">
                <a:solidFill>
                  <a:srgbClr val="4B5563"/>
                </a:solidFill>
                <a:latin typeface="Pretendard" pitchFamily="34" charset="0"/>
                <a:ea typeface="Pretendard" pitchFamily="34" charset="-122"/>
                <a:cs typeface="Pretendard" pitchFamily="34" charset="-120"/>
              </a:rPr>
              <a:t>방식을 이해합니다</a:t>
            </a:r>
            <a:endParaRPr lang="en-US" sz="1050" dirty="0"/>
          </a:p>
        </p:txBody>
      </p:sp>
      <p:sp>
        <p:nvSpPr>
          <p:cNvPr id="15" name="card frame">
            <a:extLst>
              <a:ext uri="{C183D7F6-B498-43B3-948B-1728B52AA6E4}">
                <adec:decorative xmlns:adec="http://schemas.microsoft.com/office/drawing/2017/decorative" val="1"/>
              </a:ext>
            </a:extLst>
          </p:cNvPr>
          <p:cNvSpPr/>
          <p:nvPr/>
        </p:nvSpPr>
        <p:spPr>
          <a:xfrm>
            <a:off x="2587752" y="2377440"/>
            <a:ext cx="1984248" cy="1737360"/>
          </a:xfrm>
          <a:prstGeom prst="rect">
            <a:avLst/>
          </a:prstGeom>
          <a:solidFill>
            <a:srgbClr val="FFFFFF"/>
          </a:solidFill>
          <a:ln w="12700">
            <a:solidFill>
              <a:srgbClr val="E5E7EB"/>
            </a:solidFill>
            <a:prstDash val="solid"/>
          </a:ln>
        </p:spPr>
        <p:txBody>
          <a:bodyPr/>
          <a:lstStyle/>
          <a:p>
            <a:endParaRPr lang="en-US"/>
          </a:p>
        </p:txBody>
      </p:sp>
      <p:sp>
        <p:nvSpPr>
          <p:cNvPr id="16" name="card top rule">
            <a:extLst>
              <a:ext uri="{C183D7F6-B498-43B3-948B-1728B52AA6E4}">
                <adec:decorative xmlns:adec="http://schemas.microsoft.com/office/drawing/2017/decorative" val="1"/>
              </a:ext>
            </a:extLst>
          </p:cNvPr>
          <p:cNvSpPr/>
          <p:nvPr/>
        </p:nvSpPr>
        <p:spPr>
          <a:xfrm>
            <a:off x="2587752" y="2377440"/>
            <a:ext cx="1984248" cy="36576"/>
          </a:xfrm>
          <a:prstGeom prst="rect">
            <a:avLst/>
          </a:prstGeom>
          <a:solidFill>
            <a:srgbClr val="3B82F6"/>
          </a:solidFill>
          <a:ln w="12700">
            <a:solidFill>
              <a:srgbClr val="3B82F6"/>
            </a:solidFill>
            <a:prstDash val="solid"/>
          </a:ln>
        </p:spPr>
        <p:txBody>
          <a:bodyPr/>
          <a:lstStyle/>
          <a:p>
            <a:endParaRPr lang="ko-KR" altLang="en-US"/>
          </a:p>
        </p:txBody>
      </p:sp>
      <p:sp>
        <p:nvSpPr>
          <p:cNvPr id="17" name="Text 15">
            <a:extLst>
              <a:ext uri="{C183D7F6-B498-43B3-948B-1728B52AA6E4}">
                <adec:decorative xmlns:adec="http://schemas.microsoft.com/office/drawing/2017/decorative" val="1"/>
              </a:ext>
            </a:extLst>
          </p:cNvPr>
          <p:cNvSpPr/>
          <p:nvPr/>
        </p:nvSpPr>
        <p:spPr>
          <a:xfrm>
            <a:off x="2825496" y="2578608"/>
            <a:ext cx="1508760"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02</a:t>
            </a:r>
            <a:endParaRPr lang="en-US" sz="1300" dirty="0"/>
          </a:p>
        </p:txBody>
      </p:sp>
      <p:sp>
        <p:nvSpPr>
          <p:cNvPr id="18" name="Text 16"/>
          <p:cNvSpPr/>
          <p:nvPr/>
        </p:nvSpPr>
        <p:spPr>
          <a:xfrm>
            <a:off x="2825496" y="2880360"/>
            <a:ext cx="1508760" cy="310896"/>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목록 정보 구성</a:t>
            </a:r>
            <a:endParaRPr lang="en-US" sz="1350" dirty="0"/>
          </a:p>
        </p:txBody>
      </p:sp>
      <p:sp>
        <p:nvSpPr>
          <p:cNvPr id="19" name="Text 17">
            <a:extLst>
              <a:ext uri="{C183D7F6-B498-43B3-948B-1728B52AA6E4}">
                <adec:decorative xmlns:adec="http://schemas.microsoft.com/office/drawing/2017/decorative" val="1"/>
              </a:ext>
            </a:extLst>
          </p:cNvPr>
          <p:cNvSpPr/>
          <p:nvPr/>
        </p:nvSpPr>
        <p:spPr>
          <a:xfrm>
            <a:off x="2825496" y="3218688"/>
            <a:ext cx="1508760" cy="694944"/>
          </a:xfrm>
          <a:prstGeom prst="rect">
            <a:avLst/>
          </a:prstGeom>
          <a:noFill/>
          <a:ln/>
        </p:spPr>
        <p:txBody>
          <a:bodyPr wrap="square" lIns="0" tIns="0" rIns="0" bIns="0" rtlCol="0" anchor="t"/>
          <a:lstStyle/>
          <a:p>
            <a:pPr marL="0" indent="0">
              <a:lnSpc>
                <a:spcPct val="125000"/>
              </a:lnSpc>
              <a:buNone/>
            </a:pPr>
            <a:r>
              <a:rPr lang="en-US" sz="1050" dirty="0">
                <a:solidFill>
                  <a:srgbClr val="4B5563"/>
                </a:solidFill>
                <a:latin typeface="Pretendard" pitchFamily="34" charset="0"/>
                <a:ea typeface="Pretendard" pitchFamily="34" charset="-122"/>
                <a:cs typeface="Pretendard" pitchFamily="34" charset="-120"/>
              </a:rPr>
              <a:t>설명과 Teams 설정,</a:t>
            </a:r>
            <a:endParaRPr lang="en-US" sz="1050" dirty="0"/>
          </a:p>
          <a:p>
            <a:pPr marL="0" indent="0">
              <a:lnSpc>
                <a:spcPct val="125000"/>
              </a:lnSpc>
              <a:buNone/>
            </a:pPr>
            <a:r>
              <a:rPr lang="en-US" sz="1050" dirty="0">
                <a:solidFill>
                  <a:srgbClr val="4B5563"/>
                </a:solidFill>
                <a:latin typeface="Pretendard" pitchFamily="34" charset="0"/>
                <a:ea typeface="Pretendard" pitchFamily="34" charset="-122"/>
                <a:cs typeface="Pretendard" pitchFamily="34" charset="-120"/>
              </a:rPr>
              <a:t>개발자 정보를</a:t>
            </a:r>
            <a:endParaRPr lang="en-US" sz="1050" dirty="0"/>
          </a:p>
          <a:p>
            <a:pPr marL="0" indent="0">
              <a:lnSpc>
                <a:spcPct val="125000"/>
              </a:lnSpc>
              <a:buNone/>
            </a:pPr>
            <a:r>
              <a:rPr lang="en-US" sz="1050" dirty="0">
                <a:solidFill>
                  <a:srgbClr val="4B5563"/>
                </a:solidFill>
                <a:latin typeface="Pretendard" pitchFamily="34" charset="0"/>
                <a:ea typeface="Pretendard" pitchFamily="34" charset="-122"/>
                <a:cs typeface="Pretendard" pitchFamily="34" charset="-120"/>
              </a:rPr>
              <a:t>구성합니다</a:t>
            </a:r>
            <a:endParaRPr lang="en-US" sz="1050" dirty="0"/>
          </a:p>
        </p:txBody>
      </p:sp>
      <p:sp>
        <p:nvSpPr>
          <p:cNvPr id="20" name="card frame">
            <a:extLst>
              <a:ext uri="{C183D7F6-B498-43B3-948B-1728B52AA6E4}">
                <adec:decorative xmlns:adec="http://schemas.microsoft.com/office/drawing/2017/decorative" val="1"/>
              </a:ext>
            </a:extLst>
          </p:cNvPr>
          <p:cNvSpPr/>
          <p:nvPr/>
        </p:nvSpPr>
        <p:spPr>
          <a:xfrm>
            <a:off x="4626864" y="2377440"/>
            <a:ext cx="1984248" cy="1737360"/>
          </a:xfrm>
          <a:prstGeom prst="rect">
            <a:avLst/>
          </a:prstGeom>
          <a:solidFill>
            <a:srgbClr val="FFFFFF"/>
          </a:solidFill>
          <a:ln w="12700">
            <a:solidFill>
              <a:srgbClr val="E5E7EB"/>
            </a:solidFill>
            <a:prstDash val="solid"/>
          </a:ln>
        </p:spPr>
        <p:txBody>
          <a:bodyPr/>
          <a:lstStyle/>
          <a:p>
            <a:endParaRPr lang="ko-KR" altLang="en-US"/>
          </a:p>
        </p:txBody>
      </p:sp>
      <p:sp>
        <p:nvSpPr>
          <p:cNvPr id="21" name="card top rule">
            <a:extLst>
              <a:ext uri="{C183D7F6-B498-43B3-948B-1728B52AA6E4}">
                <adec:decorative xmlns:adec="http://schemas.microsoft.com/office/drawing/2017/decorative" val="1"/>
              </a:ext>
            </a:extLst>
          </p:cNvPr>
          <p:cNvSpPr/>
          <p:nvPr/>
        </p:nvSpPr>
        <p:spPr>
          <a:xfrm>
            <a:off x="4626864" y="2377440"/>
            <a:ext cx="1984248" cy="36576"/>
          </a:xfrm>
          <a:prstGeom prst="rect">
            <a:avLst/>
          </a:prstGeom>
          <a:solidFill>
            <a:srgbClr val="3B82F6"/>
          </a:solidFill>
          <a:ln w="12700">
            <a:solidFill>
              <a:srgbClr val="3B82F6"/>
            </a:solidFill>
            <a:prstDash val="solid"/>
          </a:ln>
        </p:spPr>
        <p:txBody>
          <a:bodyPr/>
          <a:lstStyle/>
          <a:p>
            <a:endParaRPr lang="en-US"/>
          </a:p>
        </p:txBody>
      </p:sp>
      <p:sp>
        <p:nvSpPr>
          <p:cNvPr id="22" name="Text 20">
            <a:extLst>
              <a:ext uri="{C183D7F6-B498-43B3-948B-1728B52AA6E4}">
                <adec:decorative xmlns:adec="http://schemas.microsoft.com/office/drawing/2017/decorative" val="1"/>
              </a:ext>
            </a:extLst>
          </p:cNvPr>
          <p:cNvSpPr/>
          <p:nvPr/>
        </p:nvSpPr>
        <p:spPr>
          <a:xfrm>
            <a:off x="4864608" y="2578608"/>
            <a:ext cx="1508760"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03</a:t>
            </a:r>
            <a:endParaRPr lang="en-US" sz="1300" dirty="0"/>
          </a:p>
        </p:txBody>
      </p:sp>
      <p:sp>
        <p:nvSpPr>
          <p:cNvPr id="23" name="Text 21"/>
          <p:cNvSpPr/>
          <p:nvPr/>
        </p:nvSpPr>
        <p:spPr>
          <a:xfrm>
            <a:off x="4864608" y="2880360"/>
            <a:ext cx="1508760" cy="310896"/>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게시하기</a:t>
            </a:r>
            <a:endParaRPr lang="en-US" sz="1350" dirty="0"/>
          </a:p>
        </p:txBody>
      </p:sp>
      <p:sp>
        <p:nvSpPr>
          <p:cNvPr id="24" name="Text 22"/>
          <p:cNvSpPr/>
          <p:nvPr/>
        </p:nvSpPr>
        <p:spPr>
          <a:xfrm>
            <a:off x="4864608" y="3218688"/>
            <a:ext cx="1508760" cy="694944"/>
          </a:xfrm>
          <a:prstGeom prst="rect">
            <a:avLst/>
          </a:prstGeom>
          <a:noFill/>
          <a:ln/>
        </p:spPr>
        <p:txBody>
          <a:bodyPr wrap="square" lIns="0" tIns="0" rIns="0" bIns="0" rtlCol="0" anchor="t"/>
          <a:lstStyle/>
          <a:p>
            <a:pPr marL="0" indent="0">
              <a:lnSpc>
                <a:spcPct val="125000"/>
              </a:lnSpc>
              <a:buNone/>
            </a:pPr>
            <a:r>
              <a:rPr lang="en-US" sz="1050" dirty="0">
                <a:solidFill>
                  <a:srgbClr val="4B5563"/>
                </a:solidFill>
                <a:latin typeface="Pretendard" pitchFamily="34" charset="0"/>
                <a:ea typeface="Pretendard" pitchFamily="34" charset="-122"/>
                <a:cs typeface="Pretendard" pitchFamily="34" charset="-120"/>
              </a:rPr>
              <a:t>Teams와 Microsoft 365</a:t>
            </a:r>
            <a:endParaRPr lang="en-US" sz="1050" dirty="0"/>
          </a:p>
          <a:p>
            <a:pPr marL="0" indent="0">
              <a:lnSpc>
                <a:spcPct val="125000"/>
              </a:lnSpc>
              <a:buNone/>
            </a:pPr>
            <a:r>
              <a:rPr lang="en-US" sz="1050" dirty="0">
                <a:solidFill>
                  <a:srgbClr val="4B5563"/>
                </a:solidFill>
                <a:latin typeface="Pretendard" pitchFamily="34" charset="0"/>
                <a:ea typeface="Pretendard" pitchFamily="34" charset="-122"/>
                <a:cs typeface="Pretendard" pitchFamily="34" charset="-120"/>
              </a:rPr>
              <a:t>Copilot에 에이전트를</a:t>
            </a:r>
            <a:endParaRPr lang="en-US" sz="1050" dirty="0"/>
          </a:p>
          <a:p>
            <a:pPr marL="0" indent="0">
              <a:lnSpc>
                <a:spcPct val="125000"/>
              </a:lnSpc>
              <a:buNone/>
            </a:pPr>
            <a:r>
              <a:rPr lang="en-US" sz="1050" dirty="0">
                <a:solidFill>
                  <a:srgbClr val="4B5563"/>
                </a:solidFill>
                <a:latin typeface="Pretendard" pitchFamily="34" charset="0"/>
                <a:ea typeface="Pretendard" pitchFamily="34" charset="-122"/>
                <a:cs typeface="Pretendard" pitchFamily="34" charset="-120"/>
              </a:rPr>
              <a:t>게시합니다</a:t>
            </a:r>
            <a:endParaRPr lang="en-US" sz="1050" dirty="0"/>
          </a:p>
        </p:txBody>
      </p:sp>
      <p:sp>
        <p:nvSpPr>
          <p:cNvPr id="25" name="card frame">
            <a:extLst>
              <a:ext uri="{C183D7F6-B498-43B3-948B-1728B52AA6E4}">
                <adec:decorative xmlns:adec="http://schemas.microsoft.com/office/drawing/2017/decorative" val="1"/>
              </a:ext>
            </a:extLst>
          </p:cNvPr>
          <p:cNvSpPr/>
          <p:nvPr/>
        </p:nvSpPr>
        <p:spPr>
          <a:xfrm>
            <a:off x="6665976" y="2377440"/>
            <a:ext cx="1984248" cy="1737360"/>
          </a:xfrm>
          <a:prstGeom prst="rect">
            <a:avLst/>
          </a:prstGeom>
          <a:solidFill>
            <a:srgbClr val="FFFFFF"/>
          </a:solidFill>
          <a:ln w="12700">
            <a:solidFill>
              <a:srgbClr val="E5E7EB"/>
            </a:solidFill>
            <a:prstDash val="solid"/>
          </a:ln>
        </p:spPr>
        <p:txBody>
          <a:bodyPr/>
          <a:lstStyle/>
          <a:p>
            <a:endParaRPr lang="ko-KR" altLang="en-US"/>
          </a:p>
        </p:txBody>
      </p:sp>
      <p:sp>
        <p:nvSpPr>
          <p:cNvPr id="26" name="card top rule">
            <a:extLst>
              <a:ext uri="{C183D7F6-B498-43B3-948B-1728B52AA6E4}">
                <adec:decorative xmlns:adec="http://schemas.microsoft.com/office/drawing/2017/decorative" val="1"/>
              </a:ext>
            </a:extLst>
          </p:cNvPr>
          <p:cNvSpPr/>
          <p:nvPr/>
        </p:nvSpPr>
        <p:spPr>
          <a:xfrm>
            <a:off x="6665976" y="2377440"/>
            <a:ext cx="1984248" cy="36576"/>
          </a:xfrm>
          <a:prstGeom prst="rect">
            <a:avLst/>
          </a:prstGeom>
          <a:solidFill>
            <a:srgbClr val="3B82F6"/>
          </a:solidFill>
          <a:ln w="12700">
            <a:solidFill>
              <a:srgbClr val="3B82F6"/>
            </a:solidFill>
            <a:prstDash val="solid"/>
          </a:ln>
        </p:spPr>
        <p:txBody>
          <a:bodyPr/>
          <a:lstStyle/>
          <a:p>
            <a:endParaRPr lang="ko-KR" altLang="en-US"/>
          </a:p>
        </p:txBody>
      </p:sp>
      <p:sp>
        <p:nvSpPr>
          <p:cNvPr id="27" name="Text 25"/>
          <p:cNvSpPr/>
          <p:nvPr/>
        </p:nvSpPr>
        <p:spPr>
          <a:xfrm>
            <a:off x="6903720" y="2578608"/>
            <a:ext cx="1508760"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04</a:t>
            </a:r>
            <a:endParaRPr lang="en-US" sz="1300" dirty="0"/>
          </a:p>
        </p:txBody>
      </p:sp>
      <p:sp>
        <p:nvSpPr>
          <p:cNvPr id="28" name="Text 26"/>
          <p:cNvSpPr/>
          <p:nvPr/>
        </p:nvSpPr>
        <p:spPr>
          <a:xfrm>
            <a:off x="6903720" y="2880360"/>
            <a:ext cx="1508760" cy="310896"/>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설치와 테스트</a:t>
            </a:r>
            <a:endParaRPr lang="en-US" sz="1350" dirty="0"/>
          </a:p>
        </p:txBody>
      </p:sp>
      <p:sp>
        <p:nvSpPr>
          <p:cNvPr id="29" name="Text 27"/>
          <p:cNvSpPr/>
          <p:nvPr/>
        </p:nvSpPr>
        <p:spPr>
          <a:xfrm>
            <a:off x="6903720" y="3218688"/>
            <a:ext cx="1508760" cy="694944"/>
          </a:xfrm>
          <a:prstGeom prst="rect">
            <a:avLst/>
          </a:prstGeom>
          <a:noFill/>
          <a:ln/>
        </p:spPr>
        <p:txBody>
          <a:bodyPr wrap="square" lIns="0" tIns="0" rIns="0" bIns="0" rtlCol="0" anchor="t"/>
          <a:lstStyle/>
          <a:p>
            <a:pPr marL="0" indent="0">
              <a:lnSpc>
                <a:spcPct val="125000"/>
              </a:lnSpc>
              <a:buNone/>
            </a:pPr>
            <a:r>
              <a:rPr lang="en-US" sz="1050" dirty="0">
                <a:solidFill>
                  <a:srgbClr val="4B5563"/>
                </a:solidFill>
                <a:latin typeface="Pretendard" pitchFamily="34" charset="0"/>
                <a:ea typeface="Pretendard" pitchFamily="34" charset="-122"/>
                <a:cs typeface="Pretendard" pitchFamily="34" charset="-120"/>
              </a:rPr>
              <a:t>두 채널에 설치해</a:t>
            </a:r>
            <a:endParaRPr lang="en-US" sz="1050" dirty="0"/>
          </a:p>
          <a:p>
            <a:pPr marL="0" indent="0">
              <a:lnSpc>
                <a:spcPct val="125000"/>
              </a:lnSpc>
              <a:buNone/>
            </a:pPr>
            <a:r>
              <a:rPr lang="en-US" sz="1050" dirty="0">
                <a:solidFill>
                  <a:srgbClr val="4B5563"/>
                </a:solidFill>
                <a:latin typeface="Pretendard" pitchFamily="34" charset="0"/>
                <a:ea typeface="Pretendard" pitchFamily="34" charset="-122"/>
                <a:cs typeface="Pretendard" pitchFamily="34" charset="-120"/>
              </a:rPr>
              <a:t>직원 경험을</a:t>
            </a:r>
            <a:endParaRPr lang="en-US" sz="1050" dirty="0"/>
          </a:p>
          <a:p>
            <a:pPr marL="0" indent="0">
              <a:lnSpc>
                <a:spcPct val="125000"/>
              </a:lnSpc>
              <a:buNone/>
            </a:pPr>
            <a:r>
              <a:rPr lang="en-US" sz="1050" dirty="0">
                <a:solidFill>
                  <a:srgbClr val="4B5563"/>
                </a:solidFill>
                <a:latin typeface="Pretendard" pitchFamily="34" charset="0"/>
                <a:ea typeface="Pretendard" pitchFamily="34" charset="-122"/>
                <a:cs typeface="Pretendard" pitchFamily="34" charset="-120"/>
              </a:rPr>
              <a:t>검증합니다</a:t>
            </a:r>
            <a:endParaRPr lang="en-US" sz="10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핵심 개념</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게시와 채널</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ko-KR" alt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08  ·  정의와 구분</a:t>
            </a:r>
            <a:endParaRPr lang="en-US" sz="950" dirty="0"/>
          </a:p>
        </p:txBody>
      </p:sp>
      <p:sp>
        <p:nvSpPr>
          <p:cNvPr id="7" name="key message band">
            <a:extLst>
              <a:ext uri="{C183D7F6-B498-43B3-948B-1728B52AA6E4}">
                <adec:decorative xmlns:adec="http://schemas.microsoft.com/office/drawing/2017/decorative" val="1"/>
              </a:ext>
            </a:extLst>
          </p:cNvPr>
          <p:cNvSpPr/>
          <p:nvPr/>
        </p:nvSpPr>
        <p:spPr>
          <a:xfrm>
            <a:off x="548640" y="1417320"/>
            <a:ext cx="8046720" cy="566928"/>
          </a:xfrm>
          <a:prstGeom prst="rect">
            <a:avLst/>
          </a:prstGeom>
          <a:solidFill>
            <a:srgbClr val="F3F5F9"/>
          </a:solidFill>
          <a:ln w="12700">
            <a:solidFill>
              <a:srgbClr val="F3F5F9"/>
            </a:solidFill>
            <a:prstDash val="solid"/>
          </a:ln>
        </p:spPr>
        <p:txBody>
          <a:bodyPr/>
          <a:lstStyle/>
          <a:p>
            <a:endParaRPr lang="ko-KR" altLang="en-US"/>
          </a:p>
        </p:txBody>
      </p:sp>
      <p:sp>
        <p:nvSpPr>
          <p:cNvPr id="8" name="accent bar">
            <a:extLst>
              <a:ext uri="{C183D7F6-B498-43B3-948B-1728B52AA6E4}">
                <adec:decorative xmlns:adec="http://schemas.microsoft.com/office/drawing/2017/decorative" val="1"/>
              </a:ext>
            </a:extLst>
          </p:cNvPr>
          <p:cNvSpPr/>
          <p:nvPr/>
        </p:nvSpPr>
        <p:spPr>
          <a:xfrm>
            <a:off x="548640" y="1417320"/>
            <a:ext cx="50292" cy="566928"/>
          </a:xfrm>
          <a:prstGeom prst="rect">
            <a:avLst/>
          </a:prstGeom>
          <a:solidFill>
            <a:srgbClr val="1D4ED8"/>
          </a:solidFill>
          <a:ln w="12700">
            <a:solidFill>
              <a:srgbClr val="1D4ED8"/>
            </a:solidFill>
            <a:prstDash val="solid"/>
          </a:ln>
        </p:spPr>
        <p:txBody>
          <a:bodyPr/>
          <a:lstStyle/>
          <a:p>
            <a:endParaRPr lang="en-US"/>
          </a:p>
        </p:txBody>
      </p:sp>
      <p:sp>
        <p:nvSpPr>
          <p:cNvPr id="9" name="Text 7">
            <a:extLst>
              <a:ext uri="{C183D7F6-B498-43B3-948B-1728B52AA6E4}">
                <adec:decorative xmlns:adec="http://schemas.microsoft.com/office/drawing/2017/decorative" val="1"/>
              </a:ext>
            </a:extLst>
          </p:cNvPr>
          <p:cNvSpPr/>
          <p:nvPr/>
        </p:nvSpPr>
        <p:spPr>
          <a:xfrm>
            <a:off x="749808" y="1417320"/>
            <a:ext cx="7680960" cy="566928"/>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게시는 최신 버전을 채널에 제공하고, 공유는 누가 쓸지를 정합니다.</a:t>
            </a:r>
            <a:endParaRPr lang="en-US" sz="1350" dirty="0"/>
          </a:p>
        </p:txBody>
      </p:sp>
      <p:sp>
        <p:nvSpPr>
          <p:cNvPr id="10" name="point card">
            <a:extLst>
              <a:ext uri="{C183D7F6-B498-43B3-948B-1728B52AA6E4}">
                <adec:decorative xmlns:adec="http://schemas.microsoft.com/office/drawing/2017/decorative" val="1"/>
              </a:ext>
            </a:extLst>
          </p:cNvPr>
          <p:cNvSpPr/>
          <p:nvPr/>
        </p:nvSpPr>
        <p:spPr>
          <a:xfrm>
            <a:off x="548640" y="2286000"/>
            <a:ext cx="5120640" cy="475488"/>
          </a:xfrm>
          <a:prstGeom prst="rect">
            <a:avLst/>
          </a:prstGeom>
          <a:solidFill>
            <a:srgbClr val="FFFFFF"/>
          </a:solidFill>
          <a:ln w="12700">
            <a:solidFill>
              <a:srgbClr val="E5E7EB"/>
            </a:solidFill>
            <a:prstDash val="solid"/>
          </a:ln>
        </p:spPr>
        <p:txBody>
          <a:bodyPr/>
          <a:lstStyle/>
          <a:p>
            <a:endParaRPr lang="ko-KR" altLang="en-US"/>
          </a:p>
        </p:txBody>
      </p:sp>
      <p:sp>
        <p:nvSpPr>
          <p:cNvPr id="11" name="point accent">
            <a:extLst>
              <a:ext uri="{C183D7F6-B498-43B3-948B-1728B52AA6E4}">
                <adec:decorative xmlns:adec="http://schemas.microsoft.com/office/drawing/2017/decorative" val="1"/>
              </a:ext>
            </a:extLst>
          </p:cNvPr>
          <p:cNvSpPr/>
          <p:nvPr/>
        </p:nvSpPr>
        <p:spPr>
          <a:xfrm>
            <a:off x="548640" y="2286000"/>
            <a:ext cx="45720" cy="475488"/>
          </a:xfrm>
          <a:prstGeom prst="rect">
            <a:avLst/>
          </a:prstGeom>
          <a:solidFill>
            <a:srgbClr val="3B82F6"/>
          </a:solidFill>
          <a:ln w="12700">
            <a:solidFill>
              <a:srgbClr val="3B82F6"/>
            </a:solidFill>
            <a:prstDash val="solid"/>
          </a:ln>
        </p:spPr>
        <p:txBody>
          <a:bodyPr/>
          <a:lstStyle/>
          <a:p>
            <a:endParaRPr lang="ko-KR" altLang="en-US"/>
          </a:p>
        </p:txBody>
      </p:sp>
      <p:sp>
        <p:nvSpPr>
          <p:cNvPr id="12" name="Text 10">
            <a:extLst>
              <a:ext uri="{C183D7F6-B498-43B3-948B-1728B52AA6E4}">
                <adec:decorative xmlns:adec="http://schemas.microsoft.com/office/drawing/2017/decorative" val="1"/>
              </a:ext>
            </a:extLst>
          </p:cNvPr>
          <p:cNvSpPr/>
          <p:nvPr/>
        </p:nvSpPr>
        <p:spPr>
          <a:xfrm>
            <a:off x="777240" y="2286000"/>
            <a:ext cx="4800600" cy="475488"/>
          </a:xfrm>
          <a:prstGeom prst="rect">
            <a:avLst/>
          </a:prstGeom>
          <a:noFill/>
          <a:ln/>
        </p:spPr>
        <p:txBody>
          <a:bodyPr wrap="square" lIns="0" tIns="0" rIns="0" bIns="0" rtlCol="0" anchor="ctr"/>
          <a:lstStyle/>
          <a:p>
            <a:pPr marL="0" indent="0">
              <a:buNone/>
            </a:pPr>
            <a:r>
              <a:rPr lang="en-US" sz="1100" b="1" dirty="0">
                <a:solidFill>
                  <a:srgbClr val="1D4ED8"/>
                </a:solidFill>
                <a:latin typeface="Pretendard" pitchFamily="34" charset="0"/>
                <a:ea typeface="Pretendard" pitchFamily="34" charset="-122"/>
                <a:cs typeface="Pretendard" pitchFamily="34" charset="-120"/>
              </a:rPr>
              <a:t>게시의 의미     </a:t>
            </a:r>
            <a:r>
              <a:rPr lang="en-US" sz="1050" dirty="0">
                <a:solidFill>
                  <a:srgbClr val="111827"/>
                </a:solidFill>
                <a:latin typeface="Pretendard" pitchFamily="34" charset="0"/>
                <a:ea typeface="Pretendard" pitchFamily="34" charset="-122"/>
                <a:cs typeface="Pretendard" pitchFamily="34" charset="-120"/>
              </a:rPr>
              <a:t>활성화된 채널로 접근 가능한 버전을 생성</a:t>
            </a:r>
            <a:endParaRPr lang="en-US" sz="1100" dirty="0"/>
          </a:p>
        </p:txBody>
      </p:sp>
      <p:sp>
        <p:nvSpPr>
          <p:cNvPr id="13" name="point card">
            <a:extLst>
              <a:ext uri="{C183D7F6-B498-43B3-948B-1728B52AA6E4}">
                <adec:decorative xmlns:adec="http://schemas.microsoft.com/office/drawing/2017/decorative" val="1"/>
              </a:ext>
            </a:extLst>
          </p:cNvPr>
          <p:cNvSpPr/>
          <p:nvPr/>
        </p:nvSpPr>
        <p:spPr>
          <a:xfrm>
            <a:off x="548640" y="2834640"/>
            <a:ext cx="5120640" cy="475488"/>
          </a:xfrm>
          <a:prstGeom prst="rect">
            <a:avLst/>
          </a:prstGeom>
          <a:solidFill>
            <a:srgbClr val="FFFFFF"/>
          </a:solidFill>
          <a:ln w="12700">
            <a:solidFill>
              <a:srgbClr val="E5E7EB"/>
            </a:solidFill>
            <a:prstDash val="solid"/>
          </a:ln>
        </p:spPr>
        <p:txBody>
          <a:bodyPr/>
          <a:lstStyle/>
          <a:p>
            <a:endParaRPr lang="en-US"/>
          </a:p>
        </p:txBody>
      </p:sp>
      <p:sp>
        <p:nvSpPr>
          <p:cNvPr id="14" name="point accent">
            <a:extLst>
              <a:ext uri="{C183D7F6-B498-43B3-948B-1728B52AA6E4}">
                <adec:decorative xmlns:adec="http://schemas.microsoft.com/office/drawing/2017/decorative" val="1"/>
              </a:ext>
            </a:extLst>
          </p:cNvPr>
          <p:cNvSpPr/>
          <p:nvPr/>
        </p:nvSpPr>
        <p:spPr>
          <a:xfrm>
            <a:off x="548640" y="2834640"/>
            <a:ext cx="45720" cy="475488"/>
          </a:xfrm>
          <a:prstGeom prst="rect">
            <a:avLst/>
          </a:prstGeom>
          <a:solidFill>
            <a:srgbClr val="3B82F6"/>
          </a:solidFill>
          <a:ln w="12700">
            <a:solidFill>
              <a:srgbClr val="3B82F6"/>
            </a:solidFill>
            <a:prstDash val="solid"/>
          </a:ln>
        </p:spPr>
        <p:txBody>
          <a:bodyPr/>
          <a:lstStyle/>
          <a:p>
            <a:endParaRPr lang="ko-KR" altLang="en-US"/>
          </a:p>
        </p:txBody>
      </p:sp>
      <p:sp>
        <p:nvSpPr>
          <p:cNvPr id="15" name="Text 13"/>
          <p:cNvSpPr/>
          <p:nvPr/>
        </p:nvSpPr>
        <p:spPr>
          <a:xfrm>
            <a:off x="777240" y="2834640"/>
            <a:ext cx="4800600" cy="475488"/>
          </a:xfrm>
          <a:prstGeom prst="rect">
            <a:avLst/>
          </a:prstGeom>
          <a:noFill/>
          <a:ln/>
        </p:spPr>
        <p:txBody>
          <a:bodyPr wrap="square" lIns="0" tIns="0" rIns="0" bIns="0" rtlCol="0" anchor="ctr"/>
          <a:lstStyle/>
          <a:p>
            <a:pPr marL="0" indent="0">
              <a:buNone/>
            </a:pPr>
            <a:r>
              <a:rPr lang="en-US" sz="1100" b="1" dirty="0">
                <a:solidFill>
                  <a:srgbClr val="1D4ED8"/>
                </a:solidFill>
                <a:latin typeface="Pretendard" pitchFamily="34" charset="0"/>
                <a:ea typeface="Pretendard" pitchFamily="34" charset="-122"/>
                <a:cs typeface="Pretendard" pitchFamily="34" charset="-120"/>
              </a:rPr>
              <a:t>채널의 역할     </a:t>
            </a:r>
            <a:r>
              <a:rPr lang="en-US" sz="1050" dirty="0">
                <a:solidFill>
                  <a:srgbClr val="111827"/>
                </a:solidFill>
                <a:latin typeface="Pretendard" pitchFamily="34" charset="0"/>
                <a:ea typeface="Pretendard" pitchFamily="34" charset="-122"/>
                <a:cs typeface="Pretendard" pitchFamily="34" charset="-120"/>
              </a:rPr>
              <a:t>웹 사이트, 웹 앱, Teams, M365 Copilot에 연결</a:t>
            </a:r>
            <a:endParaRPr lang="en-US" sz="1100" dirty="0"/>
          </a:p>
        </p:txBody>
      </p:sp>
      <p:sp>
        <p:nvSpPr>
          <p:cNvPr id="16" name="point card">
            <a:extLst>
              <a:ext uri="{C183D7F6-B498-43B3-948B-1728B52AA6E4}">
                <adec:decorative xmlns:adec="http://schemas.microsoft.com/office/drawing/2017/decorative" val="1"/>
              </a:ext>
            </a:extLst>
          </p:cNvPr>
          <p:cNvSpPr/>
          <p:nvPr/>
        </p:nvSpPr>
        <p:spPr>
          <a:xfrm>
            <a:off x="548640" y="3383280"/>
            <a:ext cx="5120640" cy="475488"/>
          </a:xfrm>
          <a:prstGeom prst="rect">
            <a:avLst/>
          </a:prstGeom>
          <a:solidFill>
            <a:srgbClr val="FFFFFF"/>
          </a:solidFill>
          <a:ln w="12700">
            <a:solidFill>
              <a:srgbClr val="E5E7EB"/>
            </a:solidFill>
            <a:prstDash val="solid"/>
          </a:ln>
        </p:spPr>
        <p:txBody>
          <a:bodyPr/>
          <a:lstStyle/>
          <a:p>
            <a:endParaRPr lang="ko-KR" altLang="en-US"/>
          </a:p>
        </p:txBody>
      </p:sp>
      <p:sp>
        <p:nvSpPr>
          <p:cNvPr id="17" name="point accent">
            <a:extLst>
              <a:ext uri="{C183D7F6-B498-43B3-948B-1728B52AA6E4}">
                <adec:decorative xmlns:adec="http://schemas.microsoft.com/office/drawing/2017/decorative" val="1"/>
              </a:ext>
            </a:extLst>
          </p:cNvPr>
          <p:cNvSpPr/>
          <p:nvPr/>
        </p:nvSpPr>
        <p:spPr>
          <a:xfrm>
            <a:off x="548640" y="3383280"/>
            <a:ext cx="45720" cy="475488"/>
          </a:xfrm>
          <a:prstGeom prst="rect">
            <a:avLst/>
          </a:prstGeom>
          <a:solidFill>
            <a:srgbClr val="3B82F6"/>
          </a:solidFill>
          <a:ln w="12700">
            <a:solidFill>
              <a:srgbClr val="3B82F6"/>
            </a:solidFill>
            <a:prstDash val="solid"/>
          </a:ln>
        </p:spPr>
        <p:txBody>
          <a:bodyPr/>
          <a:lstStyle/>
          <a:p>
            <a:endParaRPr lang="ko-KR" altLang="en-US"/>
          </a:p>
        </p:txBody>
      </p:sp>
      <p:sp>
        <p:nvSpPr>
          <p:cNvPr id="18" name="Text 16"/>
          <p:cNvSpPr/>
          <p:nvPr/>
        </p:nvSpPr>
        <p:spPr>
          <a:xfrm>
            <a:off x="777240" y="3383280"/>
            <a:ext cx="4800600" cy="475488"/>
          </a:xfrm>
          <a:prstGeom prst="rect">
            <a:avLst/>
          </a:prstGeom>
          <a:noFill/>
          <a:ln/>
        </p:spPr>
        <p:txBody>
          <a:bodyPr wrap="square" lIns="0" tIns="0" rIns="0" bIns="0" rtlCol="0" anchor="ctr"/>
          <a:lstStyle/>
          <a:p>
            <a:pPr marL="0" indent="0">
              <a:buNone/>
            </a:pPr>
            <a:r>
              <a:rPr lang="en-US" sz="1100" b="1" dirty="0">
                <a:solidFill>
                  <a:srgbClr val="1D4ED8"/>
                </a:solidFill>
                <a:latin typeface="Pretendard" pitchFamily="34" charset="0"/>
                <a:ea typeface="Pretendard" pitchFamily="34" charset="-122"/>
                <a:cs typeface="Pretendard" pitchFamily="34" charset="-120"/>
              </a:rPr>
              <a:t>공유와의 차이     </a:t>
            </a:r>
            <a:r>
              <a:rPr lang="en-US" sz="1050" dirty="0">
                <a:solidFill>
                  <a:srgbClr val="111827"/>
                </a:solidFill>
                <a:latin typeface="Pretendard" pitchFamily="34" charset="0"/>
                <a:ea typeface="Pretendard" pitchFamily="34" charset="-122"/>
                <a:cs typeface="Pretendard" pitchFamily="34" charset="-120"/>
              </a:rPr>
              <a:t>발견과 설치는 조직과 관리자 정책이 결정</a:t>
            </a:r>
            <a:endParaRPr lang="en-US" sz="1100" dirty="0"/>
          </a:p>
        </p:txBody>
      </p:sp>
      <p:sp>
        <p:nvSpPr>
          <p:cNvPr id="19" name="point card">
            <a:extLst>
              <a:ext uri="{C183D7F6-B498-43B3-948B-1728B52AA6E4}">
                <adec:decorative xmlns:adec="http://schemas.microsoft.com/office/drawing/2017/decorative" val="1"/>
              </a:ext>
            </a:extLst>
          </p:cNvPr>
          <p:cNvSpPr/>
          <p:nvPr/>
        </p:nvSpPr>
        <p:spPr>
          <a:xfrm>
            <a:off x="548640" y="3931920"/>
            <a:ext cx="5120640" cy="475488"/>
          </a:xfrm>
          <a:prstGeom prst="rect">
            <a:avLst/>
          </a:prstGeom>
          <a:solidFill>
            <a:srgbClr val="FFFFFF"/>
          </a:solidFill>
          <a:ln w="12700">
            <a:solidFill>
              <a:srgbClr val="E5E7EB"/>
            </a:solidFill>
            <a:prstDash val="solid"/>
          </a:ln>
        </p:spPr>
        <p:txBody>
          <a:bodyPr/>
          <a:lstStyle/>
          <a:p>
            <a:endParaRPr lang="ko-KR" altLang="en-US"/>
          </a:p>
        </p:txBody>
      </p:sp>
      <p:sp>
        <p:nvSpPr>
          <p:cNvPr id="20" name="point accent">
            <a:extLst>
              <a:ext uri="{C183D7F6-B498-43B3-948B-1728B52AA6E4}">
                <adec:decorative xmlns:adec="http://schemas.microsoft.com/office/drawing/2017/decorative" val="1"/>
              </a:ext>
            </a:extLst>
          </p:cNvPr>
          <p:cNvSpPr/>
          <p:nvPr/>
        </p:nvSpPr>
        <p:spPr>
          <a:xfrm>
            <a:off x="548640" y="3931920"/>
            <a:ext cx="45720" cy="475488"/>
          </a:xfrm>
          <a:prstGeom prst="rect">
            <a:avLst/>
          </a:prstGeom>
          <a:solidFill>
            <a:srgbClr val="3B82F6"/>
          </a:solidFill>
          <a:ln w="12700">
            <a:solidFill>
              <a:srgbClr val="3B82F6"/>
            </a:solidFill>
            <a:prstDash val="solid"/>
          </a:ln>
        </p:spPr>
        <p:txBody>
          <a:bodyPr/>
          <a:lstStyle/>
          <a:p>
            <a:endParaRPr lang="ko-KR" altLang="en-US"/>
          </a:p>
        </p:txBody>
      </p:sp>
      <p:sp>
        <p:nvSpPr>
          <p:cNvPr id="21" name="Text 19"/>
          <p:cNvSpPr/>
          <p:nvPr/>
        </p:nvSpPr>
        <p:spPr>
          <a:xfrm>
            <a:off x="777240" y="3931920"/>
            <a:ext cx="4800600" cy="475488"/>
          </a:xfrm>
          <a:prstGeom prst="rect">
            <a:avLst/>
          </a:prstGeom>
          <a:noFill/>
          <a:ln/>
        </p:spPr>
        <p:txBody>
          <a:bodyPr wrap="square" lIns="0" tIns="0" rIns="0" bIns="0" rtlCol="0" anchor="ctr"/>
          <a:lstStyle/>
          <a:p>
            <a:pPr marL="0" indent="0">
              <a:buNone/>
            </a:pPr>
            <a:r>
              <a:rPr lang="en-US" sz="1100" b="1" dirty="0">
                <a:solidFill>
                  <a:srgbClr val="1D4ED8"/>
                </a:solidFill>
                <a:latin typeface="Pretendard" pitchFamily="34" charset="0"/>
                <a:ea typeface="Pretendard" pitchFamily="34" charset="-122"/>
                <a:cs typeface="Pretendard" pitchFamily="34" charset="-120"/>
              </a:rPr>
              <a:t>업데이트     </a:t>
            </a:r>
            <a:r>
              <a:rPr lang="en-US" sz="1050" dirty="0">
                <a:solidFill>
                  <a:srgbClr val="111827"/>
                </a:solidFill>
                <a:latin typeface="Pretendard" pitchFamily="34" charset="0"/>
                <a:ea typeface="Pretendard" pitchFamily="34" charset="-122"/>
                <a:cs typeface="Pretendard" pitchFamily="34" charset="-120"/>
              </a:rPr>
              <a:t>에이전트를 수정하면 반드시 다시 게시</a:t>
            </a:r>
            <a:endParaRPr lang="en-US" sz="1100" dirty="0"/>
          </a:p>
        </p:txBody>
      </p:sp>
      <p:sp>
        <p:nvSpPr>
          <p:cNvPr id="22" name="note panel">
            <a:extLst>
              <a:ext uri="{C183D7F6-B498-43B3-948B-1728B52AA6E4}">
                <adec:decorative xmlns:adec="http://schemas.microsoft.com/office/drawing/2017/decorative" val="1"/>
              </a:ext>
            </a:extLst>
          </p:cNvPr>
          <p:cNvSpPr/>
          <p:nvPr/>
        </p:nvSpPr>
        <p:spPr>
          <a:xfrm>
            <a:off x="5943600" y="2286000"/>
            <a:ext cx="2651760" cy="2212848"/>
          </a:xfrm>
          <a:prstGeom prst="rect">
            <a:avLst/>
          </a:prstGeom>
          <a:solidFill>
            <a:srgbClr val="F3F5F9"/>
          </a:solidFill>
          <a:ln w="12700">
            <a:solidFill>
              <a:srgbClr val="F3F5F9"/>
            </a:solidFill>
            <a:prstDash val="solid"/>
          </a:ln>
        </p:spPr>
        <p:txBody>
          <a:bodyPr/>
          <a:lstStyle/>
          <a:p>
            <a:endParaRPr lang="ko-KR" altLang="en-US"/>
          </a:p>
        </p:txBody>
      </p:sp>
      <p:sp>
        <p:nvSpPr>
          <p:cNvPr id="23" name="Text 21"/>
          <p:cNvSpPr/>
          <p:nvPr/>
        </p:nvSpPr>
        <p:spPr>
          <a:xfrm>
            <a:off x="6172200" y="2487168"/>
            <a:ext cx="2194560" cy="256032"/>
          </a:xfrm>
          <a:prstGeom prst="rect">
            <a:avLst/>
          </a:prstGeom>
          <a:noFill/>
          <a:ln/>
        </p:spPr>
        <p:txBody>
          <a:bodyPr wrap="square" lIns="0" tIns="0" rIns="0" bIns="0" rtlCol="0" anchor="ctr"/>
          <a:lstStyle/>
          <a:p>
            <a:pPr marL="0" indent="0">
              <a:buNone/>
            </a:pPr>
            <a:r>
              <a:rPr lang="en-US" sz="1150" b="1" dirty="0">
                <a:solidFill>
                  <a:srgbClr val="1D4ED8"/>
                </a:solidFill>
                <a:latin typeface="Pretendard" pitchFamily="34" charset="0"/>
                <a:ea typeface="Pretendard" pitchFamily="34" charset="-122"/>
                <a:cs typeface="Pretendard" pitchFamily="34" charset="-120"/>
              </a:rPr>
              <a:t>바뀌는 것과 그대로인 것</a:t>
            </a:r>
            <a:endParaRPr lang="en-US" sz="1150" dirty="0"/>
          </a:p>
        </p:txBody>
      </p:sp>
      <p:sp>
        <p:nvSpPr>
          <p:cNvPr id="24" name="Text 22"/>
          <p:cNvSpPr/>
          <p:nvPr/>
        </p:nvSpPr>
        <p:spPr>
          <a:xfrm>
            <a:off x="6172200" y="2816352"/>
            <a:ext cx="2194560" cy="1554480"/>
          </a:xfrm>
          <a:prstGeom prst="rect">
            <a:avLst/>
          </a:prstGeom>
          <a:noFill/>
          <a:ln/>
        </p:spPr>
        <p:txBody>
          <a:bodyPr wrap="square" lIns="0" tIns="0" rIns="0" bIns="0" rtlCol="0" anchor="t"/>
          <a:lstStyle/>
          <a:p>
            <a:pPr marL="0" indent="0">
              <a:lnSpc>
                <a:spcPct val="115000"/>
              </a:lnSpc>
              <a:buNone/>
            </a:pPr>
            <a:r>
              <a:rPr lang="en-US" sz="1000" dirty="0">
                <a:solidFill>
                  <a:srgbClr val="4B5563"/>
                </a:solidFill>
                <a:latin typeface="Pretendard" pitchFamily="34" charset="0"/>
                <a:ea typeface="Pretendard" pitchFamily="34" charset="-122"/>
                <a:cs typeface="Pretendard" pitchFamily="34" charset="-120"/>
              </a:rPr>
              <a:t>바뀌는 것</a:t>
            </a:r>
            <a:endParaRPr lang="en-US" sz="1000" dirty="0"/>
          </a:p>
          <a:p>
            <a:pPr marL="0" indent="0">
              <a:lnSpc>
                <a:spcPct val="115000"/>
              </a:lnSpc>
              <a:buNone/>
            </a:pPr>
            <a:r>
              <a:rPr lang="en-US" sz="1000" dirty="0">
                <a:solidFill>
                  <a:srgbClr val="4B5563"/>
                </a:solidFill>
                <a:latin typeface="Pretendard" pitchFamily="34" charset="0"/>
                <a:ea typeface="Pretendard" pitchFamily="34" charset="-122"/>
                <a:cs typeface="Pretendard" pitchFamily="34" charset="-120"/>
              </a:rPr>
              <a:t>직원이 에이전트에</a:t>
            </a:r>
            <a:endParaRPr lang="en-US" sz="1000" dirty="0"/>
          </a:p>
          <a:p>
            <a:pPr marL="0" indent="0">
              <a:lnSpc>
                <a:spcPct val="115000"/>
              </a:lnSpc>
              <a:buNone/>
            </a:pPr>
            <a:r>
              <a:rPr lang="en-US" sz="1000" dirty="0">
                <a:solidFill>
                  <a:srgbClr val="4B5563"/>
                </a:solidFill>
                <a:latin typeface="Pretendard" pitchFamily="34" charset="0"/>
                <a:ea typeface="Pretendard" pitchFamily="34" charset="-122"/>
                <a:cs typeface="Pretendard" pitchFamily="34" charset="-120"/>
              </a:rPr>
              <a:t>접근하는 위치</a:t>
            </a:r>
            <a:endParaRPr lang="en-US" sz="1000" dirty="0"/>
          </a:p>
          <a:p>
            <a:pPr marL="0" indent="0">
              <a:lnSpc>
                <a:spcPct val="115000"/>
              </a:lnSpc>
              <a:buNone/>
            </a:pPr>
            <a:endParaRPr lang="en-US" sz="1000" dirty="0"/>
          </a:p>
          <a:p>
            <a:pPr marL="0" indent="0">
              <a:lnSpc>
                <a:spcPct val="115000"/>
              </a:lnSpc>
              <a:buNone/>
            </a:pPr>
            <a:r>
              <a:rPr lang="en-US" sz="1000" dirty="0">
                <a:solidFill>
                  <a:srgbClr val="4B5563"/>
                </a:solidFill>
                <a:latin typeface="Pretendard" pitchFamily="34" charset="0"/>
                <a:ea typeface="Pretendard" pitchFamily="34" charset="-122"/>
                <a:cs typeface="Pretendard" pitchFamily="34" charset="-120"/>
              </a:rPr>
              <a:t>그대로인 것</a:t>
            </a:r>
            <a:endParaRPr lang="en-US" sz="1000" dirty="0"/>
          </a:p>
          <a:p>
            <a:pPr marL="0" indent="0">
              <a:lnSpc>
                <a:spcPct val="115000"/>
              </a:lnSpc>
              <a:buNone/>
            </a:pPr>
            <a:r>
              <a:rPr lang="en-US" sz="1000" dirty="0">
                <a:solidFill>
                  <a:srgbClr val="4B5563"/>
                </a:solidFill>
                <a:latin typeface="Pretendard" pitchFamily="34" charset="0"/>
                <a:ea typeface="Pretendard" pitchFamily="34" charset="-122"/>
                <a:cs typeface="Pretendard" pitchFamily="34" charset="-120"/>
              </a:rPr>
              <a:t>에이전트의 harness</a:t>
            </a:r>
            <a:endParaRPr lang="en-US" sz="1000" dirty="0"/>
          </a:p>
          <a:p>
            <a:pPr marL="0" indent="0">
              <a:lnSpc>
                <a:spcPct val="115000"/>
              </a:lnSpc>
              <a:buNone/>
            </a:pPr>
            <a:r>
              <a:rPr lang="en-US" sz="1000" dirty="0">
                <a:solidFill>
                  <a:srgbClr val="4B5563"/>
                </a:solidFill>
                <a:latin typeface="Pretendard" pitchFamily="34" charset="0"/>
                <a:ea typeface="Pretendard" pitchFamily="34" charset="-122"/>
                <a:cs typeface="Pretendard" pitchFamily="34" charset="-120"/>
              </a:rPr>
              <a:t>각 채널에서 계속</a:t>
            </a:r>
            <a:endParaRPr lang="en-US" sz="1000" dirty="0"/>
          </a:p>
          <a:p>
            <a:pPr marL="0" indent="0">
              <a:lnSpc>
                <a:spcPct val="115000"/>
              </a:lnSpc>
              <a:buNone/>
            </a:pPr>
            <a:r>
              <a:rPr lang="en-US" sz="1000" dirty="0">
                <a:solidFill>
                  <a:srgbClr val="4B5563"/>
                </a:solidFill>
                <a:latin typeface="Pretendard" pitchFamily="34" charset="0"/>
                <a:ea typeface="Pretendard" pitchFamily="34" charset="-122"/>
                <a:cs typeface="Pretendard" pitchFamily="34" charset="-120"/>
              </a:rPr>
              <a:t>GitHub Copilot 기반</a:t>
            </a:r>
            <a:endParaRPr lang="en-US" sz="10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a:extLst>
              <a:ext uri="{C183D7F6-B498-43B3-948B-1728B52AA6E4}">
                <adec:decorative xmlns:adec="http://schemas.microsoft.com/office/drawing/2017/decorative" val="1"/>
              </a:ext>
            </a:extLst>
          </p:cNvPr>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구성 항목</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사용자가 추가 전에 보게 될 정보를 구성합니다</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08  ·  목록 정보</a:t>
            </a:r>
            <a:endParaRPr lang="en-US" sz="950" dirty="0"/>
          </a:p>
        </p:txBody>
      </p:sp>
      <p:sp>
        <p:nvSpPr>
          <p:cNvPr id="7" name="key message band">
            <a:extLst>
              <a:ext uri="{C183D7F6-B498-43B3-948B-1728B52AA6E4}">
                <adec:decorative xmlns:adec="http://schemas.microsoft.com/office/drawing/2017/decorative" val="1"/>
              </a:ext>
            </a:extLst>
          </p:cNvPr>
          <p:cNvSpPr/>
          <p:nvPr/>
        </p:nvSpPr>
        <p:spPr>
          <a:xfrm>
            <a:off x="548640" y="1417320"/>
            <a:ext cx="8046720" cy="566928"/>
          </a:xfrm>
          <a:prstGeom prst="rect">
            <a:avLst/>
          </a:prstGeom>
          <a:solidFill>
            <a:srgbClr val="F3F5F9"/>
          </a:solidFill>
          <a:ln w="12700">
            <a:solidFill>
              <a:srgbClr val="F3F5F9"/>
            </a:solidFill>
            <a:prstDash val="solid"/>
          </a:ln>
        </p:spPr>
        <p:txBody>
          <a:bodyPr/>
          <a:lstStyle/>
          <a:p>
            <a:endParaRPr lang="ko-KR" altLang="en-US"/>
          </a:p>
        </p:txBody>
      </p:sp>
      <p:sp>
        <p:nvSpPr>
          <p:cNvPr id="8" name="accent bar">
            <a:extLst>
              <a:ext uri="{C183D7F6-B498-43B3-948B-1728B52AA6E4}">
                <adec:decorative xmlns:adec="http://schemas.microsoft.com/office/drawing/2017/decorative" val="1"/>
              </a:ext>
            </a:extLst>
          </p:cNvPr>
          <p:cNvSpPr/>
          <p:nvPr/>
        </p:nvSpPr>
        <p:spPr>
          <a:xfrm>
            <a:off x="548640" y="1417320"/>
            <a:ext cx="50292" cy="566928"/>
          </a:xfrm>
          <a:prstGeom prst="rect">
            <a:avLst/>
          </a:prstGeom>
          <a:solidFill>
            <a:srgbClr val="1D4ED8"/>
          </a:solidFill>
          <a:ln w="12700">
            <a:solidFill>
              <a:srgbClr val="1D4ED8"/>
            </a:solidFill>
            <a:prstDash val="solid"/>
          </a:ln>
        </p:spPr>
        <p:txBody>
          <a:bodyPr/>
          <a:lstStyle/>
          <a:p>
            <a:endParaRPr lang="en-US"/>
          </a:p>
        </p:txBody>
      </p:sp>
      <p:sp>
        <p:nvSpPr>
          <p:cNvPr id="9" name="Text 7">
            <a:extLst>
              <a:ext uri="{C183D7F6-B498-43B3-948B-1728B52AA6E4}">
                <adec:decorative xmlns:adec="http://schemas.microsoft.com/office/drawing/2017/decorative" val="1"/>
              </a:ext>
            </a:extLst>
          </p:cNvPr>
          <p:cNvSpPr/>
          <p:nvPr/>
        </p:nvSpPr>
        <p:spPr>
          <a:xfrm>
            <a:off x="749808" y="1417320"/>
            <a:ext cx="7680960" cy="566928"/>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목록 정보는 직원이 이 에이전트가 자신에게 맞는지 판단하는 근거입니다.</a:t>
            </a:r>
            <a:endParaRPr lang="en-US" sz="1350" dirty="0"/>
          </a:p>
        </p:txBody>
      </p:sp>
      <p:graphicFrame>
        <p:nvGraphicFramePr>
          <p:cNvPr id="71" name="Table 0"/>
          <p:cNvGraphicFramePr>
            <a:graphicFrameLocks noGrp="1"/>
          </p:cNvGraphicFramePr>
          <p:nvPr>
            <p:extLst>
              <p:ext uri="{D42A27DB-BD31-4B8C-83A1-F6EECF244321}">
                <p14:modId xmlns:p14="http://schemas.microsoft.com/office/powerpoint/2010/main" val="1579011935"/>
              </p:ext>
            </p:extLst>
          </p:nvPr>
        </p:nvGraphicFramePr>
        <p:xfrm>
          <a:off x="548640" y="2194560"/>
          <a:ext cx="8046720" cy="1808480"/>
        </p:xfrm>
        <a:graphic>
          <a:graphicData uri="http://schemas.openxmlformats.org/drawingml/2006/table">
            <a:tbl>
              <a:tblPr/>
              <a:tblGrid>
                <a:gridCol w="173736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tblGrid>
              <a:tr h="274320">
                <a:tc>
                  <a:txBody>
                    <a:bodyPr/>
                    <a:lstStyle/>
                    <a:p>
                      <a:pPr marL="0" indent="0">
                        <a:buNone/>
                      </a:pPr>
                      <a:r>
                        <a:rPr lang="en-US" sz="1100" b="1" dirty="0">
                          <a:solidFill>
                            <a:srgbClr val="FFFFFF"/>
                          </a:solidFill>
                          <a:latin typeface="Pretendard" pitchFamily="34" charset="0"/>
                          <a:ea typeface="Pretendard" pitchFamily="34" charset="-122"/>
                          <a:cs typeface="Pretendard" pitchFamily="34" charset="-120"/>
                        </a:rPr>
                        <a:t>항목</a:t>
                      </a:r>
                      <a:endParaRPr lang="en-US" sz="11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D4ED8"/>
                    </a:solidFill>
                  </a:tcPr>
                </a:tc>
                <a:tc>
                  <a:txBody>
                    <a:bodyPr/>
                    <a:lstStyle/>
                    <a:p>
                      <a:pPr marL="0" indent="0">
                        <a:buNone/>
                      </a:pPr>
                      <a:r>
                        <a:rPr lang="en-US" sz="1100" b="1" dirty="0">
                          <a:solidFill>
                            <a:srgbClr val="FFFFFF"/>
                          </a:solidFill>
                          <a:latin typeface="Pretendard" pitchFamily="34" charset="0"/>
                          <a:ea typeface="Pretendard" pitchFamily="34" charset="-122"/>
                          <a:cs typeface="Pretendard" pitchFamily="34" charset="-120"/>
                        </a:rPr>
                        <a:t>역할</a:t>
                      </a:r>
                      <a:endParaRPr lang="en-US" sz="11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D4ED8"/>
                    </a:solidFill>
                  </a:tcPr>
                </a:tc>
                <a:tc>
                  <a:txBody>
                    <a:bodyPr/>
                    <a:lstStyle/>
                    <a:p>
                      <a:pPr marL="0" indent="0">
                        <a:buNone/>
                      </a:pPr>
                      <a:r>
                        <a:rPr lang="en-US" sz="1100" b="1" dirty="0">
                          <a:solidFill>
                            <a:srgbClr val="FFFFFF"/>
                          </a:solidFill>
                          <a:latin typeface="Pretendard" pitchFamily="34" charset="0"/>
                          <a:ea typeface="Pretendard" pitchFamily="34" charset="-122"/>
                          <a:cs typeface="Pretendard" pitchFamily="34" charset="-120"/>
                        </a:rPr>
                        <a:t>이 랩에서 설정하는 값</a:t>
                      </a:r>
                      <a:endParaRPr lang="en-US" sz="11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D4ED8"/>
                    </a:solidFill>
                  </a:tcPr>
                </a:tc>
                <a:extLst>
                  <a:ext uri="{0D108BD9-81ED-4DB2-BD59-A6C34878D82A}">
                    <a16:rowId xmlns:a16="http://schemas.microsoft.com/office/drawing/2014/main" val="10000"/>
                  </a:ext>
                </a:extLst>
              </a:tr>
              <a:tr h="365760">
                <a:tc>
                  <a:txBody>
                    <a:bodyPr/>
                    <a:lstStyle/>
                    <a:p>
                      <a:pPr marL="0" indent="0">
                        <a:buNone/>
                      </a:pPr>
                      <a:r>
                        <a:rPr lang="en-US" sz="1050" b="1" dirty="0">
                          <a:solidFill>
                            <a:srgbClr val="111827"/>
                          </a:solidFill>
                          <a:latin typeface="Pretendard" pitchFamily="34" charset="0"/>
                          <a:ea typeface="Pretendard" pitchFamily="34" charset="-122"/>
                          <a:cs typeface="Pretendard" pitchFamily="34" charset="-120"/>
                        </a:rPr>
                        <a:t>Short description</a:t>
                      </a:r>
                      <a:endParaRPr lang="en-US" sz="10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5F9"/>
                    </a:solidFill>
                  </a:tcPr>
                </a:tc>
                <a:tc>
                  <a:txBody>
                    <a:bodyPr/>
                    <a:lstStyle/>
                    <a:p>
                      <a:pPr marL="0" indent="0">
                        <a:buNone/>
                      </a:pPr>
                      <a:r>
                        <a:rPr lang="en-US" sz="1000" dirty="0">
                          <a:solidFill>
                            <a:srgbClr val="4B5563"/>
                          </a:solidFill>
                          <a:latin typeface="Pretendard" pitchFamily="34" charset="0"/>
                          <a:ea typeface="Pretendard" pitchFamily="34" charset="-122"/>
                          <a:cs typeface="Pretendard" pitchFamily="34" charset="-120"/>
                        </a:rPr>
                        <a:t>한 줄 요약 · 80자 이내</a:t>
                      </a:r>
                      <a:endParaRPr lang="en-US" sz="10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1000" b="1" dirty="0">
                          <a:solidFill>
                            <a:srgbClr val="111827"/>
                          </a:solidFill>
                          <a:latin typeface="Pretendard" pitchFamily="34" charset="0"/>
                          <a:ea typeface="Pretendard" pitchFamily="34" charset="-122"/>
                          <a:cs typeface="Pretendard" pitchFamily="34" charset="-120"/>
                        </a:rPr>
                        <a:t>IT 문제 해결, 장치 찾기, 승인 요청 제출</a:t>
                      </a:r>
                      <a:endParaRPr lang="en-US" sz="10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buNone/>
                      </a:pPr>
                      <a:r>
                        <a:rPr lang="en-US" sz="1050" b="1" dirty="0">
                          <a:solidFill>
                            <a:srgbClr val="111827"/>
                          </a:solidFill>
                          <a:latin typeface="Pretendard" pitchFamily="34" charset="0"/>
                          <a:ea typeface="Pretendard" pitchFamily="34" charset="-122"/>
                          <a:cs typeface="Pretendard" pitchFamily="34" charset="-120"/>
                        </a:rPr>
                        <a:t>Long description</a:t>
                      </a:r>
                      <a:endParaRPr lang="en-US" sz="10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5F9"/>
                    </a:solidFill>
                  </a:tcPr>
                </a:tc>
                <a:tc>
                  <a:txBody>
                    <a:bodyPr/>
                    <a:lstStyle/>
                    <a:p>
                      <a:pPr marL="0" indent="0">
                        <a:buNone/>
                      </a:pPr>
                      <a:r>
                        <a:rPr lang="en-US" sz="1000" dirty="0">
                          <a:solidFill>
                            <a:srgbClr val="4B5563"/>
                          </a:solidFill>
                          <a:latin typeface="Pretendard" pitchFamily="34" charset="0"/>
                          <a:ea typeface="Pretendard" pitchFamily="34" charset="-122"/>
                          <a:cs typeface="Pretendard" pitchFamily="34" charset="-120"/>
                        </a:rPr>
                        <a:t>상세 소개 · 3400자 이내</a:t>
                      </a:r>
                      <a:endParaRPr lang="en-US" sz="10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1000" dirty="0">
                          <a:solidFill>
                            <a:srgbClr val="111827"/>
                          </a:solidFill>
                          <a:latin typeface="Pretendard" pitchFamily="34" charset="0"/>
                          <a:ea typeface="Pretendard" pitchFamily="34" charset="-122"/>
                          <a:cs typeface="Pretendard" pitchFamily="34" charset="-120"/>
                        </a:rPr>
                        <a:t>지원 범위와 지식 원본, 제한 사항을 함께 설명</a:t>
                      </a:r>
                      <a:endParaRPr lang="en-US" sz="10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buNone/>
                      </a:pPr>
                      <a:r>
                        <a:rPr lang="en-US" sz="1050" b="1" dirty="0">
                          <a:solidFill>
                            <a:srgbClr val="111827"/>
                          </a:solidFill>
                          <a:latin typeface="Pretendard" pitchFamily="34" charset="0"/>
                          <a:ea typeface="Pretendard" pitchFamily="34" charset="-122"/>
                          <a:cs typeface="Pretendard" pitchFamily="34" charset="-120"/>
                        </a:rPr>
                        <a:t>Teams settings</a:t>
                      </a:r>
                      <a:endParaRPr lang="en-US" sz="10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5F9"/>
                    </a:solidFill>
                  </a:tcPr>
                </a:tc>
                <a:tc>
                  <a:txBody>
                    <a:bodyPr/>
                    <a:lstStyle/>
                    <a:p>
                      <a:pPr marL="0" indent="0">
                        <a:buNone/>
                      </a:pPr>
                      <a:r>
                        <a:rPr lang="en-US" sz="1000" dirty="0">
                          <a:solidFill>
                            <a:srgbClr val="4B5563"/>
                          </a:solidFill>
                          <a:latin typeface="Pretendard" pitchFamily="34" charset="0"/>
                          <a:ea typeface="Pretendard" pitchFamily="34" charset="-122"/>
                          <a:cs typeface="Pretendard" pitchFamily="34" charset="-120"/>
                        </a:rPr>
                        <a:t>Teams에서의 동작 범위</a:t>
                      </a:r>
                      <a:endParaRPr lang="en-US" sz="10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1000" b="1" dirty="0">
                          <a:solidFill>
                            <a:srgbClr val="111827"/>
                          </a:solidFill>
                          <a:latin typeface="Pretendard" pitchFamily="34" charset="0"/>
                          <a:ea typeface="Pretendard" pitchFamily="34" charset="-122"/>
                          <a:cs typeface="Pretendard" pitchFamily="34" charset="-120"/>
                        </a:rPr>
                        <a:t>팀에 추가 허용, 그룹 및 모임 채팅에서 사용</a:t>
                      </a:r>
                      <a:endParaRPr lang="en-US" sz="10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buNone/>
                      </a:pPr>
                      <a:r>
                        <a:rPr lang="en-US" sz="1050" b="1" dirty="0">
                          <a:solidFill>
                            <a:srgbClr val="111827"/>
                          </a:solidFill>
                          <a:latin typeface="Pretendard" pitchFamily="34" charset="0"/>
                          <a:ea typeface="Pretendard" pitchFamily="34" charset="-122"/>
                          <a:cs typeface="Pretendard" pitchFamily="34" charset="-120"/>
                        </a:rPr>
                        <a:t>Developer name</a:t>
                      </a:r>
                      <a:endParaRPr lang="en-US" sz="10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5F9"/>
                    </a:solidFill>
                  </a:tcPr>
                </a:tc>
                <a:tc>
                  <a:txBody>
                    <a:bodyPr/>
                    <a:lstStyle/>
                    <a:p>
                      <a:pPr marL="0" indent="0">
                        <a:buNone/>
                      </a:pPr>
                      <a:r>
                        <a:rPr lang="en-US" sz="1000" dirty="0">
                          <a:solidFill>
                            <a:srgbClr val="4B5563"/>
                          </a:solidFill>
                          <a:latin typeface="Pretendard" pitchFamily="34" charset="0"/>
                          <a:ea typeface="Pretendard" pitchFamily="34" charset="-122"/>
                          <a:cs typeface="Pretendard" pitchFamily="34" charset="-120"/>
                        </a:rPr>
                        <a:t>제작 주체 표시</a:t>
                      </a:r>
                      <a:endParaRPr lang="en-US" sz="10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1000" dirty="0">
                          <a:solidFill>
                            <a:srgbClr val="111827"/>
                          </a:solidFill>
                          <a:latin typeface="Pretendard" pitchFamily="34" charset="0"/>
                          <a:ea typeface="Pretendard" pitchFamily="34" charset="-122"/>
                          <a:cs typeface="Pretendard" pitchFamily="34" charset="-120"/>
                        </a:rPr>
                        <a:t>Contoso IT · 목록의 Created by에 표시</a:t>
                      </a:r>
                      <a:endParaRPr lang="en-US" sz="10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1" name="flow band">
            <a:extLst>
              <a:ext uri="{C183D7F6-B498-43B3-948B-1728B52AA6E4}">
                <adec:decorative xmlns:adec="http://schemas.microsoft.com/office/drawing/2017/decorative" val="1"/>
              </a:ext>
            </a:extLst>
          </p:cNvPr>
          <p:cNvSpPr/>
          <p:nvPr/>
        </p:nvSpPr>
        <p:spPr>
          <a:xfrm>
            <a:off x="548640" y="4041648"/>
            <a:ext cx="8046720" cy="566928"/>
          </a:xfrm>
          <a:prstGeom prst="rect">
            <a:avLst/>
          </a:prstGeom>
          <a:solidFill>
            <a:srgbClr val="F3F5F9"/>
          </a:solidFill>
          <a:ln w="12700">
            <a:solidFill>
              <a:srgbClr val="F3F5F9"/>
            </a:solidFill>
            <a:prstDash val="solid"/>
          </a:ln>
        </p:spPr>
        <p:txBody>
          <a:bodyPr/>
          <a:lstStyle/>
          <a:p>
            <a:endParaRPr lang="en-US"/>
          </a:p>
        </p:txBody>
      </p:sp>
      <p:sp>
        <p:nvSpPr>
          <p:cNvPr id="12" name="band accent">
            <a:extLst>
              <a:ext uri="{C183D7F6-B498-43B3-948B-1728B52AA6E4}">
                <adec:decorative xmlns:adec="http://schemas.microsoft.com/office/drawing/2017/decorative" val="1"/>
              </a:ext>
            </a:extLst>
          </p:cNvPr>
          <p:cNvSpPr/>
          <p:nvPr/>
        </p:nvSpPr>
        <p:spPr>
          <a:xfrm>
            <a:off x="548640" y="4041648"/>
            <a:ext cx="50292" cy="566928"/>
          </a:xfrm>
          <a:prstGeom prst="rect">
            <a:avLst/>
          </a:prstGeom>
          <a:solidFill>
            <a:srgbClr val="1D4ED8"/>
          </a:solidFill>
          <a:ln w="12700">
            <a:solidFill>
              <a:srgbClr val="1D4ED8"/>
            </a:solidFill>
            <a:prstDash val="solid"/>
          </a:ln>
        </p:spPr>
        <p:txBody>
          <a:bodyPr/>
          <a:lstStyle/>
          <a:p>
            <a:endParaRPr lang="en-US"/>
          </a:p>
        </p:txBody>
      </p:sp>
      <p:sp>
        <p:nvSpPr>
          <p:cNvPr id="13" name="Text 10">
            <a:extLst>
              <a:ext uri="{C183D7F6-B498-43B3-948B-1728B52AA6E4}">
                <adec:decorative xmlns:adec="http://schemas.microsoft.com/office/drawing/2017/decorative" val="1"/>
              </a:ext>
            </a:extLst>
          </p:cNvPr>
          <p:cNvSpPr/>
          <p:nvPr/>
        </p:nvSpPr>
        <p:spPr>
          <a:xfrm>
            <a:off x="777240" y="4041648"/>
            <a:ext cx="7589520" cy="566928"/>
          </a:xfrm>
          <a:prstGeom prst="rect">
            <a:avLst/>
          </a:prstGeom>
          <a:noFill/>
          <a:ln/>
        </p:spPr>
        <p:txBody>
          <a:bodyPr wrap="square" lIns="0" tIns="0" rIns="0" bIns="0" rtlCol="0" anchor="ctr"/>
          <a:lstStyle/>
          <a:p>
            <a:pPr marL="0" indent="0">
              <a:lnSpc>
                <a:spcPct val="120000"/>
              </a:lnSpc>
              <a:buNone/>
            </a:pPr>
            <a:r>
              <a:rPr lang="en-US" sz="1100" b="1" dirty="0">
                <a:solidFill>
                  <a:srgbClr val="1D4ED8"/>
                </a:solidFill>
                <a:latin typeface="Pretendard" pitchFamily="34" charset="0"/>
                <a:ea typeface="Pretendard" pitchFamily="34" charset="-122"/>
                <a:cs typeface="Pretendard" pitchFamily="34" charset="-120"/>
              </a:rPr>
              <a:t>게시 흐름   </a:t>
            </a:r>
            <a:r>
              <a:rPr lang="en-US" sz="1050" dirty="0">
                <a:solidFill>
                  <a:srgbClr val="4B5563"/>
                </a:solidFill>
                <a:latin typeface="Pretendard" pitchFamily="34" charset="0"/>
                <a:ea typeface="Pretendard" pitchFamily="34" charset="-122"/>
                <a:cs typeface="Pretendard" pitchFamily="34" charset="-120"/>
              </a:rPr>
              <a:t>채널 선택  →  Microsoft 365 Copilot 사용 설정  →  저장하고 게시  →  목록 정보 편집  →  저장  →  다시 게시</a:t>
            </a:r>
            <a:endParaRPr lang="en-US" sz="11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a:extLst>
              <a:ext uri="{C183D7F6-B498-43B3-948B-1728B52AA6E4}">
                <adec:decorative xmlns:adec="http://schemas.microsoft.com/office/drawing/2017/decorative" val="1"/>
              </a:ext>
            </a:extLst>
          </p:cNvPr>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실습</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랩 08 · 게시하고 두 채널에서 검증하기</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08  ·  실습 안내</a:t>
            </a:r>
            <a:endParaRPr lang="en-US" sz="950" dirty="0"/>
          </a:p>
        </p:txBody>
      </p:sp>
      <p:sp>
        <p:nvSpPr>
          <p:cNvPr id="7" name="usecase band">
            <a:extLst>
              <a:ext uri="{C183D7F6-B498-43B3-948B-1728B52AA6E4}">
                <adec:decorative xmlns:adec="http://schemas.microsoft.com/office/drawing/2017/decorative" val="1"/>
              </a:ext>
            </a:extLst>
          </p:cNvPr>
          <p:cNvSpPr/>
          <p:nvPr/>
        </p:nvSpPr>
        <p:spPr>
          <a:xfrm>
            <a:off x="548640" y="1371600"/>
            <a:ext cx="8046720" cy="512064"/>
          </a:xfrm>
          <a:prstGeom prst="rect">
            <a:avLst/>
          </a:prstGeom>
          <a:solidFill>
            <a:srgbClr val="F3F5F9"/>
          </a:solidFill>
          <a:ln w="12700">
            <a:solidFill>
              <a:srgbClr val="F3F5F9"/>
            </a:solidFill>
            <a:prstDash val="solid"/>
          </a:ln>
        </p:spPr>
        <p:txBody>
          <a:bodyPr/>
          <a:lstStyle/>
          <a:p>
            <a:endParaRPr lang="ko-KR" altLang="en-US"/>
          </a:p>
        </p:txBody>
      </p:sp>
      <p:sp>
        <p:nvSpPr>
          <p:cNvPr id="8" name="usecase accent">
            <a:extLst>
              <a:ext uri="{C183D7F6-B498-43B3-948B-1728B52AA6E4}">
                <adec:decorative xmlns:adec="http://schemas.microsoft.com/office/drawing/2017/decorative" val="1"/>
              </a:ext>
            </a:extLst>
          </p:cNvPr>
          <p:cNvSpPr/>
          <p:nvPr/>
        </p:nvSpPr>
        <p:spPr>
          <a:xfrm>
            <a:off x="548640" y="1371600"/>
            <a:ext cx="50292" cy="512064"/>
          </a:xfrm>
          <a:prstGeom prst="rect">
            <a:avLst/>
          </a:prstGeom>
          <a:solidFill>
            <a:srgbClr val="1D4ED8"/>
          </a:solidFill>
          <a:ln w="12700">
            <a:solidFill>
              <a:srgbClr val="1D4ED8"/>
            </a:solidFill>
            <a:prstDash val="solid"/>
          </a:ln>
        </p:spPr>
        <p:txBody>
          <a:bodyPr/>
          <a:lstStyle/>
          <a:p>
            <a:endParaRPr lang="en-US"/>
          </a:p>
        </p:txBody>
      </p:sp>
      <p:sp>
        <p:nvSpPr>
          <p:cNvPr id="9" name="Text 7">
            <a:extLst>
              <a:ext uri="{C183D7F6-B498-43B3-948B-1728B52AA6E4}">
                <adec:decorative xmlns:adec="http://schemas.microsoft.com/office/drawing/2017/decorative" val="1"/>
              </a:ext>
            </a:extLst>
          </p:cNvPr>
          <p:cNvSpPr/>
          <p:nvPr/>
        </p:nvSpPr>
        <p:spPr>
          <a:xfrm>
            <a:off x="777240" y="1371600"/>
            <a:ext cx="7589520" cy="512064"/>
          </a:xfrm>
          <a:prstGeom prst="rect">
            <a:avLst/>
          </a:prstGeom>
          <a:noFill/>
          <a:ln/>
        </p:spPr>
        <p:txBody>
          <a:bodyPr wrap="square" lIns="0" tIns="0" rIns="0" bIns="0" rtlCol="0" anchor="ctr"/>
          <a:lstStyle/>
          <a:p>
            <a:pPr marL="0" indent="0">
              <a:buNone/>
            </a:pPr>
            <a:r>
              <a:rPr lang="en-US" sz="1050" b="1" dirty="0">
                <a:solidFill>
                  <a:srgbClr val="1D4ED8"/>
                </a:solidFill>
                <a:latin typeface="Pretendard" pitchFamily="34" charset="0"/>
                <a:ea typeface="Pretendard" pitchFamily="34" charset="-122"/>
                <a:cs typeface="Pretendard" pitchFamily="34" charset="-120"/>
              </a:rPr>
              <a:t>사용 사례   </a:t>
            </a:r>
            <a:r>
              <a:rPr lang="en-US" sz="1100" dirty="0">
                <a:solidFill>
                  <a:srgbClr val="111827"/>
                </a:solidFill>
                <a:latin typeface="Pretendard" pitchFamily="34" charset="0"/>
                <a:ea typeface="Pretendard" pitchFamily="34" charset="-122"/>
                <a:cs typeface="Pretendard" pitchFamily="34" charset="-120"/>
              </a:rPr>
              <a:t>직원이 이미 사용하는 Teams와 Microsoft 365 Copilot에서 에이전트를 찾아 바로 쓸 수 있게 합니다.</a:t>
            </a:r>
            <a:endParaRPr lang="en-US" sz="1050" dirty="0"/>
          </a:p>
        </p:txBody>
      </p:sp>
      <p:sp>
        <p:nvSpPr>
          <p:cNvPr id="10" name="step card">
            <a:extLst>
              <a:ext uri="{C183D7F6-B498-43B3-948B-1728B52AA6E4}">
                <adec:decorative xmlns:adec="http://schemas.microsoft.com/office/drawing/2017/decorative" val="1"/>
              </a:ext>
            </a:extLst>
          </p:cNvPr>
          <p:cNvSpPr/>
          <p:nvPr/>
        </p:nvSpPr>
        <p:spPr>
          <a:xfrm>
            <a:off x="548640" y="2048256"/>
            <a:ext cx="2587752" cy="1463040"/>
          </a:xfrm>
          <a:prstGeom prst="rect">
            <a:avLst/>
          </a:prstGeom>
          <a:solidFill>
            <a:srgbClr val="FFFFFF"/>
          </a:solidFill>
          <a:ln w="12700">
            <a:solidFill>
              <a:srgbClr val="E5E7EB"/>
            </a:solidFill>
            <a:prstDash val="solid"/>
          </a:ln>
        </p:spPr>
        <p:txBody>
          <a:bodyPr/>
          <a:lstStyle/>
          <a:p>
            <a:endParaRPr lang="en-US"/>
          </a:p>
        </p:txBody>
      </p:sp>
      <p:sp>
        <p:nvSpPr>
          <p:cNvPr id="11" name="card rule">
            <a:extLst>
              <a:ext uri="{C183D7F6-B498-43B3-948B-1728B52AA6E4}">
                <adec:decorative xmlns:adec="http://schemas.microsoft.com/office/drawing/2017/decorative" val="1"/>
              </a:ext>
            </a:extLst>
          </p:cNvPr>
          <p:cNvSpPr/>
          <p:nvPr/>
        </p:nvSpPr>
        <p:spPr>
          <a:xfrm>
            <a:off x="548640" y="2048256"/>
            <a:ext cx="2587752" cy="36576"/>
          </a:xfrm>
          <a:prstGeom prst="rect">
            <a:avLst/>
          </a:prstGeom>
          <a:solidFill>
            <a:srgbClr val="3B82F6"/>
          </a:solidFill>
          <a:ln w="12700">
            <a:solidFill>
              <a:srgbClr val="3B82F6"/>
            </a:solidFill>
            <a:prstDash val="solid"/>
          </a:ln>
        </p:spPr>
        <p:txBody>
          <a:bodyPr/>
          <a:lstStyle/>
          <a:p>
            <a:endParaRPr lang="en-US"/>
          </a:p>
        </p:txBody>
      </p:sp>
      <p:sp>
        <p:nvSpPr>
          <p:cNvPr id="12" name="Text 10"/>
          <p:cNvSpPr/>
          <p:nvPr/>
        </p:nvSpPr>
        <p:spPr>
          <a:xfrm>
            <a:off x="731520" y="2212848"/>
            <a:ext cx="2221992" cy="237744"/>
          </a:xfrm>
          <a:prstGeom prst="rect">
            <a:avLst/>
          </a:prstGeom>
          <a:noFill/>
          <a:ln/>
        </p:spPr>
        <p:txBody>
          <a:bodyPr wrap="square" lIns="0" tIns="0" rIns="0" bIns="0" rtlCol="0" anchor="ctr"/>
          <a:lstStyle/>
          <a:p>
            <a:pPr marL="0" indent="0">
              <a:buNone/>
            </a:pPr>
            <a:r>
              <a:rPr lang="en-US" sz="1200" b="1" dirty="0">
                <a:solidFill>
                  <a:srgbClr val="1D4ED8"/>
                </a:solidFill>
                <a:latin typeface="Pretendard" pitchFamily="34" charset="0"/>
                <a:ea typeface="Pretendard" pitchFamily="34" charset="-122"/>
                <a:cs typeface="Pretendard" pitchFamily="34" charset="-120"/>
              </a:rPr>
              <a:t>8.1</a:t>
            </a:r>
            <a:endParaRPr lang="en-US" sz="1200" dirty="0"/>
          </a:p>
        </p:txBody>
      </p:sp>
      <p:sp>
        <p:nvSpPr>
          <p:cNvPr id="13" name="Text 11">
            <a:extLst>
              <a:ext uri="{C183D7F6-B498-43B3-948B-1728B52AA6E4}">
                <adec:decorative xmlns:adec="http://schemas.microsoft.com/office/drawing/2017/decorative" val="1"/>
              </a:ext>
            </a:extLst>
          </p:cNvPr>
          <p:cNvSpPr/>
          <p:nvPr/>
        </p:nvSpPr>
        <p:spPr>
          <a:xfrm>
            <a:off x="731520" y="2487168"/>
            <a:ext cx="2221992" cy="274320"/>
          </a:xfrm>
          <a:prstGeom prst="rect">
            <a:avLst/>
          </a:prstGeom>
          <a:noFill/>
          <a:ln/>
        </p:spPr>
        <p:txBody>
          <a:bodyPr wrap="square" lIns="0" tIns="0" rIns="0" bIns="0" rtlCol="0" anchor="t"/>
          <a:lstStyle/>
          <a:p>
            <a:pPr marL="0" indent="0">
              <a:buNone/>
            </a:pPr>
            <a:r>
              <a:rPr lang="en-US" sz="1200" b="1" dirty="0">
                <a:solidFill>
                  <a:srgbClr val="111827"/>
                </a:solidFill>
                <a:latin typeface="Pretendard" pitchFamily="34" charset="0"/>
                <a:ea typeface="Pretendard" pitchFamily="34" charset="-122"/>
                <a:cs typeface="Pretendard" pitchFamily="34" charset="-120"/>
              </a:rPr>
              <a:t>게시하기</a:t>
            </a:r>
            <a:endParaRPr lang="en-US" sz="1200" dirty="0"/>
          </a:p>
        </p:txBody>
      </p:sp>
      <p:sp>
        <p:nvSpPr>
          <p:cNvPr id="14" name="Text 12"/>
          <p:cNvSpPr/>
          <p:nvPr/>
        </p:nvSpPr>
        <p:spPr>
          <a:xfrm>
            <a:off x="731520" y="2798064"/>
            <a:ext cx="2221992" cy="621792"/>
          </a:xfrm>
          <a:prstGeom prst="rect">
            <a:avLst/>
          </a:prstGeom>
          <a:noFill/>
          <a:ln/>
        </p:spPr>
        <p:txBody>
          <a:bodyPr wrap="square" lIns="0" tIns="0" rIns="0" bIns="0" rtlCol="0" anchor="t"/>
          <a:lstStyle/>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채널을 고르고 목록 정보를</a:t>
            </a:r>
            <a:endParaRPr lang="en-US" sz="950" dirty="0"/>
          </a:p>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채운 뒤 다시 게시</a:t>
            </a:r>
            <a:endParaRPr lang="en-US" sz="950" dirty="0"/>
          </a:p>
        </p:txBody>
      </p:sp>
      <p:sp>
        <p:nvSpPr>
          <p:cNvPr id="15" name="step card">
            <a:extLst>
              <a:ext uri="{C183D7F6-B498-43B3-948B-1728B52AA6E4}">
                <adec:decorative xmlns:adec="http://schemas.microsoft.com/office/drawing/2017/decorative" val="1"/>
              </a:ext>
            </a:extLst>
          </p:cNvPr>
          <p:cNvSpPr/>
          <p:nvPr/>
        </p:nvSpPr>
        <p:spPr>
          <a:xfrm>
            <a:off x="3200400" y="2048256"/>
            <a:ext cx="2587752" cy="1463040"/>
          </a:xfrm>
          <a:prstGeom prst="rect">
            <a:avLst/>
          </a:prstGeom>
          <a:solidFill>
            <a:srgbClr val="FFFFFF"/>
          </a:solidFill>
          <a:ln w="12700">
            <a:solidFill>
              <a:srgbClr val="E5E7EB"/>
            </a:solidFill>
            <a:prstDash val="solid"/>
          </a:ln>
        </p:spPr>
        <p:txBody>
          <a:bodyPr/>
          <a:lstStyle/>
          <a:p>
            <a:endParaRPr lang="ko-KR" altLang="en-US"/>
          </a:p>
        </p:txBody>
      </p:sp>
      <p:sp>
        <p:nvSpPr>
          <p:cNvPr id="16" name="card rule">
            <a:extLst>
              <a:ext uri="{C183D7F6-B498-43B3-948B-1728B52AA6E4}">
                <adec:decorative xmlns:adec="http://schemas.microsoft.com/office/drawing/2017/decorative" val="1"/>
              </a:ext>
            </a:extLst>
          </p:cNvPr>
          <p:cNvSpPr/>
          <p:nvPr/>
        </p:nvSpPr>
        <p:spPr>
          <a:xfrm>
            <a:off x="3200400" y="2048256"/>
            <a:ext cx="2587752" cy="36576"/>
          </a:xfrm>
          <a:prstGeom prst="rect">
            <a:avLst/>
          </a:prstGeom>
          <a:solidFill>
            <a:srgbClr val="3B82F6"/>
          </a:solidFill>
          <a:ln w="12700">
            <a:solidFill>
              <a:srgbClr val="3B82F6"/>
            </a:solidFill>
            <a:prstDash val="solid"/>
          </a:ln>
        </p:spPr>
        <p:txBody>
          <a:bodyPr/>
          <a:lstStyle/>
          <a:p>
            <a:endParaRPr lang="en-US"/>
          </a:p>
        </p:txBody>
      </p:sp>
      <p:sp>
        <p:nvSpPr>
          <p:cNvPr id="17" name="Text 15"/>
          <p:cNvSpPr/>
          <p:nvPr/>
        </p:nvSpPr>
        <p:spPr>
          <a:xfrm>
            <a:off x="3383280" y="2212848"/>
            <a:ext cx="2221992" cy="237744"/>
          </a:xfrm>
          <a:prstGeom prst="rect">
            <a:avLst/>
          </a:prstGeom>
          <a:noFill/>
          <a:ln/>
        </p:spPr>
        <p:txBody>
          <a:bodyPr wrap="square" lIns="0" tIns="0" rIns="0" bIns="0" rtlCol="0" anchor="ctr"/>
          <a:lstStyle/>
          <a:p>
            <a:pPr marL="0" indent="0">
              <a:buNone/>
            </a:pPr>
            <a:r>
              <a:rPr lang="en-US" sz="1200" b="1" dirty="0">
                <a:solidFill>
                  <a:srgbClr val="1D4ED8"/>
                </a:solidFill>
                <a:latin typeface="Pretendard" pitchFamily="34" charset="0"/>
                <a:ea typeface="Pretendard" pitchFamily="34" charset="-122"/>
                <a:cs typeface="Pretendard" pitchFamily="34" charset="-120"/>
              </a:rPr>
              <a:t>8.2</a:t>
            </a:r>
            <a:endParaRPr lang="en-US" sz="1200" dirty="0"/>
          </a:p>
        </p:txBody>
      </p:sp>
      <p:sp>
        <p:nvSpPr>
          <p:cNvPr id="18" name="Text 16"/>
          <p:cNvSpPr/>
          <p:nvPr/>
        </p:nvSpPr>
        <p:spPr>
          <a:xfrm>
            <a:off x="3383280" y="2487168"/>
            <a:ext cx="2221992" cy="274320"/>
          </a:xfrm>
          <a:prstGeom prst="rect">
            <a:avLst/>
          </a:prstGeom>
          <a:noFill/>
          <a:ln/>
        </p:spPr>
        <p:txBody>
          <a:bodyPr wrap="square" lIns="0" tIns="0" rIns="0" bIns="0" rtlCol="0" anchor="t"/>
          <a:lstStyle/>
          <a:p>
            <a:pPr marL="0" indent="0">
              <a:buNone/>
            </a:pPr>
            <a:r>
              <a:rPr lang="en-US" sz="1200" b="1" dirty="0">
                <a:solidFill>
                  <a:srgbClr val="111827"/>
                </a:solidFill>
                <a:latin typeface="Pretendard" pitchFamily="34" charset="0"/>
                <a:ea typeface="Pretendard" pitchFamily="34" charset="-122"/>
                <a:cs typeface="Pretendard" pitchFamily="34" charset="-120"/>
              </a:rPr>
              <a:t>Teams 검증</a:t>
            </a:r>
            <a:endParaRPr lang="en-US" sz="1200" dirty="0"/>
          </a:p>
        </p:txBody>
      </p:sp>
      <p:sp>
        <p:nvSpPr>
          <p:cNvPr id="19" name="Text 17">
            <a:extLst>
              <a:ext uri="{C183D7F6-B498-43B3-948B-1728B52AA6E4}">
                <adec:decorative xmlns:adec="http://schemas.microsoft.com/office/drawing/2017/decorative" val="1"/>
              </a:ext>
            </a:extLst>
          </p:cNvPr>
          <p:cNvSpPr/>
          <p:nvPr/>
        </p:nvSpPr>
        <p:spPr>
          <a:xfrm>
            <a:off x="3383280" y="2798064"/>
            <a:ext cx="2221992" cy="621792"/>
          </a:xfrm>
          <a:prstGeom prst="rect">
            <a:avLst/>
          </a:prstGeom>
          <a:noFill/>
          <a:ln/>
        </p:spPr>
        <p:txBody>
          <a:bodyPr wrap="square" lIns="0" tIns="0" rIns="0" bIns="0" rtlCol="0" anchor="t"/>
          <a:lstStyle/>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목록을 확인하고 추가해</a:t>
            </a:r>
            <a:endParaRPr lang="en-US" sz="950" dirty="0"/>
          </a:p>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문제 해결 대화를 테스트</a:t>
            </a:r>
            <a:endParaRPr lang="en-US" sz="950" dirty="0"/>
          </a:p>
        </p:txBody>
      </p:sp>
      <p:sp>
        <p:nvSpPr>
          <p:cNvPr id="20" name="step card">
            <a:extLst>
              <a:ext uri="{C183D7F6-B498-43B3-948B-1728B52AA6E4}">
                <adec:decorative xmlns:adec="http://schemas.microsoft.com/office/drawing/2017/decorative" val="1"/>
              </a:ext>
            </a:extLst>
          </p:cNvPr>
          <p:cNvSpPr/>
          <p:nvPr/>
        </p:nvSpPr>
        <p:spPr>
          <a:xfrm>
            <a:off x="5852160" y="2048256"/>
            <a:ext cx="2587752" cy="1463040"/>
          </a:xfrm>
          <a:prstGeom prst="rect">
            <a:avLst/>
          </a:prstGeom>
          <a:solidFill>
            <a:srgbClr val="FFFFFF"/>
          </a:solidFill>
          <a:ln w="12700">
            <a:solidFill>
              <a:srgbClr val="E5E7EB"/>
            </a:solidFill>
            <a:prstDash val="solid"/>
          </a:ln>
        </p:spPr>
        <p:txBody>
          <a:bodyPr/>
          <a:lstStyle/>
          <a:p>
            <a:endParaRPr lang="en-US"/>
          </a:p>
        </p:txBody>
      </p:sp>
      <p:sp>
        <p:nvSpPr>
          <p:cNvPr id="21" name="card rule">
            <a:extLst>
              <a:ext uri="{C183D7F6-B498-43B3-948B-1728B52AA6E4}">
                <adec:decorative xmlns:adec="http://schemas.microsoft.com/office/drawing/2017/decorative" val="1"/>
              </a:ext>
            </a:extLst>
          </p:cNvPr>
          <p:cNvSpPr/>
          <p:nvPr/>
        </p:nvSpPr>
        <p:spPr>
          <a:xfrm>
            <a:off x="5852160" y="2048256"/>
            <a:ext cx="2587752" cy="36576"/>
          </a:xfrm>
          <a:prstGeom prst="rect">
            <a:avLst/>
          </a:prstGeom>
          <a:solidFill>
            <a:srgbClr val="3B82F6"/>
          </a:solidFill>
          <a:ln w="12700">
            <a:solidFill>
              <a:srgbClr val="3B82F6"/>
            </a:solidFill>
            <a:prstDash val="solid"/>
          </a:ln>
        </p:spPr>
        <p:txBody>
          <a:bodyPr/>
          <a:lstStyle/>
          <a:p>
            <a:endParaRPr lang="ko-KR" altLang="en-US"/>
          </a:p>
        </p:txBody>
      </p:sp>
      <p:sp>
        <p:nvSpPr>
          <p:cNvPr id="22" name="Text 20"/>
          <p:cNvSpPr/>
          <p:nvPr/>
        </p:nvSpPr>
        <p:spPr>
          <a:xfrm>
            <a:off x="6035040" y="2212848"/>
            <a:ext cx="2221992" cy="237744"/>
          </a:xfrm>
          <a:prstGeom prst="rect">
            <a:avLst/>
          </a:prstGeom>
          <a:noFill/>
          <a:ln/>
        </p:spPr>
        <p:txBody>
          <a:bodyPr wrap="square" lIns="0" tIns="0" rIns="0" bIns="0" rtlCol="0" anchor="ctr"/>
          <a:lstStyle/>
          <a:p>
            <a:pPr marL="0" indent="0">
              <a:buNone/>
            </a:pPr>
            <a:r>
              <a:rPr lang="en-US" sz="1200" b="1" dirty="0">
                <a:solidFill>
                  <a:srgbClr val="1D4ED8"/>
                </a:solidFill>
                <a:latin typeface="Pretendard" pitchFamily="34" charset="0"/>
                <a:ea typeface="Pretendard" pitchFamily="34" charset="-122"/>
                <a:cs typeface="Pretendard" pitchFamily="34" charset="-120"/>
              </a:rPr>
              <a:t>8.3</a:t>
            </a:r>
            <a:endParaRPr lang="en-US" sz="1200" dirty="0"/>
          </a:p>
        </p:txBody>
      </p:sp>
      <p:sp>
        <p:nvSpPr>
          <p:cNvPr id="23" name="Text 21"/>
          <p:cNvSpPr/>
          <p:nvPr/>
        </p:nvSpPr>
        <p:spPr>
          <a:xfrm>
            <a:off x="6035040" y="2487168"/>
            <a:ext cx="2221992" cy="274320"/>
          </a:xfrm>
          <a:prstGeom prst="rect">
            <a:avLst/>
          </a:prstGeom>
          <a:noFill/>
          <a:ln/>
        </p:spPr>
        <p:txBody>
          <a:bodyPr wrap="square" lIns="0" tIns="0" rIns="0" bIns="0" rtlCol="0" anchor="t"/>
          <a:lstStyle/>
          <a:p>
            <a:pPr marL="0" indent="0">
              <a:buNone/>
            </a:pPr>
            <a:r>
              <a:rPr lang="en-US" sz="1200" b="1" dirty="0">
                <a:solidFill>
                  <a:srgbClr val="111827"/>
                </a:solidFill>
                <a:latin typeface="Pretendard" pitchFamily="34" charset="0"/>
                <a:ea typeface="Pretendard" pitchFamily="34" charset="-122"/>
                <a:cs typeface="Pretendard" pitchFamily="34" charset="-120"/>
              </a:rPr>
              <a:t>M365 검증</a:t>
            </a:r>
            <a:endParaRPr lang="en-US" sz="1200" dirty="0"/>
          </a:p>
        </p:txBody>
      </p:sp>
      <p:sp>
        <p:nvSpPr>
          <p:cNvPr id="24" name="Text 22"/>
          <p:cNvSpPr/>
          <p:nvPr/>
        </p:nvSpPr>
        <p:spPr>
          <a:xfrm>
            <a:off x="6035040" y="2798064"/>
            <a:ext cx="2221992" cy="621792"/>
          </a:xfrm>
          <a:prstGeom prst="rect">
            <a:avLst/>
          </a:prstGeom>
          <a:noFill/>
          <a:ln/>
        </p:spPr>
        <p:txBody>
          <a:bodyPr wrap="square" lIns="0" tIns="0" rIns="0" bIns="0" rtlCol="0" anchor="t"/>
          <a:lstStyle/>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활동 기록과 인용 출처를</a:t>
            </a:r>
            <a:endParaRPr lang="en-US" sz="950" dirty="0"/>
          </a:p>
          <a:p>
            <a:pPr marL="0" indent="0">
              <a:lnSpc>
                <a:spcPct val="125000"/>
              </a:lnSpc>
              <a:buNone/>
            </a:pPr>
            <a:r>
              <a:rPr lang="en-US" sz="950" dirty="0">
                <a:solidFill>
                  <a:srgbClr val="4B5563"/>
                </a:solidFill>
                <a:latin typeface="Pretendard" pitchFamily="34" charset="0"/>
                <a:ea typeface="Pretendard" pitchFamily="34" charset="-122"/>
                <a:cs typeface="Pretendard" pitchFamily="34" charset="-120"/>
              </a:rPr>
              <a:t>확인하며 테스트</a:t>
            </a:r>
            <a:endParaRPr lang="en-US" sz="950" dirty="0"/>
          </a:p>
        </p:txBody>
      </p:sp>
      <p:sp>
        <p:nvSpPr>
          <p:cNvPr id="25" name="test frame">
            <a:extLst>
              <a:ext uri="{C183D7F6-B498-43B3-948B-1728B52AA6E4}">
                <adec:decorative xmlns:adec="http://schemas.microsoft.com/office/drawing/2017/decorative" val="1"/>
              </a:ext>
            </a:extLst>
          </p:cNvPr>
          <p:cNvSpPr/>
          <p:nvPr/>
        </p:nvSpPr>
        <p:spPr>
          <a:xfrm>
            <a:off x="548640" y="3657600"/>
            <a:ext cx="8046720" cy="457200"/>
          </a:xfrm>
          <a:prstGeom prst="rect">
            <a:avLst/>
          </a:prstGeom>
          <a:solidFill>
            <a:srgbClr val="F3F5F9"/>
          </a:solidFill>
          <a:ln w="12700">
            <a:solidFill>
              <a:srgbClr val="F3F5F9"/>
            </a:solidFill>
            <a:prstDash val="solid"/>
          </a:ln>
        </p:spPr>
        <p:txBody>
          <a:bodyPr/>
          <a:lstStyle/>
          <a:p>
            <a:endParaRPr lang="ko-KR" altLang="en-US"/>
          </a:p>
        </p:txBody>
      </p:sp>
      <p:sp>
        <p:nvSpPr>
          <p:cNvPr id="26" name="Text 24"/>
          <p:cNvSpPr/>
          <p:nvPr/>
        </p:nvSpPr>
        <p:spPr>
          <a:xfrm>
            <a:off x="777240" y="3657600"/>
            <a:ext cx="7589520" cy="457200"/>
          </a:xfrm>
          <a:prstGeom prst="rect">
            <a:avLst/>
          </a:prstGeom>
          <a:noFill/>
          <a:ln/>
        </p:spPr>
        <p:txBody>
          <a:bodyPr wrap="square" lIns="0" tIns="0" rIns="0" bIns="0" rtlCol="0" anchor="ctr"/>
          <a:lstStyle/>
          <a:p>
            <a:pPr marL="0" indent="0">
              <a:buNone/>
            </a:pPr>
            <a:r>
              <a:rPr lang="en-US" sz="1000" b="1" dirty="0">
                <a:solidFill>
                  <a:srgbClr val="1D4ED8"/>
                </a:solidFill>
                <a:latin typeface="Pretendard" pitchFamily="34" charset="0"/>
                <a:ea typeface="Pretendard" pitchFamily="34" charset="-122"/>
                <a:cs typeface="Pretendard" pitchFamily="34" charset="-120"/>
              </a:rPr>
              <a:t>테스트 질문   </a:t>
            </a:r>
            <a:r>
              <a:rPr lang="en-US" sz="950" dirty="0">
                <a:solidFill>
                  <a:srgbClr val="4B5563"/>
                </a:solidFill>
                <a:latin typeface="Pretendard" pitchFamily="34" charset="0"/>
                <a:ea typeface="Pretendard" pitchFamily="34" charset="-122"/>
                <a:cs typeface="Pretendard" pitchFamily="34" charset="-120"/>
              </a:rPr>
              <a:t>SharePoint 파일 액세스 거부  ·  노트북이 계속 멈추고 충돌</a:t>
            </a:r>
            <a:endParaRPr lang="en-US" sz="1000" dirty="0"/>
          </a:p>
        </p:txBody>
      </p:sp>
      <p:sp>
        <p:nvSpPr>
          <p:cNvPr id="27" name="prereq frame">
            <a:extLst>
              <a:ext uri="{C183D7F6-B498-43B3-948B-1728B52AA6E4}">
                <adec:decorative xmlns:adec="http://schemas.microsoft.com/office/drawing/2017/decorative" val="1"/>
              </a:ext>
            </a:extLst>
          </p:cNvPr>
          <p:cNvSpPr/>
          <p:nvPr/>
        </p:nvSpPr>
        <p:spPr>
          <a:xfrm>
            <a:off x="548640" y="4187952"/>
            <a:ext cx="3977640" cy="457200"/>
          </a:xfrm>
          <a:prstGeom prst="rect">
            <a:avLst/>
          </a:prstGeom>
          <a:solidFill>
            <a:srgbClr val="FFFFFF"/>
          </a:solidFill>
          <a:ln w="12700">
            <a:solidFill>
              <a:srgbClr val="E5E7EB"/>
            </a:solidFill>
            <a:prstDash val="solid"/>
          </a:ln>
        </p:spPr>
        <p:txBody>
          <a:bodyPr/>
          <a:lstStyle/>
          <a:p>
            <a:endParaRPr lang="ko-KR" altLang="en-US"/>
          </a:p>
        </p:txBody>
      </p:sp>
      <p:sp>
        <p:nvSpPr>
          <p:cNvPr id="28" name="Text 26"/>
          <p:cNvSpPr/>
          <p:nvPr/>
        </p:nvSpPr>
        <p:spPr>
          <a:xfrm>
            <a:off x="749808" y="4187952"/>
            <a:ext cx="3611880" cy="457200"/>
          </a:xfrm>
          <a:prstGeom prst="rect">
            <a:avLst/>
          </a:prstGeom>
          <a:noFill/>
          <a:ln/>
        </p:spPr>
        <p:txBody>
          <a:bodyPr wrap="square" lIns="0" tIns="0" rIns="0" bIns="0" rtlCol="0" anchor="ctr"/>
          <a:lstStyle/>
          <a:p>
            <a:pPr marL="0" indent="0">
              <a:buNone/>
            </a:pPr>
            <a:r>
              <a:rPr lang="en-US" sz="1000" b="1" dirty="0">
                <a:solidFill>
                  <a:srgbClr val="1D4ED8"/>
                </a:solidFill>
                <a:latin typeface="Pretendard" pitchFamily="34" charset="0"/>
                <a:ea typeface="Pretendard" pitchFamily="34" charset="-122"/>
                <a:cs typeface="Pretendard" pitchFamily="34" charset="-120"/>
              </a:rPr>
              <a:t>사전 요구 사항   </a:t>
            </a:r>
            <a:r>
              <a:rPr lang="en-US" sz="950" dirty="0">
                <a:solidFill>
                  <a:srgbClr val="4B5563"/>
                </a:solidFill>
                <a:latin typeface="Pretendard" pitchFamily="34" charset="0"/>
                <a:ea typeface="Pretendard" pitchFamily="34" charset="-122"/>
                <a:cs typeface="Pretendard" pitchFamily="34" charset="-120"/>
              </a:rPr>
              <a:t>작업 07까지 완성한 에이전트</a:t>
            </a:r>
            <a:endParaRPr lang="en-US" sz="1000" dirty="0"/>
          </a:p>
        </p:txBody>
      </p:sp>
      <p:sp>
        <p:nvSpPr>
          <p:cNvPr id="29" name="tip frame">
            <a:extLst>
              <a:ext uri="{C183D7F6-B498-43B3-948B-1728B52AA6E4}">
                <adec:decorative xmlns:adec="http://schemas.microsoft.com/office/drawing/2017/decorative" val="1"/>
              </a:ext>
            </a:extLst>
          </p:cNvPr>
          <p:cNvSpPr/>
          <p:nvPr/>
        </p:nvSpPr>
        <p:spPr>
          <a:xfrm>
            <a:off x="4617720" y="4187952"/>
            <a:ext cx="3977640" cy="457200"/>
          </a:xfrm>
          <a:prstGeom prst="rect">
            <a:avLst/>
          </a:prstGeom>
          <a:solidFill>
            <a:srgbClr val="FFFFFF"/>
          </a:solidFill>
          <a:ln w="12700">
            <a:solidFill>
              <a:srgbClr val="E5E7EB"/>
            </a:solidFill>
            <a:prstDash val="solid"/>
          </a:ln>
        </p:spPr>
        <p:txBody>
          <a:bodyPr/>
          <a:lstStyle/>
          <a:p>
            <a:endParaRPr lang="ko-KR" altLang="en-US"/>
          </a:p>
        </p:txBody>
      </p:sp>
      <p:sp>
        <p:nvSpPr>
          <p:cNvPr id="30" name="Text 28"/>
          <p:cNvSpPr/>
          <p:nvPr/>
        </p:nvSpPr>
        <p:spPr>
          <a:xfrm>
            <a:off x="4818888" y="4187952"/>
            <a:ext cx="3611880" cy="457200"/>
          </a:xfrm>
          <a:prstGeom prst="rect">
            <a:avLst/>
          </a:prstGeom>
          <a:noFill/>
          <a:ln/>
        </p:spPr>
        <p:txBody>
          <a:bodyPr wrap="square" lIns="0" tIns="0" rIns="0" bIns="0" rtlCol="0" anchor="ctr"/>
          <a:lstStyle/>
          <a:p>
            <a:pPr marL="0" indent="0">
              <a:buNone/>
            </a:pPr>
            <a:r>
              <a:rPr lang="en-US" sz="1000" b="1" dirty="0">
                <a:solidFill>
                  <a:srgbClr val="1D4ED8"/>
                </a:solidFill>
                <a:latin typeface="Pretendard" pitchFamily="34" charset="0"/>
                <a:ea typeface="Pretendard" pitchFamily="34" charset="-122"/>
                <a:cs typeface="Pretendard" pitchFamily="34" charset="-120"/>
              </a:rPr>
              <a:t>확인 포인트   </a:t>
            </a:r>
            <a:r>
              <a:rPr lang="en-US" sz="950" dirty="0">
                <a:solidFill>
                  <a:srgbClr val="4B5563"/>
                </a:solidFill>
                <a:latin typeface="Pretendard" pitchFamily="34" charset="0"/>
                <a:ea typeface="Pretendard" pitchFamily="34" charset="-122"/>
                <a:cs typeface="Pretendard" pitchFamily="34" charset="-120"/>
              </a:rPr>
              <a:t>목록 정보를 고친 뒤 다시 게시해야 반영</a:t>
            </a:r>
            <a:endParaRPr lang="en-US" sz="10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a:extLst>
              <a:ext uri="{C183D7F6-B498-43B3-948B-1728B52AA6E4}">
                <adec:decorative xmlns:adec="http://schemas.microsoft.com/office/drawing/2017/decorative" val="1"/>
              </a:ext>
            </a:extLst>
          </p:cNvPr>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작업 완료</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에이전트가 직원들의 업무 공간으로 옮겨졌습니다</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08  ·  정리</a:t>
            </a:r>
            <a:endParaRPr lang="en-US" sz="950" dirty="0"/>
          </a:p>
        </p:txBody>
      </p:sp>
      <p:sp>
        <p:nvSpPr>
          <p:cNvPr id="7" name="check accent">
            <a:extLst>
              <a:ext uri="{C183D7F6-B498-43B3-948B-1728B52AA6E4}">
                <adec:decorative xmlns:adec="http://schemas.microsoft.com/office/drawing/2017/decorative" val="1"/>
              </a:ext>
            </a:extLst>
          </p:cNvPr>
          <p:cNvSpPr/>
          <p:nvPr/>
        </p:nvSpPr>
        <p:spPr>
          <a:xfrm>
            <a:off x="548640" y="1463040"/>
            <a:ext cx="45720" cy="548640"/>
          </a:xfrm>
          <a:prstGeom prst="rect">
            <a:avLst/>
          </a:prstGeom>
          <a:solidFill>
            <a:srgbClr val="3B82F6"/>
          </a:solidFill>
          <a:ln w="12700">
            <a:solidFill>
              <a:srgbClr val="3B82F6"/>
            </a:solidFill>
            <a:prstDash val="solid"/>
          </a:ln>
        </p:spPr>
        <p:txBody>
          <a:bodyPr/>
          <a:lstStyle/>
          <a:p>
            <a:endParaRPr lang="ko-KR" altLang="en-US"/>
          </a:p>
        </p:txBody>
      </p:sp>
      <p:sp>
        <p:nvSpPr>
          <p:cNvPr id="8" name="Text 6">
            <a:extLst>
              <a:ext uri="{C183D7F6-B498-43B3-948B-1728B52AA6E4}">
                <adec:decorative xmlns:adec="http://schemas.microsoft.com/office/drawing/2017/decorative" val="1"/>
              </a:ext>
            </a:extLst>
          </p:cNvPr>
          <p:cNvSpPr/>
          <p:nvPr/>
        </p:nvSpPr>
        <p:spPr>
          <a:xfrm>
            <a:off x="749808" y="1463040"/>
            <a:ext cx="5303520" cy="548640"/>
          </a:xfrm>
          <a:prstGeom prst="rect">
            <a:avLst/>
          </a:prstGeom>
          <a:noFill/>
          <a:ln/>
        </p:spPr>
        <p:txBody>
          <a:bodyPr wrap="square" lIns="0" tIns="0" rIns="0" bIns="0" rtlCol="0" anchor="ctr"/>
          <a:lstStyle/>
          <a:p>
            <a:pPr marL="0" indent="0">
              <a:lnSpc>
                <a:spcPct val="115000"/>
              </a:lnSpc>
              <a:buNone/>
            </a:pPr>
            <a:r>
              <a:rPr lang="en-US" sz="1200" b="1" dirty="0">
                <a:solidFill>
                  <a:srgbClr val="111827"/>
                </a:solidFill>
                <a:latin typeface="Pretendard" pitchFamily="34" charset="0"/>
                <a:ea typeface="Pretendard" pitchFamily="34" charset="-122"/>
                <a:cs typeface="Pretendard" pitchFamily="34" charset="-120"/>
              </a:rPr>
              <a:t>채널 구성   </a:t>
            </a:r>
            <a:r>
              <a:rPr lang="en-US" sz="1000" dirty="0">
                <a:solidFill>
                  <a:srgbClr val="4B5563"/>
                </a:solidFill>
                <a:latin typeface="Pretendard" pitchFamily="34" charset="0"/>
                <a:ea typeface="Pretendard" pitchFamily="34" charset="-122"/>
                <a:cs typeface="Pretendard" pitchFamily="34" charset="-120"/>
              </a:rPr>
              <a:t>Teams와 Microsoft 365 Copilot에서 쓸 수 있게 만듭니다.</a:t>
            </a:r>
            <a:endParaRPr lang="en-US" sz="1200" dirty="0"/>
          </a:p>
        </p:txBody>
      </p:sp>
      <p:sp>
        <p:nvSpPr>
          <p:cNvPr id="9" name="check accent">
            <a:extLst>
              <a:ext uri="{C183D7F6-B498-43B3-948B-1728B52AA6E4}">
                <adec:decorative xmlns:adec="http://schemas.microsoft.com/office/drawing/2017/decorative" val="1"/>
              </a:ext>
            </a:extLst>
          </p:cNvPr>
          <p:cNvSpPr/>
          <p:nvPr/>
        </p:nvSpPr>
        <p:spPr>
          <a:xfrm>
            <a:off x="548640" y="2066544"/>
            <a:ext cx="45720" cy="548640"/>
          </a:xfrm>
          <a:prstGeom prst="rect">
            <a:avLst/>
          </a:prstGeom>
          <a:solidFill>
            <a:srgbClr val="3B82F6"/>
          </a:solidFill>
          <a:ln w="12700">
            <a:solidFill>
              <a:srgbClr val="3B82F6"/>
            </a:solidFill>
            <a:prstDash val="solid"/>
          </a:ln>
        </p:spPr>
        <p:txBody>
          <a:bodyPr/>
          <a:lstStyle/>
          <a:p>
            <a:endParaRPr lang="en-US"/>
          </a:p>
        </p:txBody>
      </p:sp>
      <p:sp>
        <p:nvSpPr>
          <p:cNvPr id="10" name="Text 8">
            <a:extLst>
              <a:ext uri="{C183D7F6-B498-43B3-948B-1728B52AA6E4}">
                <adec:decorative xmlns:adec="http://schemas.microsoft.com/office/drawing/2017/decorative" val="1"/>
              </a:ext>
            </a:extLst>
          </p:cNvPr>
          <p:cNvSpPr/>
          <p:nvPr/>
        </p:nvSpPr>
        <p:spPr>
          <a:xfrm>
            <a:off x="749808" y="2066544"/>
            <a:ext cx="5303520" cy="548640"/>
          </a:xfrm>
          <a:prstGeom prst="rect">
            <a:avLst/>
          </a:prstGeom>
          <a:noFill/>
          <a:ln/>
        </p:spPr>
        <p:txBody>
          <a:bodyPr wrap="square" lIns="0" tIns="0" rIns="0" bIns="0" rtlCol="0" anchor="ctr"/>
          <a:lstStyle/>
          <a:p>
            <a:pPr marL="0" indent="0">
              <a:lnSpc>
                <a:spcPct val="115000"/>
              </a:lnSpc>
              <a:buNone/>
            </a:pPr>
            <a:r>
              <a:rPr lang="en-US" sz="1200" b="1" dirty="0">
                <a:solidFill>
                  <a:srgbClr val="111827"/>
                </a:solidFill>
                <a:latin typeface="Pretendard" pitchFamily="34" charset="0"/>
                <a:ea typeface="Pretendard" pitchFamily="34" charset="-122"/>
                <a:cs typeface="Pretendard" pitchFamily="34" charset="-120"/>
              </a:rPr>
              <a:t>에이전트 목록 생성   </a:t>
            </a:r>
            <a:r>
              <a:rPr lang="en-US" sz="1000" dirty="0">
                <a:solidFill>
                  <a:srgbClr val="4B5563"/>
                </a:solidFill>
                <a:latin typeface="Pretendard" pitchFamily="34" charset="0"/>
                <a:ea typeface="Pretendard" pitchFamily="34" charset="-122"/>
                <a:cs typeface="Pretendard" pitchFamily="34" charset="-120"/>
              </a:rPr>
              <a:t>명확한 설명과 Teams 설정, 개발자 정보를 더합니다.</a:t>
            </a:r>
            <a:endParaRPr lang="en-US" sz="1200" dirty="0"/>
          </a:p>
        </p:txBody>
      </p:sp>
      <p:sp>
        <p:nvSpPr>
          <p:cNvPr id="11" name="check accent">
            <a:extLst>
              <a:ext uri="{C183D7F6-B498-43B3-948B-1728B52AA6E4}">
                <adec:decorative xmlns:adec="http://schemas.microsoft.com/office/drawing/2017/decorative" val="1"/>
              </a:ext>
            </a:extLst>
          </p:cNvPr>
          <p:cNvSpPr/>
          <p:nvPr/>
        </p:nvSpPr>
        <p:spPr>
          <a:xfrm>
            <a:off x="548640" y="2670048"/>
            <a:ext cx="45720" cy="548640"/>
          </a:xfrm>
          <a:prstGeom prst="rect">
            <a:avLst/>
          </a:prstGeom>
          <a:solidFill>
            <a:srgbClr val="3B82F6"/>
          </a:solidFill>
          <a:ln w="12700">
            <a:solidFill>
              <a:srgbClr val="3B82F6"/>
            </a:solidFill>
            <a:prstDash val="solid"/>
          </a:ln>
        </p:spPr>
        <p:txBody>
          <a:bodyPr/>
          <a:lstStyle/>
          <a:p>
            <a:endParaRPr lang="en-US"/>
          </a:p>
        </p:txBody>
      </p:sp>
      <p:sp>
        <p:nvSpPr>
          <p:cNvPr id="12" name="Text 10">
            <a:extLst>
              <a:ext uri="{C183D7F6-B498-43B3-948B-1728B52AA6E4}">
                <adec:decorative xmlns:adec="http://schemas.microsoft.com/office/drawing/2017/decorative" val="1"/>
              </a:ext>
            </a:extLst>
          </p:cNvPr>
          <p:cNvSpPr/>
          <p:nvPr/>
        </p:nvSpPr>
        <p:spPr>
          <a:xfrm>
            <a:off x="749808" y="2670048"/>
            <a:ext cx="5303520" cy="548640"/>
          </a:xfrm>
          <a:prstGeom prst="rect">
            <a:avLst/>
          </a:prstGeom>
          <a:noFill/>
          <a:ln/>
        </p:spPr>
        <p:txBody>
          <a:bodyPr wrap="square" lIns="0" tIns="0" rIns="0" bIns="0" rtlCol="0" anchor="ctr"/>
          <a:lstStyle/>
          <a:p>
            <a:pPr marL="0" indent="0">
              <a:lnSpc>
                <a:spcPct val="115000"/>
              </a:lnSpc>
              <a:buNone/>
            </a:pPr>
            <a:r>
              <a:rPr lang="en-US" sz="1200" b="1" dirty="0">
                <a:solidFill>
                  <a:srgbClr val="111827"/>
                </a:solidFill>
                <a:latin typeface="Pretendard" pitchFamily="34" charset="0"/>
                <a:ea typeface="Pretendard" pitchFamily="34" charset="-122"/>
                <a:cs typeface="Pretendard" pitchFamily="34" charset="-120"/>
              </a:rPr>
              <a:t>업데이트 게시   </a:t>
            </a:r>
            <a:r>
              <a:rPr lang="en-US" sz="1000" dirty="0">
                <a:solidFill>
                  <a:srgbClr val="4B5563"/>
                </a:solidFill>
                <a:latin typeface="Pretendard" pitchFamily="34" charset="0"/>
                <a:ea typeface="Pretendard" pitchFamily="34" charset="-122"/>
                <a:cs typeface="Pretendard" pitchFamily="34" charset="-120"/>
              </a:rPr>
              <a:t>최신 구성을 활성화된 채널에 릴리스합니다.</a:t>
            </a:r>
            <a:endParaRPr lang="en-US" sz="1200" dirty="0"/>
          </a:p>
        </p:txBody>
      </p:sp>
      <p:sp>
        <p:nvSpPr>
          <p:cNvPr id="13" name="check accent">
            <a:extLst>
              <a:ext uri="{C183D7F6-B498-43B3-948B-1728B52AA6E4}">
                <adec:decorative xmlns:adec="http://schemas.microsoft.com/office/drawing/2017/decorative" val="1"/>
              </a:ext>
            </a:extLst>
          </p:cNvPr>
          <p:cNvSpPr/>
          <p:nvPr/>
        </p:nvSpPr>
        <p:spPr>
          <a:xfrm>
            <a:off x="548640" y="3273552"/>
            <a:ext cx="45720" cy="548640"/>
          </a:xfrm>
          <a:prstGeom prst="rect">
            <a:avLst/>
          </a:prstGeom>
          <a:solidFill>
            <a:srgbClr val="3B82F6"/>
          </a:solidFill>
          <a:ln w="12700">
            <a:solidFill>
              <a:srgbClr val="3B82F6"/>
            </a:solidFill>
            <a:prstDash val="solid"/>
          </a:ln>
        </p:spPr>
        <p:txBody>
          <a:bodyPr/>
          <a:lstStyle/>
          <a:p>
            <a:endParaRPr lang="ko-KR" altLang="en-US"/>
          </a:p>
        </p:txBody>
      </p:sp>
      <p:sp>
        <p:nvSpPr>
          <p:cNvPr id="14" name="Text 12"/>
          <p:cNvSpPr/>
          <p:nvPr/>
        </p:nvSpPr>
        <p:spPr>
          <a:xfrm>
            <a:off x="749808" y="3273552"/>
            <a:ext cx="5303520" cy="548640"/>
          </a:xfrm>
          <a:prstGeom prst="rect">
            <a:avLst/>
          </a:prstGeom>
          <a:noFill/>
          <a:ln/>
        </p:spPr>
        <p:txBody>
          <a:bodyPr wrap="square" lIns="0" tIns="0" rIns="0" bIns="0" rtlCol="0" anchor="ctr"/>
          <a:lstStyle/>
          <a:p>
            <a:pPr marL="0" indent="0">
              <a:lnSpc>
                <a:spcPct val="115000"/>
              </a:lnSpc>
              <a:buNone/>
            </a:pPr>
            <a:r>
              <a:rPr lang="en-US" sz="1200" b="1" dirty="0">
                <a:solidFill>
                  <a:srgbClr val="111827"/>
                </a:solidFill>
                <a:latin typeface="Pretendard" pitchFamily="34" charset="0"/>
                <a:ea typeface="Pretendard" pitchFamily="34" charset="-122"/>
                <a:cs typeface="Pretendard" pitchFamily="34" charset="-120"/>
              </a:rPr>
              <a:t>직원 경험 검증   </a:t>
            </a:r>
            <a:r>
              <a:rPr lang="en-US" sz="1000" dirty="0">
                <a:solidFill>
                  <a:srgbClr val="4B5563"/>
                </a:solidFill>
                <a:latin typeface="Pretendard" pitchFamily="34" charset="0"/>
                <a:ea typeface="Pretendard" pitchFamily="34" charset="-122"/>
                <a:cs typeface="Pretendard" pitchFamily="34" charset="-120"/>
              </a:rPr>
              <a:t>두 채널에서 설치하고 실제 대화로 테스트합니다.</a:t>
            </a:r>
            <a:endParaRPr lang="en-US" sz="1200" dirty="0"/>
          </a:p>
        </p:txBody>
      </p:sp>
      <p:sp>
        <p:nvSpPr>
          <p:cNvPr id="15" name="next panel">
            <a:extLst>
              <a:ext uri="{C183D7F6-B498-43B3-948B-1728B52AA6E4}">
                <adec:decorative xmlns:adec="http://schemas.microsoft.com/office/drawing/2017/decorative" val="1"/>
              </a:ext>
            </a:extLst>
          </p:cNvPr>
          <p:cNvSpPr/>
          <p:nvPr/>
        </p:nvSpPr>
        <p:spPr>
          <a:xfrm>
            <a:off x="6126480" y="1463040"/>
            <a:ext cx="2468880" cy="1874520"/>
          </a:xfrm>
          <a:prstGeom prst="rect">
            <a:avLst/>
          </a:prstGeom>
          <a:solidFill>
            <a:srgbClr val="F3F5F9"/>
          </a:solidFill>
          <a:ln w="12700">
            <a:solidFill>
              <a:srgbClr val="F3F5F9"/>
            </a:solidFill>
            <a:prstDash val="solid"/>
          </a:ln>
        </p:spPr>
        <p:txBody>
          <a:bodyPr/>
          <a:lstStyle/>
          <a:p>
            <a:endParaRPr lang="ko-KR" altLang="en-US"/>
          </a:p>
        </p:txBody>
      </p:sp>
      <p:sp>
        <p:nvSpPr>
          <p:cNvPr id="16" name="Text 14"/>
          <p:cNvSpPr/>
          <p:nvPr/>
        </p:nvSpPr>
        <p:spPr>
          <a:xfrm>
            <a:off x="6355080" y="1673352"/>
            <a:ext cx="2011680" cy="237744"/>
          </a:xfrm>
          <a:prstGeom prst="rect">
            <a:avLst/>
          </a:prstGeom>
          <a:noFill/>
          <a:ln/>
        </p:spPr>
        <p:txBody>
          <a:bodyPr wrap="square" lIns="0" tIns="0" rIns="0" bIns="0" rtlCol="0" anchor="ctr"/>
          <a:lstStyle/>
          <a:p>
            <a:pPr marL="0" indent="0">
              <a:buNone/>
            </a:pPr>
            <a:r>
              <a:rPr lang="en-US" sz="1050" b="1" kern="0" spc="100" dirty="0">
                <a:solidFill>
                  <a:srgbClr val="1D4ED8"/>
                </a:solidFill>
                <a:latin typeface="Pretendard" pitchFamily="34" charset="0"/>
                <a:ea typeface="Pretendard" pitchFamily="34" charset="-122"/>
                <a:cs typeface="Pretendard" pitchFamily="34" charset="-120"/>
              </a:rPr>
              <a:t>다음 작업</a:t>
            </a:r>
            <a:endParaRPr lang="en-US" sz="1050" dirty="0"/>
          </a:p>
        </p:txBody>
      </p:sp>
      <p:sp>
        <p:nvSpPr>
          <p:cNvPr id="17" name="Text 15"/>
          <p:cNvSpPr/>
          <p:nvPr/>
        </p:nvSpPr>
        <p:spPr>
          <a:xfrm>
            <a:off x="6355080" y="1965960"/>
            <a:ext cx="2011680" cy="914400"/>
          </a:xfrm>
          <a:prstGeom prst="rect">
            <a:avLst/>
          </a:prstGeom>
          <a:noFill/>
          <a:ln/>
        </p:spPr>
        <p:txBody>
          <a:bodyPr wrap="square" lIns="0" tIns="0" rIns="0" bIns="0" rtlCol="0" anchor="ctr"/>
          <a:lstStyle/>
          <a:p>
            <a:pPr marL="0" indent="0">
              <a:lnSpc>
                <a:spcPct val="120000"/>
              </a:lnSpc>
              <a:buNone/>
            </a:pPr>
            <a:r>
              <a:rPr lang="en-US" sz="1350" b="1" dirty="0">
                <a:solidFill>
                  <a:srgbClr val="111827"/>
                </a:solidFill>
                <a:latin typeface="Pretendard" pitchFamily="34" charset="0"/>
                <a:ea typeface="Pretendard" pitchFamily="34" charset="-122"/>
                <a:cs typeface="Pretendard" pitchFamily="34" charset="-120"/>
              </a:rPr>
              <a:t>작업 09</a:t>
            </a:r>
            <a:endParaRPr lang="en-US" sz="1350" dirty="0"/>
          </a:p>
          <a:p>
            <a:pPr marL="0" indent="0">
              <a:lnSpc>
                <a:spcPct val="120000"/>
              </a:lnSpc>
              <a:buNone/>
            </a:pPr>
            <a:r>
              <a:rPr lang="en-US" sz="1350" b="1" dirty="0">
                <a:solidFill>
                  <a:srgbClr val="111827"/>
                </a:solidFill>
                <a:latin typeface="Pretendard" pitchFamily="34" charset="0"/>
                <a:ea typeface="Pretendard" pitchFamily="34" charset="-122"/>
                <a:cs typeface="Pretendard" pitchFamily="34" charset="-120"/>
              </a:rPr>
              <a:t>라이선스 이해하기</a:t>
            </a:r>
            <a:endParaRPr lang="en-US" sz="1350" dirty="0"/>
          </a:p>
        </p:txBody>
      </p:sp>
      <p:sp>
        <p:nvSpPr>
          <p:cNvPr id="18" name="Text 16"/>
          <p:cNvSpPr/>
          <p:nvPr/>
        </p:nvSpPr>
        <p:spPr>
          <a:xfrm>
            <a:off x="6355080" y="2788920"/>
            <a:ext cx="2011680" cy="548640"/>
          </a:xfrm>
          <a:prstGeom prst="rect">
            <a:avLst/>
          </a:prstGeom>
          <a:noFill/>
          <a:ln/>
        </p:spPr>
        <p:txBody>
          <a:bodyPr wrap="square" lIns="0" tIns="0" rIns="0" bIns="0" rtlCol="0" anchor="ctr"/>
          <a:lstStyle/>
          <a:p>
            <a:pPr marL="0" indent="0">
              <a:lnSpc>
                <a:spcPct val="125000"/>
              </a:lnSpc>
              <a:buNone/>
            </a:pPr>
            <a:r>
              <a:rPr lang="en-US" sz="1000" dirty="0">
                <a:solidFill>
                  <a:srgbClr val="4B5563"/>
                </a:solidFill>
                <a:latin typeface="Pretendard" pitchFamily="34" charset="0"/>
                <a:ea typeface="Pretendard" pitchFamily="34" charset="-122"/>
                <a:cs typeface="Pretendard" pitchFamily="34" charset="-120"/>
              </a:rPr>
              <a:t>사용량이 어떻게 과금되고 관리되는지 살펴봅니다.</a:t>
            </a:r>
            <a:endParaRPr lang="en-US" sz="1000" dirty="0"/>
          </a:p>
        </p:txBody>
      </p:sp>
      <p:sp>
        <p:nvSpPr>
          <p:cNvPr id="19" name="reference frame">
            <a:extLst>
              <a:ext uri="{C183D7F6-B498-43B3-948B-1728B52AA6E4}">
                <adec:decorative xmlns:adec="http://schemas.microsoft.com/office/drawing/2017/decorative" val="1"/>
              </a:ext>
            </a:extLst>
          </p:cNvPr>
          <p:cNvSpPr/>
          <p:nvPr/>
        </p:nvSpPr>
        <p:spPr>
          <a:xfrm>
            <a:off x="548640" y="3968496"/>
            <a:ext cx="8046720" cy="658368"/>
          </a:xfrm>
          <a:prstGeom prst="rect">
            <a:avLst/>
          </a:prstGeom>
          <a:solidFill>
            <a:srgbClr val="FFFFFF"/>
          </a:solidFill>
          <a:ln w="12700">
            <a:solidFill>
              <a:srgbClr val="E5E7EB"/>
            </a:solidFill>
            <a:prstDash val="solid"/>
          </a:ln>
        </p:spPr>
        <p:txBody>
          <a:bodyPr/>
          <a:lstStyle/>
          <a:p>
            <a:endParaRPr lang="ko-KR" altLang="en-US"/>
          </a:p>
        </p:txBody>
      </p:sp>
      <p:sp>
        <p:nvSpPr>
          <p:cNvPr id="20" name="Text 18"/>
          <p:cNvSpPr/>
          <p:nvPr/>
        </p:nvSpPr>
        <p:spPr>
          <a:xfrm>
            <a:off x="777240" y="3968496"/>
            <a:ext cx="7589520" cy="658368"/>
          </a:xfrm>
          <a:prstGeom prst="rect">
            <a:avLst/>
          </a:prstGeom>
          <a:noFill/>
          <a:ln/>
        </p:spPr>
        <p:txBody>
          <a:bodyPr wrap="square" lIns="0" tIns="0" rIns="0" bIns="0" rtlCol="0" anchor="ctr"/>
          <a:lstStyle/>
          <a:p>
            <a:pPr marL="0" indent="0">
              <a:buNone/>
            </a:pPr>
            <a:r>
              <a:rPr lang="en-US" sz="1050" b="1" dirty="0">
                <a:solidFill>
                  <a:srgbClr val="1D4ED8"/>
                </a:solidFill>
                <a:latin typeface="Pretendard" pitchFamily="34" charset="0"/>
                <a:ea typeface="Pretendard" pitchFamily="34" charset="-122"/>
                <a:cs typeface="Pretendard" pitchFamily="34" charset="-120"/>
              </a:rPr>
              <a:t>참고 자료   </a:t>
            </a:r>
            <a:r>
              <a:rPr lang="en-US" sz="1000" dirty="0">
                <a:solidFill>
                  <a:srgbClr val="4B5563"/>
                </a:solidFill>
                <a:latin typeface="Pretendard" pitchFamily="34" charset="0"/>
                <a:ea typeface="Pretendard" pitchFamily="34" charset="-122"/>
                <a:cs typeface="Pretendard" pitchFamily="34" charset="-120"/>
              </a:rPr>
              <a:t>에이전트 게시 개요  ·  에이전트 게시  ·  에이전트에 사용 가능한 채널</a:t>
            </a:r>
            <a:endParaRPr lang="en-US" sz="10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a:effectLst/>
      </p:bgPr>
    </p:bg>
    <p:spTree>
      <p:nvGrpSpPr>
        <p:cNvPr id="1" name=""/>
        <p:cNvGrpSpPr/>
        <p:nvPr/>
      </p:nvGrpSpPr>
      <p:grpSpPr>
        <a:xfrm>
          <a:off x="0" y="0"/>
          <a:ext cx="0" cy="0"/>
          <a:chOff x="0" y="0"/>
          <a:chExt cx="0" cy="0"/>
        </a:xfrm>
      </p:grpSpPr>
      <p:pic>
        <p:nvPicPr>
          <p:cNvPr id="2" name="Image 0" descr="크레딧 사용량과 과금을 형상화한 일러스트"/>
          <p:cNvPicPr>
            <a:picLocks noChangeAspect="1"/>
          </p:cNvPicPr>
          <p:nvPr/>
        </p:nvPicPr>
        <p:blipFill>
          <a:blip r:embed="rId3"/>
          <a:srcRect t="9501" b="9501"/>
          <a:stretch/>
        </p:blipFill>
        <p:spPr>
          <a:xfrm>
            <a:off x="4892040" y="0"/>
            <a:ext cx="4251960" cy="5143500"/>
          </a:xfrm>
          <a:prstGeom prst="rect">
            <a:avLst/>
          </a:prstGeom>
        </p:spPr>
      </p:pic>
      <p:sp>
        <p:nvSpPr>
          <p:cNvPr id="3" name="left accent">
            <a:extLst>
              <a:ext uri="{C183D7F6-B498-43B3-948B-1728B52AA6E4}">
                <adec:decorative xmlns:adec="http://schemas.microsoft.com/office/drawing/2017/decorative" val="1"/>
              </a:ext>
            </a:extLst>
          </p:cNvPr>
          <p:cNvSpPr/>
          <p:nvPr/>
        </p:nvSpPr>
        <p:spPr>
          <a:xfrm>
            <a:off x="0" y="0"/>
            <a:ext cx="82296" cy="5143500"/>
          </a:xfrm>
          <a:prstGeom prst="rect">
            <a:avLst/>
          </a:prstGeom>
          <a:solidFill>
            <a:srgbClr val="1D4ED8"/>
          </a:solidFill>
          <a:ln w="12700">
            <a:solidFill>
              <a:srgbClr val="1D4ED8"/>
            </a:solidFill>
            <a:prstDash val="solid"/>
          </a:ln>
        </p:spPr>
        <p:txBody>
          <a:bodyPr/>
          <a:lstStyle/>
          <a:p>
            <a:endParaRPr lang="en-US"/>
          </a:p>
        </p:txBody>
      </p:sp>
      <p:sp>
        <p:nvSpPr>
          <p:cNvPr id="4" name="Text 1"/>
          <p:cNvSpPr/>
          <p:nvPr/>
        </p:nvSpPr>
        <p:spPr>
          <a:xfrm>
            <a:off x="640080" y="914400"/>
            <a:ext cx="4023360" cy="256032"/>
          </a:xfrm>
          <a:prstGeom prst="rect">
            <a:avLst/>
          </a:prstGeom>
          <a:noFill/>
          <a:ln/>
        </p:spPr>
        <p:txBody>
          <a:bodyPr wrap="square" lIns="0" tIns="0" rIns="0" bIns="0" rtlCol="0" anchor="ctr"/>
          <a:lstStyle/>
          <a:p>
            <a:pPr marL="0" indent="0">
              <a:buNone/>
            </a:pPr>
            <a:endParaRPr lang="en-US" sz="1050" dirty="0"/>
          </a:p>
        </p:txBody>
      </p:sp>
      <p:sp>
        <p:nvSpPr>
          <p:cNvPr id="5" name="Text 2">
            <a:extLst>
              <a:ext uri="{C183D7F6-B498-43B3-948B-1728B52AA6E4}">
                <adec:decorative xmlns:adec="http://schemas.microsoft.com/office/drawing/2017/decorative" val="1"/>
              </a:ext>
            </a:extLst>
          </p:cNvPr>
          <p:cNvSpPr/>
          <p:nvPr/>
        </p:nvSpPr>
        <p:spPr>
          <a:xfrm>
            <a:off x="640080" y="1261872"/>
            <a:ext cx="4023360" cy="457200"/>
          </a:xfrm>
          <a:prstGeom prst="rect">
            <a:avLst/>
          </a:prstGeom>
          <a:noFill/>
          <a:ln/>
        </p:spPr>
        <p:txBody>
          <a:bodyPr wrap="square" lIns="0" tIns="0" rIns="0" bIns="0" rtlCol="0" anchor="ctr"/>
          <a:lstStyle/>
          <a:p>
            <a:pPr marL="0" indent="0">
              <a:buNone/>
            </a:pPr>
            <a:r>
              <a:rPr lang="en-US" sz="1500" b="1" dirty="0">
                <a:solidFill>
                  <a:srgbClr val="6B7280"/>
                </a:solidFill>
                <a:latin typeface="Pretendard" pitchFamily="34" charset="0"/>
                <a:ea typeface="Pretendard" pitchFamily="34" charset="-122"/>
                <a:cs typeface="Pretendard" pitchFamily="34" charset="-120"/>
              </a:rPr>
              <a:t>작업 09</a:t>
            </a:r>
            <a:endParaRPr lang="en-US" sz="1500" dirty="0"/>
          </a:p>
        </p:txBody>
      </p:sp>
      <p:sp>
        <p:nvSpPr>
          <p:cNvPr id="6" name="Text 3"/>
          <p:cNvSpPr/>
          <p:nvPr/>
        </p:nvSpPr>
        <p:spPr>
          <a:xfrm>
            <a:off x="640080" y="1627632"/>
            <a:ext cx="4206240" cy="1005840"/>
          </a:xfrm>
          <a:prstGeom prst="rect">
            <a:avLst/>
          </a:prstGeom>
          <a:noFill/>
          <a:ln/>
        </p:spPr>
        <p:txBody>
          <a:bodyPr wrap="square" lIns="0" tIns="0" rIns="0" bIns="0" rtlCol="0" anchor="t"/>
          <a:lstStyle/>
          <a:p>
            <a:pPr marL="0" indent="0">
              <a:lnSpc>
                <a:spcPct val="115000"/>
              </a:lnSpc>
              <a:buNone/>
            </a:pPr>
            <a:r>
              <a:rPr lang="en-US" sz="3200" b="1" dirty="0">
                <a:solidFill>
                  <a:srgbClr val="111827"/>
                </a:solidFill>
                <a:latin typeface="Pretendard" pitchFamily="34" charset="0"/>
                <a:ea typeface="Pretendard" pitchFamily="34" charset="-122"/>
                <a:cs typeface="Pretendard" pitchFamily="34" charset="-120"/>
              </a:rPr>
              <a:t>라이선스</a:t>
            </a:r>
            <a:endParaRPr lang="en-US" sz="3200" dirty="0"/>
          </a:p>
          <a:p>
            <a:pPr marL="0" indent="0">
              <a:lnSpc>
                <a:spcPct val="115000"/>
              </a:lnSpc>
              <a:buNone/>
            </a:pPr>
            <a:r>
              <a:rPr lang="en-US" sz="3200" b="1" dirty="0">
                <a:solidFill>
                  <a:srgbClr val="111827"/>
                </a:solidFill>
                <a:latin typeface="Pretendard" pitchFamily="34" charset="0"/>
                <a:ea typeface="Pretendard" pitchFamily="34" charset="-122"/>
                <a:cs typeface="Pretendard" pitchFamily="34" charset="-120"/>
              </a:rPr>
              <a:t>이해하기</a:t>
            </a:r>
            <a:endParaRPr lang="en-US" sz="3200" dirty="0"/>
          </a:p>
        </p:txBody>
      </p:sp>
      <p:sp>
        <p:nvSpPr>
          <p:cNvPr id="7" name="rule">
            <a:extLst>
              <a:ext uri="{C183D7F6-B498-43B3-948B-1728B52AA6E4}">
                <adec:decorative xmlns:adec="http://schemas.microsoft.com/office/drawing/2017/decorative" val="1"/>
              </a:ext>
            </a:extLst>
          </p:cNvPr>
          <p:cNvSpPr/>
          <p:nvPr/>
        </p:nvSpPr>
        <p:spPr>
          <a:xfrm>
            <a:off x="640080" y="2743200"/>
            <a:ext cx="822960" cy="32004"/>
          </a:xfrm>
          <a:prstGeom prst="rect">
            <a:avLst/>
          </a:prstGeom>
          <a:solidFill>
            <a:srgbClr val="1D4ED8"/>
          </a:solidFill>
          <a:ln w="12700">
            <a:solidFill>
              <a:srgbClr val="1D4ED8"/>
            </a:solidFill>
            <a:prstDash val="solid"/>
          </a:ln>
        </p:spPr>
        <p:txBody>
          <a:bodyPr/>
          <a:lstStyle/>
          <a:p>
            <a:endParaRPr lang="ko-KR" altLang="en-US"/>
          </a:p>
        </p:txBody>
      </p:sp>
      <p:sp>
        <p:nvSpPr>
          <p:cNvPr id="8" name="Text 5">
            <a:extLst>
              <a:ext uri="{C183D7F6-B498-43B3-948B-1728B52AA6E4}">
                <adec:decorative xmlns:adec="http://schemas.microsoft.com/office/drawing/2017/decorative" val="1"/>
              </a:ext>
            </a:extLst>
          </p:cNvPr>
          <p:cNvSpPr/>
          <p:nvPr/>
        </p:nvSpPr>
        <p:spPr>
          <a:xfrm>
            <a:off x="640080" y="2944368"/>
            <a:ext cx="4023360" cy="640080"/>
          </a:xfrm>
          <a:prstGeom prst="rect">
            <a:avLst/>
          </a:prstGeom>
          <a:noFill/>
          <a:ln/>
        </p:spPr>
        <p:txBody>
          <a:bodyPr wrap="square" lIns="0" tIns="0" rIns="0" bIns="0" rtlCol="0" anchor="ctr"/>
          <a:lstStyle/>
          <a:p>
            <a:pPr marL="0" indent="0">
              <a:lnSpc>
                <a:spcPct val="130000"/>
              </a:lnSpc>
              <a:buNone/>
            </a:pPr>
            <a:r>
              <a:rPr lang="en-US" sz="1300" dirty="0">
                <a:solidFill>
                  <a:srgbClr val="4B5563"/>
                </a:solidFill>
                <a:latin typeface="Pretendard" pitchFamily="34" charset="0"/>
                <a:ea typeface="Pretendard" pitchFamily="34" charset="-122"/>
                <a:cs typeface="Pretendard" pitchFamily="34" charset="-120"/>
              </a:rPr>
              <a:t>지금까지의 설계 선택이</a:t>
            </a:r>
            <a:endParaRPr lang="en-US" sz="1300" dirty="0"/>
          </a:p>
          <a:p>
            <a:pPr marL="0" indent="0">
              <a:lnSpc>
                <a:spcPct val="130000"/>
              </a:lnSpc>
              <a:buNone/>
            </a:pPr>
            <a:r>
              <a:rPr lang="en-US" sz="1300" dirty="0">
                <a:solidFill>
                  <a:srgbClr val="4B5563"/>
                </a:solidFill>
                <a:latin typeface="Pretendard" pitchFamily="34" charset="0"/>
                <a:ea typeface="Pretendard" pitchFamily="34" charset="-122"/>
                <a:cs typeface="Pretendard" pitchFamily="34" charset="-120"/>
              </a:rPr>
              <a:t>과금에 어떤 의미인지 연결합니다.</a:t>
            </a:r>
            <a:endParaRPr lang="en-US" sz="1300" dirty="0"/>
          </a:p>
        </p:txBody>
      </p:sp>
      <p:sp>
        <p:nvSpPr>
          <p:cNvPr id="9" name="Text 6"/>
          <p:cNvSpPr/>
          <p:nvPr/>
        </p:nvSpPr>
        <p:spPr>
          <a:xfrm>
            <a:off x="640080" y="3931920"/>
            <a:ext cx="1920240" cy="219456"/>
          </a:xfrm>
          <a:prstGeom prst="rect">
            <a:avLst/>
          </a:prstGeom>
          <a:noFill/>
          <a:ln/>
        </p:spPr>
        <p:txBody>
          <a:bodyPr wrap="square" lIns="0" tIns="0" rIns="0" bIns="0" rtlCol="0" anchor="ctr"/>
          <a:lstStyle/>
          <a:p>
            <a:pPr marL="0" indent="0">
              <a:buNone/>
            </a:pPr>
            <a:r>
              <a:rPr lang="en-US" sz="950" b="1" dirty="0">
                <a:solidFill>
                  <a:srgbClr val="1D4ED8"/>
                </a:solidFill>
                <a:latin typeface="Pretendard" pitchFamily="34" charset="0"/>
                <a:ea typeface="Pretendard" pitchFamily="34" charset="-122"/>
                <a:cs typeface="Pretendard" pitchFamily="34" charset="-120"/>
              </a:rPr>
              <a:t>선행 작업</a:t>
            </a:r>
            <a:endParaRPr lang="en-US" sz="950" dirty="0"/>
          </a:p>
        </p:txBody>
      </p:sp>
      <p:sp>
        <p:nvSpPr>
          <p:cNvPr id="10" name="Text 7">
            <a:extLst>
              <a:ext uri="{C183D7F6-B498-43B3-948B-1728B52AA6E4}">
                <adec:decorative xmlns:adec="http://schemas.microsoft.com/office/drawing/2017/decorative" val="1"/>
              </a:ext>
            </a:extLst>
          </p:cNvPr>
          <p:cNvSpPr/>
          <p:nvPr/>
        </p:nvSpPr>
        <p:spPr>
          <a:xfrm>
            <a:off x="640080" y="4169664"/>
            <a:ext cx="1920240" cy="457200"/>
          </a:xfrm>
          <a:prstGeom prst="rect">
            <a:avLst/>
          </a:prstGeom>
          <a:noFill/>
          <a:ln/>
        </p:spPr>
        <p:txBody>
          <a:bodyPr wrap="square" lIns="0" tIns="0" rIns="0" bIns="0" rtlCol="0" anchor="ctr"/>
          <a:lstStyle/>
          <a:p>
            <a:pPr marL="0" indent="0">
              <a:lnSpc>
                <a:spcPct val="120000"/>
              </a:lnSpc>
              <a:buNone/>
            </a:pPr>
            <a:r>
              <a:rPr lang="en-US" sz="1050" dirty="0">
                <a:solidFill>
                  <a:srgbClr val="4B5563"/>
                </a:solidFill>
                <a:latin typeface="Pretendard" pitchFamily="34" charset="0"/>
                <a:ea typeface="Pretendard" pitchFamily="34" charset="-122"/>
                <a:cs typeface="Pretendard" pitchFamily="34" charset="-120"/>
              </a:rPr>
              <a:t>작업 08 · 게시와 검증 완료</a:t>
            </a:r>
            <a:endParaRPr lang="en-US" sz="1050" dirty="0"/>
          </a:p>
        </p:txBody>
      </p:sp>
      <p:sp>
        <p:nvSpPr>
          <p:cNvPr id="11" name="Text 8">
            <a:extLst>
              <a:ext uri="{C183D7F6-B498-43B3-948B-1728B52AA6E4}">
                <adec:decorative xmlns:adec="http://schemas.microsoft.com/office/drawing/2017/decorative" val="1"/>
              </a:ext>
            </a:extLst>
          </p:cNvPr>
          <p:cNvSpPr/>
          <p:nvPr/>
        </p:nvSpPr>
        <p:spPr>
          <a:xfrm>
            <a:off x="2743200" y="3931920"/>
            <a:ext cx="1920240" cy="219456"/>
          </a:xfrm>
          <a:prstGeom prst="rect">
            <a:avLst/>
          </a:prstGeom>
          <a:noFill/>
          <a:ln/>
        </p:spPr>
        <p:txBody>
          <a:bodyPr wrap="square" lIns="0" tIns="0" rIns="0" bIns="0" rtlCol="0" anchor="ctr"/>
          <a:lstStyle/>
          <a:p>
            <a:pPr marL="0" indent="0">
              <a:buNone/>
            </a:pPr>
            <a:r>
              <a:rPr lang="en-US" sz="950" b="1" dirty="0">
                <a:solidFill>
                  <a:srgbClr val="1D4ED8"/>
                </a:solidFill>
                <a:latin typeface="Pretendard" pitchFamily="34" charset="0"/>
                <a:ea typeface="Pretendard" pitchFamily="34" charset="-122"/>
                <a:cs typeface="Pretendard" pitchFamily="34" charset="-120"/>
              </a:rPr>
              <a:t>이 작업의 성격</a:t>
            </a:r>
            <a:endParaRPr lang="en-US" sz="950" dirty="0"/>
          </a:p>
        </p:txBody>
      </p:sp>
      <p:sp>
        <p:nvSpPr>
          <p:cNvPr id="12" name="Text 9">
            <a:extLst>
              <a:ext uri="{C183D7F6-B498-43B3-948B-1728B52AA6E4}">
                <adec:decorative xmlns:adec="http://schemas.microsoft.com/office/drawing/2017/decorative" val="1"/>
              </a:ext>
            </a:extLst>
          </p:cNvPr>
          <p:cNvSpPr/>
          <p:nvPr/>
        </p:nvSpPr>
        <p:spPr>
          <a:xfrm>
            <a:off x="2743200" y="4169664"/>
            <a:ext cx="1920240" cy="457200"/>
          </a:xfrm>
          <a:prstGeom prst="rect">
            <a:avLst/>
          </a:prstGeom>
          <a:noFill/>
          <a:ln/>
        </p:spPr>
        <p:txBody>
          <a:bodyPr wrap="square" lIns="0" tIns="0" rIns="0" bIns="0" rtlCol="0" anchor="ctr"/>
          <a:lstStyle/>
          <a:p>
            <a:pPr marL="0" indent="0">
              <a:lnSpc>
                <a:spcPct val="120000"/>
              </a:lnSpc>
              <a:buNone/>
            </a:pPr>
            <a:r>
              <a:rPr lang="en-US" sz="1050" dirty="0">
                <a:solidFill>
                  <a:srgbClr val="4B5563"/>
                </a:solidFill>
                <a:latin typeface="Pretendard" pitchFamily="34" charset="0"/>
                <a:ea typeface="Pretendard" pitchFamily="34" charset="-122"/>
                <a:cs typeface="Pretendard" pitchFamily="34" charset="-120"/>
              </a:rPr>
              <a:t>개념 정리 · 실습은 없습니다</a:t>
            </a:r>
            <a:endParaRPr lang="en-US" sz="10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작업 브리핑</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이 작업을 마치면 할 수 있는 것</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ko-KR" alt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09  ·  학습 목표</a:t>
            </a:r>
            <a:endParaRPr lang="en-US" sz="950" dirty="0"/>
          </a:p>
        </p:txBody>
      </p:sp>
      <p:sp>
        <p:nvSpPr>
          <p:cNvPr id="7" name="key message band">
            <a:extLst>
              <a:ext uri="{C183D7F6-B498-43B3-948B-1728B52AA6E4}">
                <adec:decorative xmlns:adec="http://schemas.microsoft.com/office/drawing/2017/decorative" val="1"/>
              </a:ext>
            </a:extLst>
          </p:cNvPr>
          <p:cNvSpPr/>
          <p:nvPr/>
        </p:nvSpPr>
        <p:spPr>
          <a:xfrm>
            <a:off x="548640" y="1417320"/>
            <a:ext cx="8046720" cy="566928"/>
          </a:xfrm>
          <a:prstGeom prst="rect">
            <a:avLst/>
          </a:prstGeom>
          <a:solidFill>
            <a:srgbClr val="F3F5F9"/>
          </a:solidFill>
          <a:ln w="12700">
            <a:solidFill>
              <a:srgbClr val="F3F5F9"/>
            </a:solidFill>
            <a:prstDash val="solid"/>
          </a:ln>
        </p:spPr>
        <p:txBody>
          <a:bodyPr/>
          <a:lstStyle/>
          <a:p>
            <a:endParaRPr lang="ko-KR" altLang="en-US"/>
          </a:p>
        </p:txBody>
      </p:sp>
      <p:sp>
        <p:nvSpPr>
          <p:cNvPr id="8" name="accent bar">
            <a:extLst>
              <a:ext uri="{C183D7F6-B498-43B3-948B-1728B52AA6E4}">
                <adec:decorative xmlns:adec="http://schemas.microsoft.com/office/drawing/2017/decorative" val="1"/>
              </a:ext>
            </a:extLst>
          </p:cNvPr>
          <p:cNvSpPr/>
          <p:nvPr/>
        </p:nvSpPr>
        <p:spPr>
          <a:xfrm>
            <a:off x="548640" y="1417320"/>
            <a:ext cx="50292" cy="566928"/>
          </a:xfrm>
          <a:prstGeom prst="rect">
            <a:avLst/>
          </a:prstGeom>
          <a:solidFill>
            <a:srgbClr val="1D4ED8"/>
          </a:solidFill>
          <a:ln w="12700">
            <a:solidFill>
              <a:srgbClr val="1D4ED8"/>
            </a:solidFill>
            <a:prstDash val="solid"/>
          </a:ln>
        </p:spPr>
        <p:txBody>
          <a:bodyPr/>
          <a:lstStyle/>
          <a:p>
            <a:endParaRPr lang="ko-KR" altLang="en-US"/>
          </a:p>
        </p:txBody>
      </p:sp>
      <p:sp>
        <p:nvSpPr>
          <p:cNvPr id="9" name="Text 7"/>
          <p:cNvSpPr/>
          <p:nvPr/>
        </p:nvSpPr>
        <p:spPr>
          <a:xfrm>
            <a:off x="749808" y="1417320"/>
            <a:ext cx="7680960" cy="566928"/>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Copilot Studio에 하나의 보편적인 과금 방식이 있는 것은 아닙니다.</a:t>
            </a:r>
            <a:endParaRPr lang="en-US" sz="1350" dirty="0"/>
          </a:p>
        </p:txBody>
      </p:sp>
      <p:sp>
        <p:nvSpPr>
          <p:cNvPr id="10" name="card frame">
            <a:extLst>
              <a:ext uri="{C183D7F6-B498-43B3-948B-1728B52AA6E4}">
                <adec:decorative xmlns:adec="http://schemas.microsoft.com/office/drawing/2017/decorative" val="1"/>
              </a:ext>
            </a:extLst>
          </p:cNvPr>
          <p:cNvSpPr/>
          <p:nvPr/>
        </p:nvSpPr>
        <p:spPr>
          <a:xfrm>
            <a:off x="548640" y="2377440"/>
            <a:ext cx="1984248" cy="1737360"/>
          </a:xfrm>
          <a:prstGeom prst="rect">
            <a:avLst/>
          </a:prstGeom>
          <a:solidFill>
            <a:srgbClr val="FFFFFF"/>
          </a:solidFill>
          <a:ln w="12700">
            <a:solidFill>
              <a:srgbClr val="E5E7EB"/>
            </a:solidFill>
            <a:prstDash val="solid"/>
          </a:ln>
        </p:spPr>
        <p:txBody>
          <a:bodyPr/>
          <a:lstStyle/>
          <a:p>
            <a:endParaRPr lang="ko-KR" altLang="en-US"/>
          </a:p>
        </p:txBody>
      </p:sp>
      <p:sp>
        <p:nvSpPr>
          <p:cNvPr id="11" name="card top rule">
            <a:extLst>
              <a:ext uri="{C183D7F6-B498-43B3-948B-1728B52AA6E4}">
                <adec:decorative xmlns:adec="http://schemas.microsoft.com/office/drawing/2017/decorative" val="1"/>
              </a:ext>
            </a:extLst>
          </p:cNvPr>
          <p:cNvSpPr/>
          <p:nvPr/>
        </p:nvSpPr>
        <p:spPr>
          <a:xfrm>
            <a:off x="548640" y="2377440"/>
            <a:ext cx="1984248" cy="36576"/>
          </a:xfrm>
          <a:prstGeom prst="rect">
            <a:avLst/>
          </a:prstGeom>
          <a:solidFill>
            <a:srgbClr val="3B82F6"/>
          </a:solidFill>
          <a:ln w="12700">
            <a:solidFill>
              <a:srgbClr val="3B82F6"/>
            </a:solidFill>
            <a:prstDash val="solid"/>
          </a:ln>
        </p:spPr>
        <p:txBody>
          <a:bodyPr/>
          <a:lstStyle/>
          <a:p>
            <a:endParaRPr lang="ko-KR" altLang="en-US"/>
          </a:p>
        </p:txBody>
      </p:sp>
      <p:sp>
        <p:nvSpPr>
          <p:cNvPr id="12" name="Text 10">
            <a:extLst>
              <a:ext uri="{C183D7F6-B498-43B3-948B-1728B52AA6E4}">
                <adec:decorative xmlns:adec="http://schemas.microsoft.com/office/drawing/2017/decorative" val="1"/>
              </a:ext>
            </a:extLst>
          </p:cNvPr>
          <p:cNvSpPr/>
          <p:nvPr/>
        </p:nvSpPr>
        <p:spPr>
          <a:xfrm>
            <a:off x="786384" y="2578608"/>
            <a:ext cx="1508760"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01</a:t>
            </a:r>
            <a:endParaRPr lang="en-US" sz="1300" dirty="0"/>
          </a:p>
        </p:txBody>
      </p:sp>
      <p:sp>
        <p:nvSpPr>
          <p:cNvPr id="13" name="Text 11">
            <a:extLst>
              <a:ext uri="{C183D7F6-B498-43B3-948B-1728B52AA6E4}">
                <adec:decorative xmlns:adec="http://schemas.microsoft.com/office/drawing/2017/decorative" val="1"/>
              </a:ext>
            </a:extLst>
          </p:cNvPr>
          <p:cNvSpPr/>
          <p:nvPr/>
        </p:nvSpPr>
        <p:spPr>
          <a:xfrm>
            <a:off x="786384" y="2880360"/>
            <a:ext cx="1508760" cy="310896"/>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과금 모델 비교</a:t>
            </a:r>
            <a:endParaRPr lang="en-US" sz="1350" dirty="0"/>
          </a:p>
        </p:txBody>
      </p:sp>
      <p:sp>
        <p:nvSpPr>
          <p:cNvPr id="14" name="Text 12"/>
          <p:cNvSpPr/>
          <p:nvPr/>
        </p:nvSpPr>
        <p:spPr>
          <a:xfrm>
            <a:off x="786384" y="3218688"/>
            <a:ext cx="1508760" cy="694944"/>
          </a:xfrm>
          <a:prstGeom prst="rect">
            <a:avLst/>
          </a:prstGeom>
          <a:noFill/>
          <a:ln/>
        </p:spPr>
        <p:txBody>
          <a:bodyPr wrap="square" lIns="0" tIns="0" rIns="0" bIns="0" rtlCol="0" anchor="t"/>
          <a:lstStyle/>
          <a:p>
            <a:pPr marL="0" indent="0">
              <a:lnSpc>
                <a:spcPct val="125000"/>
              </a:lnSpc>
              <a:buNone/>
            </a:pPr>
            <a:r>
              <a:rPr lang="en-US" sz="1050" dirty="0">
                <a:solidFill>
                  <a:srgbClr val="4B5563"/>
                </a:solidFill>
                <a:latin typeface="Pretendard" pitchFamily="34" charset="0"/>
                <a:ea typeface="Pretendard" pitchFamily="34" charset="-122"/>
                <a:cs typeface="Pretendard" pitchFamily="34" charset="-120"/>
              </a:rPr>
              <a:t>harness에 따라 과금이</a:t>
            </a:r>
            <a:endParaRPr lang="en-US" sz="1050" dirty="0"/>
          </a:p>
          <a:p>
            <a:pPr marL="0" indent="0">
              <a:lnSpc>
                <a:spcPct val="125000"/>
              </a:lnSpc>
              <a:buNone/>
            </a:pPr>
            <a:r>
              <a:rPr lang="en-US" sz="1050" dirty="0">
                <a:solidFill>
                  <a:srgbClr val="4B5563"/>
                </a:solidFill>
                <a:latin typeface="Pretendard" pitchFamily="34" charset="0"/>
                <a:ea typeface="Pretendard" pitchFamily="34" charset="-122"/>
                <a:cs typeface="Pretendard" pitchFamily="34" charset="-120"/>
              </a:rPr>
              <a:t>달라지는 이유를</a:t>
            </a:r>
            <a:endParaRPr lang="en-US" sz="1050" dirty="0"/>
          </a:p>
          <a:p>
            <a:pPr marL="0" indent="0">
              <a:lnSpc>
                <a:spcPct val="125000"/>
              </a:lnSpc>
              <a:buNone/>
            </a:pPr>
            <a:r>
              <a:rPr lang="en-US" sz="1050" dirty="0">
                <a:solidFill>
                  <a:srgbClr val="4B5563"/>
                </a:solidFill>
                <a:latin typeface="Pretendard" pitchFamily="34" charset="0"/>
                <a:ea typeface="Pretendard" pitchFamily="34" charset="-122"/>
                <a:cs typeface="Pretendard" pitchFamily="34" charset="-120"/>
              </a:rPr>
              <a:t>이해합니다</a:t>
            </a:r>
            <a:endParaRPr lang="en-US" sz="1050" dirty="0"/>
          </a:p>
        </p:txBody>
      </p:sp>
      <p:sp>
        <p:nvSpPr>
          <p:cNvPr id="15" name="card frame">
            <a:extLst>
              <a:ext uri="{C183D7F6-B498-43B3-948B-1728B52AA6E4}">
                <adec:decorative xmlns:adec="http://schemas.microsoft.com/office/drawing/2017/decorative" val="1"/>
              </a:ext>
            </a:extLst>
          </p:cNvPr>
          <p:cNvSpPr/>
          <p:nvPr/>
        </p:nvSpPr>
        <p:spPr>
          <a:xfrm>
            <a:off x="2587752" y="2377440"/>
            <a:ext cx="1984248" cy="1737360"/>
          </a:xfrm>
          <a:prstGeom prst="rect">
            <a:avLst/>
          </a:prstGeom>
          <a:solidFill>
            <a:srgbClr val="FFFFFF"/>
          </a:solidFill>
          <a:ln w="12700">
            <a:solidFill>
              <a:srgbClr val="E5E7EB"/>
            </a:solidFill>
            <a:prstDash val="solid"/>
          </a:ln>
        </p:spPr>
        <p:txBody>
          <a:bodyPr/>
          <a:lstStyle/>
          <a:p>
            <a:endParaRPr lang="ko-KR" altLang="en-US"/>
          </a:p>
        </p:txBody>
      </p:sp>
      <p:sp>
        <p:nvSpPr>
          <p:cNvPr id="16" name="card top rule">
            <a:extLst>
              <a:ext uri="{C183D7F6-B498-43B3-948B-1728B52AA6E4}">
                <adec:decorative xmlns:adec="http://schemas.microsoft.com/office/drawing/2017/decorative" val="1"/>
              </a:ext>
            </a:extLst>
          </p:cNvPr>
          <p:cNvSpPr/>
          <p:nvPr/>
        </p:nvSpPr>
        <p:spPr>
          <a:xfrm>
            <a:off x="2587752" y="2377440"/>
            <a:ext cx="1984248" cy="36576"/>
          </a:xfrm>
          <a:prstGeom prst="rect">
            <a:avLst/>
          </a:prstGeom>
          <a:solidFill>
            <a:srgbClr val="3B82F6"/>
          </a:solidFill>
          <a:ln w="12700">
            <a:solidFill>
              <a:srgbClr val="3B82F6"/>
            </a:solidFill>
            <a:prstDash val="solid"/>
          </a:ln>
        </p:spPr>
        <p:txBody>
          <a:bodyPr/>
          <a:lstStyle/>
          <a:p>
            <a:endParaRPr lang="ko-KR" altLang="en-US"/>
          </a:p>
        </p:txBody>
      </p:sp>
      <p:sp>
        <p:nvSpPr>
          <p:cNvPr id="17" name="Text 15"/>
          <p:cNvSpPr/>
          <p:nvPr/>
        </p:nvSpPr>
        <p:spPr>
          <a:xfrm>
            <a:off x="2825496" y="2578608"/>
            <a:ext cx="1508760"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02</a:t>
            </a:r>
            <a:endParaRPr lang="en-US" sz="1300" dirty="0"/>
          </a:p>
        </p:txBody>
      </p:sp>
      <p:sp>
        <p:nvSpPr>
          <p:cNvPr id="18" name="Text 16"/>
          <p:cNvSpPr/>
          <p:nvPr/>
        </p:nvSpPr>
        <p:spPr>
          <a:xfrm>
            <a:off x="2825496" y="2880360"/>
            <a:ext cx="1508760" cy="310896"/>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크레딧 소비 식별</a:t>
            </a:r>
            <a:endParaRPr lang="en-US" sz="1350" dirty="0"/>
          </a:p>
        </p:txBody>
      </p:sp>
      <p:sp>
        <p:nvSpPr>
          <p:cNvPr id="19" name="Text 17"/>
          <p:cNvSpPr/>
          <p:nvPr/>
        </p:nvSpPr>
        <p:spPr>
          <a:xfrm>
            <a:off x="2825496" y="3218688"/>
            <a:ext cx="1508760" cy="694944"/>
          </a:xfrm>
          <a:prstGeom prst="rect">
            <a:avLst/>
          </a:prstGeom>
          <a:noFill/>
          <a:ln/>
        </p:spPr>
        <p:txBody>
          <a:bodyPr wrap="square" lIns="0" tIns="0" rIns="0" bIns="0" rtlCol="0" anchor="t"/>
          <a:lstStyle/>
          <a:p>
            <a:pPr marL="0" indent="0">
              <a:lnSpc>
                <a:spcPct val="125000"/>
              </a:lnSpc>
              <a:buNone/>
            </a:pPr>
            <a:r>
              <a:rPr lang="en-US" sz="1050" dirty="0">
                <a:solidFill>
                  <a:srgbClr val="4B5563"/>
                </a:solidFill>
                <a:latin typeface="Pretendard" pitchFamily="34" charset="0"/>
                <a:ea typeface="Pretendard" pitchFamily="34" charset="-122"/>
                <a:cs typeface="Pretendard" pitchFamily="34" charset="-120"/>
              </a:rPr>
              <a:t>어떤 사용이 크레딧을</a:t>
            </a:r>
            <a:endParaRPr lang="en-US" sz="1050" dirty="0"/>
          </a:p>
          <a:p>
            <a:pPr marL="0" indent="0">
              <a:lnSpc>
                <a:spcPct val="125000"/>
              </a:lnSpc>
              <a:buNone/>
            </a:pPr>
            <a:r>
              <a:rPr lang="en-US" sz="1050" dirty="0">
                <a:solidFill>
                  <a:srgbClr val="4B5563"/>
                </a:solidFill>
                <a:latin typeface="Pretendard" pitchFamily="34" charset="0"/>
                <a:ea typeface="Pretendard" pitchFamily="34" charset="-122"/>
                <a:cs typeface="Pretendard" pitchFamily="34" charset="-120"/>
              </a:rPr>
              <a:t>소비하는지</a:t>
            </a:r>
            <a:endParaRPr lang="en-US" sz="1050" dirty="0"/>
          </a:p>
          <a:p>
            <a:pPr marL="0" indent="0">
              <a:lnSpc>
                <a:spcPct val="125000"/>
              </a:lnSpc>
              <a:buNone/>
            </a:pPr>
            <a:r>
              <a:rPr lang="en-US" sz="1050" dirty="0">
                <a:solidFill>
                  <a:srgbClr val="4B5563"/>
                </a:solidFill>
                <a:latin typeface="Pretendard" pitchFamily="34" charset="0"/>
                <a:ea typeface="Pretendard" pitchFamily="34" charset="-122"/>
                <a:cs typeface="Pretendard" pitchFamily="34" charset="-120"/>
              </a:rPr>
              <a:t>구분합니다</a:t>
            </a:r>
            <a:endParaRPr lang="en-US" sz="1050" dirty="0"/>
          </a:p>
        </p:txBody>
      </p:sp>
      <p:sp>
        <p:nvSpPr>
          <p:cNvPr id="20" name="card frame">
            <a:extLst>
              <a:ext uri="{C183D7F6-B498-43B3-948B-1728B52AA6E4}">
                <adec:decorative xmlns:adec="http://schemas.microsoft.com/office/drawing/2017/decorative" val="1"/>
              </a:ext>
            </a:extLst>
          </p:cNvPr>
          <p:cNvSpPr/>
          <p:nvPr/>
        </p:nvSpPr>
        <p:spPr>
          <a:xfrm>
            <a:off x="4626864" y="2377440"/>
            <a:ext cx="1984248" cy="1737360"/>
          </a:xfrm>
          <a:prstGeom prst="rect">
            <a:avLst/>
          </a:prstGeom>
          <a:solidFill>
            <a:srgbClr val="FFFFFF"/>
          </a:solidFill>
          <a:ln w="12700">
            <a:solidFill>
              <a:srgbClr val="E5E7EB"/>
            </a:solidFill>
            <a:prstDash val="solid"/>
          </a:ln>
        </p:spPr>
        <p:txBody>
          <a:bodyPr/>
          <a:lstStyle/>
          <a:p>
            <a:endParaRPr lang="ko-KR" altLang="en-US"/>
          </a:p>
        </p:txBody>
      </p:sp>
      <p:sp>
        <p:nvSpPr>
          <p:cNvPr id="21" name="card top rule">
            <a:extLst>
              <a:ext uri="{C183D7F6-B498-43B3-948B-1728B52AA6E4}">
                <adec:decorative xmlns:adec="http://schemas.microsoft.com/office/drawing/2017/decorative" val="1"/>
              </a:ext>
            </a:extLst>
          </p:cNvPr>
          <p:cNvSpPr/>
          <p:nvPr/>
        </p:nvSpPr>
        <p:spPr>
          <a:xfrm>
            <a:off x="4626864" y="2377440"/>
            <a:ext cx="1984248" cy="36576"/>
          </a:xfrm>
          <a:prstGeom prst="rect">
            <a:avLst/>
          </a:prstGeom>
          <a:solidFill>
            <a:srgbClr val="3B82F6"/>
          </a:solidFill>
          <a:ln w="12700">
            <a:solidFill>
              <a:srgbClr val="3B82F6"/>
            </a:solidFill>
            <a:prstDash val="solid"/>
          </a:ln>
        </p:spPr>
        <p:txBody>
          <a:bodyPr/>
          <a:lstStyle/>
          <a:p>
            <a:endParaRPr lang="ko-KR" altLang="en-US"/>
          </a:p>
        </p:txBody>
      </p:sp>
      <p:sp>
        <p:nvSpPr>
          <p:cNvPr id="22" name="Text 20"/>
          <p:cNvSpPr/>
          <p:nvPr/>
        </p:nvSpPr>
        <p:spPr>
          <a:xfrm>
            <a:off x="4864608" y="2578608"/>
            <a:ext cx="1508760"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03</a:t>
            </a:r>
            <a:endParaRPr lang="en-US" sz="1300" dirty="0"/>
          </a:p>
        </p:txBody>
      </p:sp>
      <p:sp>
        <p:nvSpPr>
          <p:cNvPr id="23" name="Text 21"/>
          <p:cNvSpPr/>
          <p:nvPr/>
        </p:nvSpPr>
        <p:spPr>
          <a:xfrm>
            <a:off x="4864608" y="2880360"/>
            <a:ext cx="1508760" cy="310896"/>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사용량 요인</a:t>
            </a:r>
            <a:endParaRPr lang="en-US" sz="1350" dirty="0"/>
          </a:p>
        </p:txBody>
      </p:sp>
      <p:sp>
        <p:nvSpPr>
          <p:cNvPr id="24" name="Text 22"/>
          <p:cNvSpPr/>
          <p:nvPr/>
        </p:nvSpPr>
        <p:spPr>
          <a:xfrm>
            <a:off x="4864608" y="3218688"/>
            <a:ext cx="1508760" cy="694944"/>
          </a:xfrm>
          <a:prstGeom prst="rect">
            <a:avLst/>
          </a:prstGeom>
          <a:noFill/>
          <a:ln/>
        </p:spPr>
        <p:txBody>
          <a:bodyPr wrap="square" lIns="0" tIns="0" rIns="0" bIns="0" rtlCol="0" anchor="t"/>
          <a:lstStyle/>
          <a:p>
            <a:pPr marL="0" indent="0">
              <a:lnSpc>
                <a:spcPct val="125000"/>
              </a:lnSpc>
              <a:buNone/>
            </a:pPr>
            <a:r>
              <a:rPr lang="en-US" sz="1050" dirty="0">
                <a:solidFill>
                  <a:srgbClr val="4B5563"/>
                </a:solidFill>
                <a:latin typeface="Pretendard" pitchFamily="34" charset="0"/>
                <a:ea typeface="Pretendard" pitchFamily="34" charset="-122"/>
                <a:cs typeface="Pretendard" pitchFamily="34" charset="-120"/>
              </a:rPr>
              <a:t>모델과 컨텍스트, 도구가</a:t>
            </a:r>
            <a:endParaRPr lang="en-US" sz="1050" dirty="0"/>
          </a:p>
          <a:p>
            <a:pPr marL="0" indent="0">
              <a:lnSpc>
                <a:spcPct val="125000"/>
              </a:lnSpc>
              <a:buNone/>
            </a:pPr>
            <a:r>
              <a:rPr lang="en-US" sz="1050" dirty="0">
                <a:solidFill>
                  <a:srgbClr val="4B5563"/>
                </a:solidFill>
                <a:latin typeface="Pretendard" pitchFamily="34" charset="0"/>
                <a:ea typeface="Pretendard" pitchFamily="34" charset="-122"/>
                <a:cs typeface="Pretendard" pitchFamily="34" charset="-120"/>
              </a:rPr>
              <a:t>사용량에 주는 영향을</a:t>
            </a:r>
            <a:endParaRPr lang="en-US" sz="1050" dirty="0"/>
          </a:p>
          <a:p>
            <a:pPr marL="0" indent="0">
              <a:lnSpc>
                <a:spcPct val="125000"/>
              </a:lnSpc>
              <a:buNone/>
            </a:pPr>
            <a:r>
              <a:rPr lang="en-US" sz="1050" dirty="0">
                <a:solidFill>
                  <a:srgbClr val="4B5563"/>
                </a:solidFill>
                <a:latin typeface="Pretendard" pitchFamily="34" charset="0"/>
                <a:ea typeface="Pretendard" pitchFamily="34" charset="-122"/>
                <a:cs typeface="Pretendard" pitchFamily="34" charset="-120"/>
              </a:rPr>
              <a:t>파악합니다</a:t>
            </a:r>
            <a:endParaRPr lang="en-US" sz="1050" dirty="0"/>
          </a:p>
        </p:txBody>
      </p:sp>
      <p:sp>
        <p:nvSpPr>
          <p:cNvPr id="25" name="card frame">
            <a:extLst>
              <a:ext uri="{C183D7F6-B498-43B3-948B-1728B52AA6E4}">
                <adec:decorative xmlns:adec="http://schemas.microsoft.com/office/drawing/2017/decorative" val="1"/>
              </a:ext>
            </a:extLst>
          </p:cNvPr>
          <p:cNvSpPr/>
          <p:nvPr/>
        </p:nvSpPr>
        <p:spPr>
          <a:xfrm>
            <a:off x="6665976" y="2377440"/>
            <a:ext cx="1984248" cy="1737360"/>
          </a:xfrm>
          <a:prstGeom prst="rect">
            <a:avLst/>
          </a:prstGeom>
          <a:solidFill>
            <a:srgbClr val="FFFFFF"/>
          </a:solidFill>
          <a:ln w="12700">
            <a:solidFill>
              <a:srgbClr val="E5E7EB"/>
            </a:solidFill>
            <a:prstDash val="solid"/>
          </a:ln>
        </p:spPr>
        <p:txBody>
          <a:bodyPr/>
          <a:lstStyle/>
          <a:p>
            <a:endParaRPr lang="ko-KR" altLang="en-US"/>
          </a:p>
        </p:txBody>
      </p:sp>
      <p:sp>
        <p:nvSpPr>
          <p:cNvPr id="26" name="card top rule">
            <a:extLst>
              <a:ext uri="{C183D7F6-B498-43B3-948B-1728B52AA6E4}">
                <adec:decorative xmlns:adec="http://schemas.microsoft.com/office/drawing/2017/decorative" val="1"/>
              </a:ext>
            </a:extLst>
          </p:cNvPr>
          <p:cNvSpPr/>
          <p:nvPr/>
        </p:nvSpPr>
        <p:spPr>
          <a:xfrm>
            <a:off x="6665976" y="2377440"/>
            <a:ext cx="1984248" cy="36576"/>
          </a:xfrm>
          <a:prstGeom prst="rect">
            <a:avLst/>
          </a:prstGeom>
          <a:solidFill>
            <a:srgbClr val="3B82F6"/>
          </a:solidFill>
          <a:ln w="12700">
            <a:solidFill>
              <a:srgbClr val="3B82F6"/>
            </a:solidFill>
            <a:prstDash val="solid"/>
          </a:ln>
        </p:spPr>
        <p:txBody>
          <a:bodyPr/>
          <a:lstStyle/>
          <a:p>
            <a:endParaRPr lang="ko-KR" altLang="en-US"/>
          </a:p>
        </p:txBody>
      </p:sp>
      <p:sp>
        <p:nvSpPr>
          <p:cNvPr id="27" name="Text 25"/>
          <p:cNvSpPr/>
          <p:nvPr/>
        </p:nvSpPr>
        <p:spPr>
          <a:xfrm>
            <a:off x="6903720" y="2578608"/>
            <a:ext cx="1508760" cy="274320"/>
          </a:xfrm>
          <a:prstGeom prst="rect">
            <a:avLst/>
          </a:prstGeom>
          <a:noFill/>
          <a:ln/>
        </p:spPr>
        <p:txBody>
          <a:bodyPr wrap="square" lIns="0" tIns="0" rIns="0" bIns="0" rtlCol="0" anchor="ctr"/>
          <a:lstStyle/>
          <a:p>
            <a:pPr marL="0" indent="0">
              <a:buNone/>
            </a:pPr>
            <a:r>
              <a:rPr lang="en-US" sz="1300" b="1" dirty="0">
                <a:solidFill>
                  <a:srgbClr val="1D4ED8"/>
                </a:solidFill>
                <a:latin typeface="Pretendard" pitchFamily="34" charset="0"/>
                <a:ea typeface="Pretendard" pitchFamily="34" charset="-122"/>
                <a:cs typeface="Pretendard" pitchFamily="34" charset="-120"/>
              </a:rPr>
              <a:t>04</a:t>
            </a:r>
            <a:endParaRPr lang="en-US" sz="1300" dirty="0"/>
          </a:p>
        </p:txBody>
      </p:sp>
      <p:sp>
        <p:nvSpPr>
          <p:cNvPr id="28" name="Text 26"/>
          <p:cNvSpPr/>
          <p:nvPr/>
        </p:nvSpPr>
        <p:spPr>
          <a:xfrm>
            <a:off x="6903720" y="2880360"/>
            <a:ext cx="1508760" cy="310896"/>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자금과 거버넌스</a:t>
            </a:r>
            <a:endParaRPr lang="en-US" sz="1350" dirty="0"/>
          </a:p>
        </p:txBody>
      </p:sp>
      <p:sp>
        <p:nvSpPr>
          <p:cNvPr id="29" name="Text 27"/>
          <p:cNvSpPr/>
          <p:nvPr/>
        </p:nvSpPr>
        <p:spPr>
          <a:xfrm>
            <a:off x="6903720" y="3218688"/>
            <a:ext cx="1508760" cy="694944"/>
          </a:xfrm>
          <a:prstGeom prst="rect">
            <a:avLst/>
          </a:prstGeom>
          <a:noFill/>
          <a:ln/>
        </p:spPr>
        <p:txBody>
          <a:bodyPr wrap="square" lIns="0" tIns="0" rIns="0" bIns="0" rtlCol="0" anchor="t"/>
          <a:lstStyle/>
          <a:p>
            <a:pPr marL="0" indent="0">
              <a:lnSpc>
                <a:spcPct val="125000"/>
              </a:lnSpc>
              <a:buNone/>
            </a:pPr>
            <a:r>
              <a:rPr lang="en-US" sz="1050" dirty="0">
                <a:solidFill>
                  <a:srgbClr val="4B5563"/>
                </a:solidFill>
                <a:latin typeface="Pretendard" pitchFamily="34" charset="0"/>
                <a:ea typeface="Pretendard" pitchFamily="34" charset="-122"/>
                <a:cs typeface="Pretendard" pitchFamily="34" charset="-120"/>
              </a:rPr>
              <a:t>사용량을 마련하고</a:t>
            </a:r>
            <a:endParaRPr lang="en-US" sz="1050" dirty="0"/>
          </a:p>
          <a:p>
            <a:pPr marL="0" indent="0">
              <a:lnSpc>
                <a:spcPct val="125000"/>
              </a:lnSpc>
              <a:buNone/>
            </a:pPr>
            <a:r>
              <a:rPr lang="en-US" sz="1050" dirty="0">
                <a:solidFill>
                  <a:srgbClr val="4B5563"/>
                </a:solidFill>
                <a:latin typeface="Pretendard" pitchFamily="34" charset="0"/>
                <a:ea typeface="Pretendard" pitchFamily="34" charset="-122"/>
                <a:cs typeface="Pretendard" pitchFamily="34" charset="-120"/>
              </a:rPr>
              <a:t>지켜보는 방식을</a:t>
            </a:r>
            <a:endParaRPr lang="en-US" sz="1050" dirty="0"/>
          </a:p>
          <a:p>
            <a:pPr marL="0" indent="0">
              <a:lnSpc>
                <a:spcPct val="125000"/>
              </a:lnSpc>
              <a:buNone/>
            </a:pPr>
            <a:r>
              <a:rPr lang="en-US" sz="1050" dirty="0">
                <a:solidFill>
                  <a:srgbClr val="4B5563"/>
                </a:solidFill>
                <a:latin typeface="Pretendard" pitchFamily="34" charset="0"/>
                <a:ea typeface="Pretendard" pitchFamily="34" charset="-122"/>
                <a:cs typeface="Pretendard" pitchFamily="34" charset="-120"/>
              </a:rPr>
              <a:t>설명합니다</a:t>
            </a:r>
            <a:endParaRPr lang="en-US" sz="10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핵심 개념</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harness 선택이 과금을 결정합니다</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ko-KR" alt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09  ·  과금 모델</a:t>
            </a:r>
            <a:endParaRPr lang="en-US" sz="950" dirty="0"/>
          </a:p>
        </p:txBody>
      </p:sp>
      <p:sp>
        <p:nvSpPr>
          <p:cNvPr id="7" name="key message band">
            <a:extLst>
              <a:ext uri="{C183D7F6-B498-43B3-948B-1728B52AA6E4}">
                <adec:decorative xmlns:adec="http://schemas.microsoft.com/office/drawing/2017/decorative" val="1"/>
              </a:ext>
            </a:extLst>
          </p:cNvPr>
          <p:cNvSpPr/>
          <p:nvPr/>
        </p:nvSpPr>
        <p:spPr>
          <a:xfrm>
            <a:off x="548640" y="1417320"/>
            <a:ext cx="8046720" cy="566928"/>
          </a:xfrm>
          <a:prstGeom prst="rect">
            <a:avLst/>
          </a:prstGeom>
          <a:solidFill>
            <a:srgbClr val="F3F5F9"/>
          </a:solidFill>
          <a:ln w="12700">
            <a:solidFill>
              <a:srgbClr val="F3F5F9"/>
            </a:solidFill>
            <a:prstDash val="solid"/>
          </a:ln>
        </p:spPr>
        <p:txBody>
          <a:bodyPr/>
          <a:lstStyle/>
          <a:p>
            <a:endParaRPr lang="ko-KR" altLang="en-US"/>
          </a:p>
        </p:txBody>
      </p:sp>
      <p:sp>
        <p:nvSpPr>
          <p:cNvPr id="8" name="accent bar">
            <a:extLst>
              <a:ext uri="{C183D7F6-B498-43B3-948B-1728B52AA6E4}">
                <adec:decorative xmlns:adec="http://schemas.microsoft.com/office/drawing/2017/decorative" val="1"/>
              </a:ext>
            </a:extLst>
          </p:cNvPr>
          <p:cNvSpPr/>
          <p:nvPr/>
        </p:nvSpPr>
        <p:spPr>
          <a:xfrm>
            <a:off x="548640" y="1417320"/>
            <a:ext cx="50292" cy="566928"/>
          </a:xfrm>
          <a:prstGeom prst="rect">
            <a:avLst/>
          </a:prstGeom>
          <a:solidFill>
            <a:srgbClr val="1D4ED8"/>
          </a:solidFill>
          <a:ln w="12700">
            <a:solidFill>
              <a:srgbClr val="1D4ED8"/>
            </a:solidFill>
            <a:prstDash val="solid"/>
          </a:ln>
        </p:spPr>
        <p:txBody>
          <a:bodyPr/>
          <a:lstStyle/>
          <a:p>
            <a:endParaRPr lang="ko-KR" altLang="en-US"/>
          </a:p>
        </p:txBody>
      </p:sp>
      <p:sp>
        <p:nvSpPr>
          <p:cNvPr id="9" name="Text 7"/>
          <p:cNvSpPr/>
          <p:nvPr/>
        </p:nvSpPr>
        <p:spPr>
          <a:xfrm>
            <a:off x="749808" y="1417320"/>
            <a:ext cx="7680960" cy="566928"/>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모든 에이전트와 워크플로는 하나의 harness 위에서 실행됩니다.</a:t>
            </a:r>
            <a:endParaRPr lang="en-US" sz="1350" dirty="0"/>
          </a:p>
        </p:txBody>
      </p:sp>
      <p:graphicFrame>
        <p:nvGraphicFramePr>
          <p:cNvPr id="76" name="Table 0"/>
          <p:cNvGraphicFramePr>
            <a:graphicFrameLocks noGrp="1"/>
          </p:cNvGraphicFramePr>
          <p:nvPr>
            <p:extLst>
              <p:ext uri="{D42A27DB-BD31-4B8C-83A1-F6EECF244321}">
                <p14:modId xmlns:p14="http://schemas.microsoft.com/office/powerpoint/2010/main" val="1579011935"/>
              </p:ext>
            </p:extLst>
          </p:nvPr>
        </p:nvGraphicFramePr>
        <p:xfrm>
          <a:off x="548640" y="2194560"/>
          <a:ext cx="8046720" cy="1625600"/>
        </p:xfrm>
        <a:graphic>
          <a:graphicData uri="http://schemas.openxmlformats.org/drawingml/2006/table">
            <a:tbl>
              <a:tblPr/>
              <a:tblGrid>
                <a:gridCol w="173736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tblGrid>
              <a:tr h="274320">
                <a:tc>
                  <a:txBody>
                    <a:bodyPr/>
                    <a:lstStyle/>
                    <a:p>
                      <a:pPr marL="0" indent="0">
                        <a:buNone/>
                      </a:pPr>
                      <a:r>
                        <a:rPr lang="en-US" sz="1100" b="1" dirty="0">
                          <a:solidFill>
                            <a:srgbClr val="FFFFFF"/>
                          </a:solidFill>
                          <a:latin typeface="Pretendard" pitchFamily="34" charset="0"/>
                          <a:ea typeface="Pretendard" pitchFamily="34" charset="-122"/>
                          <a:cs typeface="Pretendard" pitchFamily="34" charset="-120"/>
                        </a:rPr>
                        <a:t>Harness</a:t>
                      </a:r>
                      <a:endParaRPr lang="en-US" sz="11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D4ED8"/>
                    </a:solidFill>
                  </a:tcPr>
                </a:tc>
                <a:tc>
                  <a:txBody>
                    <a:bodyPr/>
                    <a:lstStyle/>
                    <a:p>
                      <a:pPr marL="0" indent="0">
                        <a:buNone/>
                      </a:pPr>
                      <a:r>
                        <a:rPr lang="en-US" sz="1100" b="1" dirty="0">
                          <a:solidFill>
                            <a:srgbClr val="FFFFFF"/>
                          </a:solidFill>
                          <a:latin typeface="Pretendard" pitchFamily="34" charset="0"/>
                          <a:ea typeface="Pretendard" pitchFamily="34" charset="-122"/>
                          <a:cs typeface="Pretendard" pitchFamily="34" charset="-120"/>
                        </a:rPr>
                        <a:t>가장 적합한 용도</a:t>
                      </a:r>
                      <a:endParaRPr lang="en-US" sz="11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D4ED8"/>
                    </a:solidFill>
                  </a:tcPr>
                </a:tc>
                <a:tc>
                  <a:txBody>
                    <a:bodyPr/>
                    <a:lstStyle/>
                    <a:p>
                      <a:pPr marL="0" indent="0">
                        <a:buNone/>
                      </a:pPr>
                      <a:r>
                        <a:rPr lang="en-US" sz="1100" b="1" dirty="0">
                          <a:solidFill>
                            <a:srgbClr val="FFFFFF"/>
                          </a:solidFill>
                          <a:latin typeface="Pretendard" pitchFamily="34" charset="0"/>
                          <a:ea typeface="Pretendard" pitchFamily="34" charset="-122"/>
                          <a:cs typeface="Pretendard" pitchFamily="34" charset="-120"/>
                        </a:rPr>
                        <a:t>과금 모델</a:t>
                      </a:r>
                      <a:endParaRPr lang="en-US" sz="11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1D4ED8"/>
                    </a:solidFill>
                  </a:tcPr>
                </a:tc>
                <a:extLst>
                  <a:ext uri="{0D108BD9-81ED-4DB2-BD59-A6C34878D82A}">
                    <a16:rowId xmlns:a16="http://schemas.microsoft.com/office/drawing/2014/main" val="10000"/>
                  </a:ext>
                </a:extLst>
              </a:tr>
              <a:tr h="457200">
                <a:tc>
                  <a:txBody>
                    <a:bodyPr/>
                    <a:lstStyle/>
                    <a:p>
                      <a:pPr marL="0" indent="0">
                        <a:buNone/>
                      </a:pPr>
                      <a:r>
                        <a:rPr lang="en-US" sz="1050" b="1" dirty="0">
                          <a:solidFill>
                            <a:srgbClr val="111827"/>
                          </a:solidFill>
                          <a:latin typeface="Pretendard" pitchFamily="34" charset="0"/>
                          <a:ea typeface="Pretendard" pitchFamily="34" charset="-122"/>
                          <a:cs typeface="Pretendard" pitchFamily="34" charset="-120"/>
                        </a:rPr>
                        <a:t>GitHub Copilot</a:t>
                      </a:r>
                      <a:endParaRPr lang="en-US" sz="10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5F9"/>
                    </a:solidFill>
                  </a:tcPr>
                </a:tc>
                <a:tc>
                  <a:txBody>
                    <a:bodyPr/>
                    <a:lstStyle/>
                    <a:p>
                      <a:pPr marL="0" indent="0">
                        <a:buNone/>
                      </a:pPr>
                      <a:r>
                        <a:rPr lang="en-US" sz="1000" dirty="0">
                          <a:solidFill>
                            <a:srgbClr val="4B5563"/>
                          </a:solidFill>
                          <a:latin typeface="Pretendard" pitchFamily="34" charset="0"/>
                          <a:ea typeface="Pretendard" pitchFamily="34" charset="-122"/>
                          <a:cs typeface="Pretendard" pitchFamily="34" charset="-120"/>
                        </a:rPr>
                        <a:t>엔드투엔드 프로세스와 agentic 경험</a:t>
                      </a:r>
                      <a:endParaRPr lang="en-US" sz="10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1000" b="1" dirty="0">
                          <a:solidFill>
                            <a:srgbClr val="111827"/>
                          </a:solidFill>
                          <a:latin typeface="Pretendard" pitchFamily="34" charset="0"/>
                          <a:ea typeface="Pretendard" pitchFamily="34" charset="-122"/>
                          <a:cs typeface="Pretendard" pitchFamily="34" charset="-120"/>
                        </a:rPr>
                        <a:t>생성과 런타임 실행 모두에서 Copilot Credits 소비</a:t>
                      </a:r>
                      <a:endParaRPr lang="en-US" sz="10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1"/>
                  </a:ext>
                </a:extLst>
              </a:tr>
              <a:tr h="411480">
                <a:tc>
                  <a:txBody>
                    <a:bodyPr/>
                    <a:lstStyle/>
                    <a:p>
                      <a:pPr marL="0" indent="0">
                        <a:buNone/>
                      </a:pPr>
                      <a:r>
                        <a:rPr lang="en-US" sz="1050" b="1" dirty="0">
                          <a:solidFill>
                            <a:srgbClr val="111827"/>
                          </a:solidFill>
                          <a:latin typeface="Pretendard" pitchFamily="34" charset="0"/>
                          <a:ea typeface="Pretendard" pitchFamily="34" charset="-122"/>
                          <a:cs typeface="Pretendard" pitchFamily="34" charset="-120"/>
                        </a:rPr>
                        <a:t>Standard</a:t>
                      </a:r>
                      <a:endParaRPr lang="en-US" sz="10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5F9"/>
                    </a:solidFill>
                  </a:tcPr>
                </a:tc>
                <a:tc>
                  <a:txBody>
                    <a:bodyPr/>
                    <a:lstStyle/>
                    <a:p>
                      <a:pPr marL="0" indent="0">
                        <a:buNone/>
                      </a:pPr>
                      <a:r>
                        <a:rPr lang="en-US" sz="1000" dirty="0">
                          <a:solidFill>
                            <a:srgbClr val="4B5563"/>
                          </a:solidFill>
                          <a:latin typeface="Pretendard" pitchFamily="34" charset="0"/>
                          <a:ea typeface="Pretendard" pitchFamily="34" charset="-122"/>
                          <a:cs typeface="Pretendard" pitchFamily="34" charset="-120"/>
                        </a:rPr>
                        <a:t>사전 정의된 토픽과 플로 기반</a:t>
                      </a:r>
                      <a:endParaRPr lang="en-US" sz="10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1000" dirty="0">
                          <a:solidFill>
                            <a:srgbClr val="111827"/>
                          </a:solidFill>
                          <a:latin typeface="Pretendard" pitchFamily="34" charset="0"/>
                          <a:ea typeface="Pretendard" pitchFamily="34" charset="-122"/>
                          <a:cs typeface="Pretendard" pitchFamily="34" charset="-120"/>
                        </a:rPr>
                        <a:t>Copilot Credits · 인증된 B2E 시나리오는 예외 적용</a:t>
                      </a:r>
                      <a:endParaRPr lang="en-US" sz="10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2"/>
                  </a:ext>
                </a:extLst>
              </a:tr>
              <a:tr h="411480">
                <a:tc>
                  <a:txBody>
                    <a:bodyPr/>
                    <a:lstStyle/>
                    <a:p>
                      <a:pPr marL="0" indent="0">
                        <a:buNone/>
                      </a:pPr>
                      <a:r>
                        <a:rPr lang="en-US" sz="1050" b="1" dirty="0">
                          <a:solidFill>
                            <a:srgbClr val="111827"/>
                          </a:solidFill>
                          <a:latin typeface="Pretendard" pitchFamily="34" charset="0"/>
                          <a:ea typeface="Pretendard" pitchFamily="34" charset="-122"/>
                          <a:cs typeface="Pretendard" pitchFamily="34" charset="-120"/>
                        </a:rPr>
                        <a:t>Copilot chat</a:t>
                      </a:r>
                      <a:endParaRPr lang="en-US" sz="105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3F5F9"/>
                    </a:solidFill>
                  </a:tcPr>
                </a:tc>
                <a:tc>
                  <a:txBody>
                    <a:bodyPr/>
                    <a:lstStyle/>
                    <a:p>
                      <a:pPr marL="0" indent="0">
                        <a:buNone/>
                      </a:pPr>
                      <a:r>
                        <a:rPr lang="en-US" sz="1000" dirty="0">
                          <a:solidFill>
                            <a:srgbClr val="4B5563"/>
                          </a:solidFill>
                          <a:latin typeface="Pretendard" pitchFamily="34" charset="0"/>
                          <a:ea typeface="Pretendard" pitchFamily="34" charset="-122"/>
                          <a:cs typeface="Pretendard" pitchFamily="34" charset="-120"/>
                        </a:rPr>
                        <a:t>조직 지식으로 M365 Copilot Chat 확장</a:t>
                      </a:r>
                      <a:endParaRPr lang="en-US" sz="10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tc>
                  <a:txBody>
                    <a:bodyPr/>
                    <a:lstStyle/>
                    <a:p>
                      <a:pPr marL="0" indent="0">
                        <a:buNone/>
                      </a:pPr>
                      <a:r>
                        <a:rPr lang="en-US" sz="1000" dirty="0">
                          <a:solidFill>
                            <a:srgbClr val="111827"/>
                          </a:solidFill>
                          <a:latin typeface="Pretendard" pitchFamily="34" charset="0"/>
                          <a:ea typeface="Pretendard" pitchFamily="34" charset="-122"/>
                          <a:cs typeface="Pretendard" pitchFamily="34" charset="-120"/>
                        </a:rPr>
                        <a:t>Copilot Credits · 인증된 B2E 시나리오는 예외 적용</a:t>
                      </a:r>
                      <a:endParaRPr lang="en-US" sz="1000" dirty="0">
                        <a:latin typeface="Pretendard" charset="0"/>
                        <a:ea typeface="Pretendard" charset="0"/>
                        <a:cs typeface="Pretendard" charset="0"/>
                      </a:endParaRPr>
                    </a:p>
                  </a:txBody>
                  <a:tcPr marL="127000" marR="127000" marT="88900" marB="88900" anchor="ctr">
                    <a:lnL w="12700" cap="flat" cmpd="sng" algn="ctr">
                      <a:solidFill>
                        <a:srgbClr val="E5E7EB"/>
                      </a:solidFill>
                      <a:prstDash val="solid"/>
                      <a:round/>
                      <a:headEnd type="none" w="med" len="med"/>
                      <a:tailEnd type="none" w="med" len="med"/>
                    </a:lnL>
                    <a:lnR w="12700" cap="flat" cmpd="sng" algn="ctr">
                      <a:solidFill>
                        <a:srgbClr val="E5E7EB"/>
                      </a:solidFill>
                      <a:prstDash val="solid"/>
                      <a:round/>
                      <a:headEnd type="none" w="med" len="med"/>
                      <a:tailEnd type="none" w="med" len="med"/>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1" name="note band">
            <a:extLst>
              <a:ext uri="{C183D7F6-B498-43B3-948B-1728B52AA6E4}">
                <adec:decorative xmlns:adec="http://schemas.microsoft.com/office/drawing/2017/decorative" val="1"/>
              </a:ext>
            </a:extLst>
          </p:cNvPr>
          <p:cNvSpPr/>
          <p:nvPr/>
        </p:nvSpPr>
        <p:spPr>
          <a:xfrm>
            <a:off x="548640" y="4041648"/>
            <a:ext cx="8046720" cy="566928"/>
          </a:xfrm>
          <a:prstGeom prst="rect">
            <a:avLst/>
          </a:prstGeom>
          <a:solidFill>
            <a:srgbClr val="F3F5F9"/>
          </a:solidFill>
          <a:ln w="12700">
            <a:solidFill>
              <a:srgbClr val="F3F5F9"/>
            </a:solidFill>
            <a:prstDash val="solid"/>
          </a:ln>
        </p:spPr>
        <p:txBody>
          <a:bodyPr/>
          <a:lstStyle/>
          <a:p>
            <a:endParaRPr lang="en-US"/>
          </a:p>
        </p:txBody>
      </p:sp>
      <p:sp>
        <p:nvSpPr>
          <p:cNvPr id="12" name="band accent">
            <a:extLst>
              <a:ext uri="{C183D7F6-B498-43B3-948B-1728B52AA6E4}">
                <adec:decorative xmlns:adec="http://schemas.microsoft.com/office/drawing/2017/decorative" val="1"/>
              </a:ext>
            </a:extLst>
          </p:cNvPr>
          <p:cNvSpPr/>
          <p:nvPr/>
        </p:nvSpPr>
        <p:spPr>
          <a:xfrm>
            <a:off x="548640" y="4041648"/>
            <a:ext cx="50292" cy="566928"/>
          </a:xfrm>
          <a:prstGeom prst="rect">
            <a:avLst/>
          </a:prstGeom>
          <a:solidFill>
            <a:srgbClr val="1D4ED8"/>
          </a:solidFill>
          <a:ln w="12700">
            <a:solidFill>
              <a:srgbClr val="1D4ED8"/>
            </a:solidFill>
            <a:prstDash val="solid"/>
          </a:ln>
        </p:spPr>
        <p:txBody>
          <a:bodyPr/>
          <a:lstStyle/>
          <a:p>
            <a:endParaRPr lang="en-US"/>
          </a:p>
        </p:txBody>
      </p:sp>
      <p:sp>
        <p:nvSpPr>
          <p:cNvPr id="13" name="Text 10">
            <a:extLst>
              <a:ext uri="{C183D7F6-B498-43B3-948B-1728B52AA6E4}">
                <adec:decorative xmlns:adec="http://schemas.microsoft.com/office/drawing/2017/decorative" val="1"/>
              </a:ext>
            </a:extLst>
          </p:cNvPr>
          <p:cNvSpPr/>
          <p:nvPr/>
        </p:nvSpPr>
        <p:spPr>
          <a:xfrm>
            <a:off x="777240" y="4041648"/>
            <a:ext cx="7589520" cy="566928"/>
          </a:xfrm>
          <a:prstGeom prst="rect">
            <a:avLst/>
          </a:prstGeom>
          <a:noFill/>
          <a:ln/>
        </p:spPr>
        <p:txBody>
          <a:bodyPr wrap="square" lIns="0" tIns="0" rIns="0" bIns="0" rtlCol="0" anchor="ctr"/>
          <a:lstStyle/>
          <a:p>
            <a:pPr marL="0" indent="0">
              <a:lnSpc>
                <a:spcPct val="120000"/>
              </a:lnSpc>
              <a:buNone/>
            </a:pPr>
            <a:r>
              <a:rPr lang="en-US" sz="1100" b="1" dirty="0">
                <a:solidFill>
                  <a:srgbClr val="1D4ED8"/>
                </a:solidFill>
                <a:latin typeface="Pretendard" pitchFamily="34" charset="0"/>
                <a:ea typeface="Pretendard" pitchFamily="34" charset="-122"/>
                <a:cs typeface="Pretendard" pitchFamily="34" charset="-120"/>
              </a:rPr>
              <a:t>꼭 기억할 것   </a:t>
            </a:r>
            <a:r>
              <a:rPr lang="en-US" sz="1050" dirty="0">
                <a:solidFill>
                  <a:srgbClr val="4B5563"/>
                </a:solidFill>
                <a:latin typeface="Pretendard" pitchFamily="34" charset="0"/>
                <a:ea typeface="Pretendard" pitchFamily="34" charset="-122"/>
                <a:cs typeface="Pretendard" pitchFamily="34" charset="-120"/>
              </a:rPr>
              <a:t>B2E 과금 예외는 standard와 Copilot chat harness에만 적용되며, GitHub Copilot harness 사용량에는 적용되지 않습니다.</a:t>
            </a:r>
            <a:endParaRPr lang="en-US" sz="11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핵심 개념</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무엇이 사용량을 유발하는가</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ko-KR" alt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09  ·  비용 요인</a:t>
            </a:r>
            <a:endParaRPr lang="en-US" sz="950" dirty="0"/>
          </a:p>
        </p:txBody>
      </p:sp>
      <p:sp>
        <p:nvSpPr>
          <p:cNvPr id="7" name="key message band">
            <a:extLst>
              <a:ext uri="{C183D7F6-B498-43B3-948B-1728B52AA6E4}">
                <adec:decorative xmlns:adec="http://schemas.microsoft.com/office/drawing/2017/decorative" val="1"/>
              </a:ext>
            </a:extLst>
          </p:cNvPr>
          <p:cNvSpPr/>
          <p:nvPr/>
        </p:nvSpPr>
        <p:spPr>
          <a:xfrm>
            <a:off x="548640" y="1417320"/>
            <a:ext cx="8046720" cy="566928"/>
          </a:xfrm>
          <a:prstGeom prst="rect">
            <a:avLst/>
          </a:prstGeom>
          <a:solidFill>
            <a:srgbClr val="F3F5F9"/>
          </a:solidFill>
          <a:ln w="12700">
            <a:solidFill>
              <a:srgbClr val="F3F5F9"/>
            </a:solidFill>
            <a:prstDash val="solid"/>
          </a:ln>
        </p:spPr>
        <p:txBody>
          <a:bodyPr/>
          <a:lstStyle/>
          <a:p>
            <a:endParaRPr lang="ko-KR" altLang="en-US"/>
          </a:p>
        </p:txBody>
      </p:sp>
      <p:sp>
        <p:nvSpPr>
          <p:cNvPr id="8" name="accent bar">
            <a:extLst>
              <a:ext uri="{C183D7F6-B498-43B3-948B-1728B52AA6E4}">
                <adec:decorative xmlns:adec="http://schemas.microsoft.com/office/drawing/2017/decorative" val="1"/>
              </a:ext>
            </a:extLst>
          </p:cNvPr>
          <p:cNvSpPr/>
          <p:nvPr/>
        </p:nvSpPr>
        <p:spPr>
          <a:xfrm>
            <a:off x="548640" y="1417320"/>
            <a:ext cx="50292" cy="566928"/>
          </a:xfrm>
          <a:prstGeom prst="rect">
            <a:avLst/>
          </a:prstGeom>
          <a:solidFill>
            <a:srgbClr val="1D4ED8"/>
          </a:solidFill>
          <a:ln w="12700">
            <a:solidFill>
              <a:srgbClr val="1D4ED8"/>
            </a:solidFill>
            <a:prstDash val="solid"/>
          </a:ln>
        </p:spPr>
        <p:txBody>
          <a:bodyPr/>
          <a:lstStyle/>
          <a:p>
            <a:endParaRPr lang="ko-KR" altLang="en-US"/>
          </a:p>
        </p:txBody>
      </p:sp>
      <p:sp>
        <p:nvSpPr>
          <p:cNvPr id="9" name="Text 7"/>
          <p:cNvSpPr/>
          <p:nvPr/>
        </p:nvSpPr>
        <p:spPr>
          <a:xfrm>
            <a:off x="749808" y="1417320"/>
            <a:ext cx="7680960" cy="566928"/>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작업의 복잡도가 높아질수록 런타임 사용량도 함께 늘어납니다.</a:t>
            </a:r>
            <a:endParaRPr lang="en-US" sz="1350" dirty="0"/>
          </a:p>
        </p:txBody>
      </p:sp>
      <p:sp>
        <p:nvSpPr>
          <p:cNvPr id="10" name="point card">
            <a:extLst>
              <a:ext uri="{C183D7F6-B498-43B3-948B-1728B52AA6E4}">
                <adec:decorative xmlns:adec="http://schemas.microsoft.com/office/drawing/2017/decorative" val="1"/>
              </a:ext>
            </a:extLst>
          </p:cNvPr>
          <p:cNvSpPr/>
          <p:nvPr/>
        </p:nvSpPr>
        <p:spPr>
          <a:xfrm>
            <a:off x="548640" y="2286000"/>
            <a:ext cx="5120640" cy="475488"/>
          </a:xfrm>
          <a:prstGeom prst="rect">
            <a:avLst/>
          </a:prstGeom>
          <a:solidFill>
            <a:srgbClr val="FFFFFF"/>
          </a:solidFill>
          <a:ln w="12700">
            <a:solidFill>
              <a:srgbClr val="E5E7EB"/>
            </a:solidFill>
            <a:prstDash val="solid"/>
          </a:ln>
        </p:spPr>
        <p:txBody>
          <a:bodyPr/>
          <a:lstStyle/>
          <a:p>
            <a:endParaRPr lang="ko-KR" altLang="en-US"/>
          </a:p>
        </p:txBody>
      </p:sp>
      <p:sp>
        <p:nvSpPr>
          <p:cNvPr id="11" name="point accent">
            <a:extLst>
              <a:ext uri="{C183D7F6-B498-43B3-948B-1728B52AA6E4}">
                <adec:decorative xmlns:adec="http://schemas.microsoft.com/office/drawing/2017/decorative" val="1"/>
              </a:ext>
            </a:extLst>
          </p:cNvPr>
          <p:cNvSpPr/>
          <p:nvPr/>
        </p:nvSpPr>
        <p:spPr>
          <a:xfrm>
            <a:off x="548640" y="2286000"/>
            <a:ext cx="45720" cy="475488"/>
          </a:xfrm>
          <a:prstGeom prst="rect">
            <a:avLst/>
          </a:prstGeom>
          <a:solidFill>
            <a:srgbClr val="3B82F6"/>
          </a:solidFill>
          <a:ln w="12700">
            <a:solidFill>
              <a:srgbClr val="3B82F6"/>
            </a:solidFill>
            <a:prstDash val="solid"/>
          </a:ln>
        </p:spPr>
        <p:txBody>
          <a:bodyPr/>
          <a:lstStyle/>
          <a:p>
            <a:endParaRPr lang="en-US"/>
          </a:p>
        </p:txBody>
      </p:sp>
      <p:sp>
        <p:nvSpPr>
          <p:cNvPr id="12" name="Text 10">
            <a:extLst>
              <a:ext uri="{C183D7F6-B498-43B3-948B-1728B52AA6E4}">
                <adec:decorative xmlns:adec="http://schemas.microsoft.com/office/drawing/2017/decorative" val="1"/>
              </a:ext>
            </a:extLst>
          </p:cNvPr>
          <p:cNvSpPr/>
          <p:nvPr/>
        </p:nvSpPr>
        <p:spPr>
          <a:xfrm>
            <a:off x="777240" y="2286000"/>
            <a:ext cx="4800600" cy="475488"/>
          </a:xfrm>
          <a:prstGeom prst="rect">
            <a:avLst/>
          </a:prstGeom>
          <a:noFill/>
          <a:ln/>
        </p:spPr>
        <p:txBody>
          <a:bodyPr wrap="square" lIns="0" tIns="0" rIns="0" bIns="0" rtlCol="0" anchor="ctr"/>
          <a:lstStyle/>
          <a:p>
            <a:pPr marL="0" indent="0">
              <a:buNone/>
            </a:pPr>
            <a:r>
              <a:rPr lang="en-US" sz="1100" b="1" dirty="0">
                <a:solidFill>
                  <a:srgbClr val="1D4ED8"/>
                </a:solidFill>
                <a:latin typeface="Pretendard" pitchFamily="34" charset="0"/>
                <a:ea typeface="Pretendard" pitchFamily="34" charset="-122"/>
                <a:cs typeface="Pretendard" pitchFamily="34" charset="-120"/>
              </a:rPr>
              <a:t>모델     </a:t>
            </a:r>
            <a:r>
              <a:rPr lang="en-US" sz="1050" dirty="0">
                <a:solidFill>
                  <a:srgbClr val="111827"/>
                </a:solidFill>
                <a:latin typeface="Pretendard" pitchFamily="34" charset="0"/>
                <a:ea typeface="Pretendard" pitchFamily="34" charset="-122"/>
                <a:cs typeface="Pretendard" pitchFamily="34" charset="-120"/>
              </a:rPr>
              <a:t>작업에 선택한 AI 모델 · 품질과 속도, 비용이 다름</a:t>
            </a:r>
            <a:endParaRPr lang="en-US" sz="1100" dirty="0"/>
          </a:p>
        </p:txBody>
      </p:sp>
      <p:sp>
        <p:nvSpPr>
          <p:cNvPr id="13" name="point card">
            <a:extLst>
              <a:ext uri="{C183D7F6-B498-43B3-948B-1728B52AA6E4}">
                <adec:decorative xmlns:adec="http://schemas.microsoft.com/office/drawing/2017/decorative" val="1"/>
              </a:ext>
            </a:extLst>
          </p:cNvPr>
          <p:cNvSpPr/>
          <p:nvPr/>
        </p:nvSpPr>
        <p:spPr>
          <a:xfrm>
            <a:off x="548640" y="2834640"/>
            <a:ext cx="5120640" cy="475488"/>
          </a:xfrm>
          <a:prstGeom prst="rect">
            <a:avLst/>
          </a:prstGeom>
          <a:solidFill>
            <a:srgbClr val="FFFFFF"/>
          </a:solidFill>
          <a:ln w="12700">
            <a:solidFill>
              <a:srgbClr val="E5E7EB"/>
            </a:solidFill>
            <a:prstDash val="solid"/>
          </a:ln>
        </p:spPr>
        <p:txBody>
          <a:bodyPr/>
          <a:lstStyle/>
          <a:p>
            <a:endParaRPr lang="en-US"/>
          </a:p>
        </p:txBody>
      </p:sp>
      <p:sp>
        <p:nvSpPr>
          <p:cNvPr id="14" name="point accent">
            <a:extLst>
              <a:ext uri="{C183D7F6-B498-43B3-948B-1728B52AA6E4}">
                <adec:decorative xmlns:adec="http://schemas.microsoft.com/office/drawing/2017/decorative" val="1"/>
              </a:ext>
            </a:extLst>
          </p:cNvPr>
          <p:cNvSpPr/>
          <p:nvPr/>
        </p:nvSpPr>
        <p:spPr>
          <a:xfrm>
            <a:off x="548640" y="2834640"/>
            <a:ext cx="45720" cy="475488"/>
          </a:xfrm>
          <a:prstGeom prst="rect">
            <a:avLst/>
          </a:prstGeom>
          <a:solidFill>
            <a:srgbClr val="3B82F6"/>
          </a:solidFill>
          <a:ln w="12700">
            <a:solidFill>
              <a:srgbClr val="3B82F6"/>
            </a:solidFill>
            <a:prstDash val="solid"/>
          </a:ln>
        </p:spPr>
        <p:txBody>
          <a:bodyPr/>
          <a:lstStyle/>
          <a:p>
            <a:endParaRPr lang="en-US"/>
          </a:p>
        </p:txBody>
      </p:sp>
      <p:sp>
        <p:nvSpPr>
          <p:cNvPr id="15" name="Text 13">
            <a:extLst>
              <a:ext uri="{C183D7F6-B498-43B3-948B-1728B52AA6E4}">
                <adec:decorative xmlns:adec="http://schemas.microsoft.com/office/drawing/2017/decorative" val="1"/>
              </a:ext>
            </a:extLst>
          </p:cNvPr>
          <p:cNvSpPr/>
          <p:nvPr/>
        </p:nvSpPr>
        <p:spPr>
          <a:xfrm>
            <a:off x="777240" y="2834640"/>
            <a:ext cx="4800600" cy="475488"/>
          </a:xfrm>
          <a:prstGeom prst="rect">
            <a:avLst/>
          </a:prstGeom>
          <a:noFill/>
          <a:ln/>
        </p:spPr>
        <p:txBody>
          <a:bodyPr wrap="square" lIns="0" tIns="0" rIns="0" bIns="0" rtlCol="0" anchor="ctr"/>
          <a:lstStyle/>
          <a:p>
            <a:pPr marL="0" indent="0">
              <a:buNone/>
            </a:pPr>
            <a:r>
              <a:rPr lang="en-US" sz="1100" b="1" dirty="0">
                <a:solidFill>
                  <a:srgbClr val="1D4ED8"/>
                </a:solidFill>
                <a:latin typeface="Pretendard" pitchFamily="34" charset="0"/>
                <a:ea typeface="Pretendard" pitchFamily="34" charset="-122"/>
                <a:cs typeface="Pretendard" pitchFamily="34" charset="-120"/>
              </a:rPr>
              <a:t>런타임     </a:t>
            </a:r>
            <a:r>
              <a:rPr lang="en-US" sz="1050" dirty="0">
                <a:solidFill>
                  <a:srgbClr val="111827"/>
                </a:solidFill>
                <a:latin typeface="Pretendard" pitchFamily="34" charset="0"/>
                <a:ea typeface="Pretendard" pitchFamily="34" charset="-122"/>
                <a:cs typeface="Pretendard" pitchFamily="34" charset="-120"/>
              </a:rPr>
              <a:t>장시간 실행을 포함한 관리형 클라우드 오케스트레이션</a:t>
            </a:r>
            <a:endParaRPr lang="en-US" sz="1100" dirty="0"/>
          </a:p>
        </p:txBody>
      </p:sp>
      <p:sp>
        <p:nvSpPr>
          <p:cNvPr id="16" name="point card">
            <a:extLst>
              <a:ext uri="{C183D7F6-B498-43B3-948B-1728B52AA6E4}">
                <adec:decorative xmlns:adec="http://schemas.microsoft.com/office/drawing/2017/decorative" val="1"/>
              </a:ext>
            </a:extLst>
          </p:cNvPr>
          <p:cNvSpPr/>
          <p:nvPr/>
        </p:nvSpPr>
        <p:spPr>
          <a:xfrm>
            <a:off x="548640" y="3383280"/>
            <a:ext cx="5120640" cy="475488"/>
          </a:xfrm>
          <a:prstGeom prst="rect">
            <a:avLst/>
          </a:prstGeom>
          <a:solidFill>
            <a:srgbClr val="FFFFFF"/>
          </a:solidFill>
          <a:ln w="12700">
            <a:solidFill>
              <a:srgbClr val="E5E7EB"/>
            </a:solidFill>
            <a:prstDash val="solid"/>
          </a:ln>
        </p:spPr>
        <p:txBody>
          <a:bodyPr/>
          <a:lstStyle/>
          <a:p>
            <a:endParaRPr lang="ko-KR" altLang="en-US"/>
          </a:p>
        </p:txBody>
      </p:sp>
      <p:sp>
        <p:nvSpPr>
          <p:cNvPr id="17" name="point accent">
            <a:extLst>
              <a:ext uri="{C183D7F6-B498-43B3-948B-1728B52AA6E4}">
                <adec:decorative xmlns:adec="http://schemas.microsoft.com/office/drawing/2017/decorative" val="1"/>
              </a:ext>
            </a:extLst>
          </p:cNvPr>
          <p:cNvSpPr/>
          <p:nvPr/>
        </p:nvSpPr>
        <p:spPr>
          <a:xfrm>
            <a:off x="548640" y="3383280"/>
            <a:ext cx="45720" cy="475488"/>
          </a:xfrm>
          <a:prstGeom prst="rect">
            <a:avLst/>
          </a:prstGeom>
          <a:solidFill>
            <a:srgbClr val="3B82F6"/>
          </a:solidFill>
          <a:ln w="12700">
            <a:solidFill>
              <a:srgbClr val="3B82F6"/>
            </a:solidFill>
            <a:prstDash val="solid"/>
          </a:ln>
        </p:spPr>
        <p:txBody>
          <a:bodyPr/>
          <a:lstStyle/>
          <a:p>
            <a:endParaRPr lang="en-US"/>
          </a:p>
        </p:txBody>
      </p:sp>
      <p:sp>
        <p:nvSpPr>
          <p:cNvPr id="18" name="Text 16">
            <a:extLst>
              <a:ext uri="{C183D7F6-B498-43B3-948B-1728B52AA6E4}">
                <adec:decorative xmlns:adec="http://schemas.microsoft.com/office/drawing/2017/decorative" val="1"/>
              </a:ext>
            </a:extLst>
          </p:cNvPr>
          <p:cNvSpPr/>
          <p:nvPr/>
        </p:nvSpPr>
        <p:spPr>
          <a:xfrm>
            <a:off x="777240" y="3383280"/>
            <a:ext cx="4800600" cy="475488"/>
          </a:xfrm>
          <a:prstGeom prst="rect">
            <a:avLst/>
          </a:prstGeom>
          <a:noFill/>
          <a:ln/>
        </p:spPr>
        <p:txBody>
          <a:bodyPr wrap="square" lIns="0" tIns="0" rIns="0" bIns="0" rtlCol="0" anchor="ctr"/>
          <a:lstStyle/>
          <a:p>
            <a:pPr marL="0" indent="0">
              <a:buNone/>
            </a:pPr>
            <a:r>
              <a:rPr lang="en-US" sz="1100" b="1" dirty="0">
                <a:solidFill>
                  <a:srgbClr val="1D4ED8"/>
                </a:solidFill>
                <a:latin typeface="Pretendard" pitchFamily="34" charset="0"/>
                <a:ea typeface="Pretendard" pitchFamily="34" charset="-122"/>
                <a:cs typeface="Pretendard" pitchFamily="34" charset="-120"/>
              </a:rPr>
              <a:t>컨텍스트     </a:t>
            </a:r>
            <a:r>
              <a:rPr lang="en-US" sz="1050" dirty="0">
                <a:solidFill>
                  <a:srgbClr val="111827"/>
                </a:solidFill>
                <a:latin typeface="Pretendard" pitchFamily="34" charset="0"/>
                <a:ea typeface="Pretendard" pitchFamily="34" charset="-122"/>
                <a:cs typeface="Pretendard" pitchFamily="34" charset="-120"/>
              </a:rPr>
              <a:t>이메일, 파일, 회의, 과거 상호작용에서 가져오는 정보</a:t>
            </a:r>
            <a:endParaRPr lang="en-US" sz="1100" dirty="0"/>
          </a:p>
        </p:txBody>
      </p:sp>
      <p:sp>
        <p:nvSpPr>
          <p:cNvPr id="19" name="point card">
            <a:extLst>
              <a:ext uri="{C183D7F6-B498-43B3-948B-1728B52AA6E4}">
                <adec:decorative xmlns:adec="http://schemas.microsoft.com/office/drawing/2017/decorative" val="1"/>
              </a:ext>
            </a:extLst>
          </p:cNvPr>
          <p:cNvSpPr/>
          <p:nvPr/>
        </p:nvSpPr>
        <p:spPr>
          <a:xfrm>
            <a:off x="548640" y="3931920"/>
            <a:ext cx="5120640" cy="475488"/>
          </a:xfrm>
          <a:prstGeom prst="rect">
            <a:avLst/>
          </a:prstGeom>
          <a:solidFill>
            <a:srgbClr val="FFFFFF"/>
          </a:solidFill>
          <a:ln w="12700">
            <a:solidFill>
              <a:srgbClr val="E5E7EB"/>
            </a:solidFill>
            <a:prstDash val="solid"/>
          </a:ln>
        </p:spPr>
        <p:txBody>
          <a:bodyPr/>
          <a:lstStyle/>
          <a:p>
            <a:endParaRPr lang="en-US"/>
          </a:p>
        </p:txBody>
      </p:sp>
      <p:sp>
        <p:nvSpPr>
          <p:cNvPr id="20" name="point accent">
            <a:extLst>
              <a:ext uri="{C183D7F6-B498-43B3-948B-1728B52AA6E4}">
                <adec:decorative xmlns:adec="http://schemas.microsoft.com/office/drawing/2017/decorative" val="1"/>
              </a:ext>
            </a:extLst>
          </p:cNvPr>
          <p:cNvSpPr/>
          <p:nvPr/>
        </p:nvSpPr>
        <p:spPr>
          <a:xfrm>
            <a:off x="548640" y="3931920"/>
            <a:ext cx="45720" cy="475488"/>
          </a:xfrm>
          <a:prstGeom prst="rect">
            <a:avLst/>
          </a:prstGeom>
          <a:solidFill>
            <a:srgbClr val="3B82F6"/>
          </a:solidFill>
          <a:ln w="12700">
            <a:solidFill>
              <a:srgbClr val="3B82F6"/>
            </a:solidFill>
            <a:prstDash val="solid"/>
          </a:ln>
        </p:spPr>
        <p:txBody>
          <a:bodyPr/>
          <a:lstStyle/>
          <a:p>
            <a:endParaRPr lang="ko-KR" altLang="en-US"/>
          </a:p>
        </p:txBody>
      </p:sp>
      <p:sp>
        <p:nvSpPr>
          <p:cNvPr id="21" name="Text 19"/>
          <p:cNvSpPr/>
          <p:nvPr/>
        </p:nvSpPr>
        <p:spPr>
          <a:xfrm>
            <a:off x="777240" y="3931920"/>
            <a:ext cx="4800600" cy="475488"/>
          </a:xfrm>
          <a:prstGeom prst="rect">
            <a:avLst/>
          </a:prstGeom>
          <a:noFill/>
          <a:ln/>
        </p:spPr>
        <p:txBody>
          <a:bodyPr wrap="square" lIns="0" tIns="0" rIns="0" bIns="0" rtlCol="0" anchor="ctr"/>
          <a:lstStyle/>
          <a:p>
            <a:pPr marL="0" indent="0">
              <a:buNone/>
            </a:pPr>
            <a:r>
              <a:rPr lang="en-US" sz="1100" b="1" dirty="0">
                <a:solidFill>
                  <a:srgbClr val="1D4ED8"/>
                </a:solidFill>
                <a:latin typeface="Pretendard" pitchFamily="34" charset="0"/>
                <a:ea typeface="Pretendard" pitchFamily="34" charset="-122"/>
                <a:cs typeface="Pretendard" pitchFamily="34" charset="-120"/>
              </a:rPr>
              <a:t>도구     </a:t>
            </a:r>
            <a:r>
              <a:rPr lang="en-US" sz="1050" dirty="0">
                <a:solidFill>
                  <a:srgbClr val="111827"/>
                </a:solidFill>
                <a:latin typeface="Pretendard" pitchFamily="34" charset="0"/>
                <a:ea typeface="Pretendard" pitchFamily="34" charset="-122"/>
                <a:cs typeface="Pretendard" pitchFamily="34" charset="-120"/>
              </a:rPr>
              <a:t>검색, 메일 전송, 일정 예약, 문서 업데이트 등 실제 작업</a:t>
            </a:r>
            <a:endParaRPr lang="en-US" sz="1100" dirty="0"/>
          </a:p>
        </p:txBody>
      </p:sp>
      <p:sp>
        <p:nvSpPr>
          <p:cNvPr id="22" name="note panel">
            <a:extLst>
              <a:ext uri="{C183D7F6-B498-43B3-948B-1728B52AA6E4}">
                <adec:decorative xmlns:adec="http://schemas.microsoft.com/office/drawing/2017/decorative" val="1"/>
              </a:ext>
            </a:extLst>
          </p:cNvPr>
          <p:cNvSpPr/>
          <p:nvPr/>
        </p:nvSpPr>
        <p:spPr>
          <a:xfrm>
            <a:off x="5943600" y="2286000"/>
            <a:ext cx="2651760" cy="2212848"/>
          </a:xfrm>
          <a:prstGeom prst="rect">
            <a:avLst/>
          </a:prstGeom>
          <a:solidFill>
            <a:srgbClr val="F3F5F9"/>
          </a:solidFill>
          <a:ln w="12700">
            <a:solidFill>
              <a:srgbClr val="F3F5F9"/>
            </a:solidFill>
            <a:prstDash val="solid"/>
          </a:ln>
        </p:spPr>
        <p:txBody>
          <a:bodyPr/>
          <a:lstStyle/>
          <a:p>
            <a:endParaRPr lang="ko-KR" altLang="en-US"/>
          </a:p>
        </p:txBody>
      </p:sp>
      <p:sp>
        <p:nvSpPr>
          <p:cNvPr id="23" name="Text 21"/>
          <p:cNvSpPr/>
          <p:nvPr/>
        </p:nvSpPr>
        <p:spPr>
          <a:xfrm>
            <a:off x="6172200" y="2487168"/>
            <a:ext cx="2194560" cy="256032"/>
          </a:xfrm>
          <a:prstGeom prst="rect">
            <a:avLst/>
          </a:prstGeom>
          <a:noFill/>
          <a:ln/>
        </p:spPr>
        <p:txBody>
          <a:bodyPr wrap="square" lIns="0" tIns="0" rIns="0" bIns="0" rtlCol="0" anchor="ctr"/>
          <a:lstStyle/>
          <a:p>
            <a:pPr marL="0" indent="0">
              <a:buNone/>
            </a:pPr>
            <a:r>
              <a:rPr lang="en-US" sz="1150" b="1" dirty="0">
                <a:solidFill>
                  <a:srgbClr val="1D4ED8"/>
                </a:solidFill>
                <a:latin typeface="Pretendard" pitchFamily="34" charset="0"/>
                <a:ea typeface="Pretendard" pitchFamily="34" charset="-122"/>
                <a:cs typeface="Pretendard" pitchFamily="34" charset="-120"/>
              </a:rPr>
              <a:t>빌드하는 동안에도</a:t>
            </a:r>
            <a:endParaRPr lang="en-US" sz="1150" dirty="0"/>
          </a:p>
        </p:txBody>
      </p:sp>
      <p:sp>
        <p:nvSpPr>
          <p:cNvPr id="24" name="Text 22"/>
          <p:cNvSpPr/>
          <p:nvPr/>
        </p:nvSpPr>
        <p:spPr>
          <a:xfrm>
            <a:off x="6172200" y="2816352"/>
            <a:ext cx="2194560" cy="1554480"/>
          </a:xfrm>
          <a:prstGeom prst="rect">
            <a:avLst/>
          </a:prstGeom>
          <a:noFill/>
          <a:ln/>
        </p:spPr>
        <p:txBody>
          <a:bodyPr wrap="square" lIns="0" tIns="0" rIns="0" bIns="0" rtlCol="0" anchor="t"/>
          <a:lstStyle/>
          <a:p>
            <a:pPr marL="0" indent="0">
              <a:lnSpc>
                <a:spcPct val="115000"/>
              </a:lnSpc>
              <a:buNone/>
            </a:pPr>
            <a:r>
              <a:rPr lang="en-US" sz="1000" dirty="0">
                <a:solidFill>
                  <a:srgbClr val="4B5563"/>
                </a:solidFill>
                <a:latin typeface="Pretendard" pitchFamily="34" charset="0"/>
                <a:ea typeface="Pretendard" pitchFamily="34" charset="-122"/>
                <a:cs typeface="Pretendard" pitchFamily="34" charset="-120"/>
              </a:rPr>
              <a:t>크레딧을 씁니다</a:t>
            </a:r>
            <a:endParaRPr lang="en-US" sz="1000" dirty="0"/>
          </a:p>
          <a:p>
            <a:pPr marL="171450" indent="-171450">
              <a:lnSpc>
                <a:spcPct val="115000"/>
              </a:lnSpc>
              <a:buFont typeface="Arial" panose="020B0604020202020204" pitchFamily="34" charset="0"/>
              <a:buChar char="•"/>
            </a:pPr>
            <a:r>
              <a:rPr lang="en-US" sz="1000" dirty="0">
                <a:solidFill>
                  <a:srgbClr val="4B5563"/>
                </a:solidFill>
                <a:latin typeface="Pretendard" pitchFamily="34" charset="0"/>
                <a:ea typeface="Pretendard" pitchFamily="34" charset="-122"/>
                <a:cs typeface="Pretendard" pitchFamily="34" charset="-120"/>
              </a:rPr>
              <a:t>자연어 작성의 대화 턴</a:t>
            </a:r>
            <a:endParaRPr lang="en-US" sz="1000" dirty="0"/>
          </a:p>
          <a:p>
            <a:pPr marL="171450" indent="-171450">
              <a:lnSpc>
                <a:spcPct val="115000"/>
              </a:lnSpc>
              <a:buFont typeface="Arial" panose="020B0604020202020204" pitchFamily="34" charset="0"/>
              <a:buChar char="•"/>
            </a:pPr>
            <a:r>
              <a:rPr lang="en-US" sz="1000" dirty="0">
                <a:solidFill>
                  <a:srgbClr val="4B5563"/>
                </a:solidFill>
                <a:latin typeface="Pretendard" pitchFamily="34" charset="0"/>
                <a:ea typeface="Pretendard" pitchFamily="34" charset="-122"/>
                <a:cs typeface="Pretendard" pitchFamily="34" charset="-120"/>
              </a:rPr>
              <a:t>Preview와 Evaluation</a:t>
            </a:r>
            <a:endParaRPr lang="en-US" sz="1000" dirty="0"/>
          </a:p>
          <a:p>
            <a:pPr marL="0" indent="0">
              <a:lnSpc>
                <a:spcPct val="115000"/>
              </a:lnSpc>
              <a:buNone/>
            </a:pPr>
            <a:endParaRPr lang="en-US" sz="1000" dirty="0"/>
          </a:p>
          <a:p>
            <a:pPr marL="0" indent="0">
              <a:lnSpc>
                <a:spcPct val="115000"/>
              </a:lnSpc>
              <a:buNone/>
            </a:pPr>
            <a:r>
              <a:rPr lang="en-US" sz="1000" dirty="0">
                <a:solidFill>
                  <a:srgbClr val="4B5563"/>
                </a:solidFill>
                <a:latin typeface="Pretendard" pitchFamily="34" charset="0"/>
                <a:ea typeface="Pretendard" pitchFamily="34" charset="-122"/>
                <a:cs typeface="Pretendard" pitchFamily="34" charset="-120"/>
              </a:rPr>
              <a:t>쓰지 않습니다</a:t>
            </a:r>
            <a:endParaRPr lang="en-US" sz="1000" dirty="0"/>
          </a:p>
          <a:p>
            <a:pPr marL="171450" indent="-171450">
              <a:lnSpc>
                <a:spcPct val="115000"/>
              </a:lnSpc>
              <a:buFont typeface="Arial" panose="020B0604020202020204" pitchFamily="34" charset="0"/>
              <a:buChar char="•"/>
            </a:pPr>
            <a:r>
              <a:rPr lang="en-US" sz="1000" dirty="0">
                <a:solidFill>
                  <a:srgbClr val="4B5563"/>
                </a:solidFill>
                <a:latin typeface="Pretendard" pitchFamily="34" charset="0"/>
                <a:ea typeface="Pretendard" pitchFamily="34" charset="-122"/>
                <a:cs typeface="Pretendard" pitchFamily="34" charset="-120"/>
              </a:rPr>
              <a:t>수동 구성 작업</a:t>
            </a:r>
            <a:endParaRPr lang="en-US" sz="1000" dirty="0"/>
          </a:p>
          <a:p>
            <a:pPr marL="171450" indent="-171450">
              <a:lnSpc>
                <a:spcPct val="115000"/>
              </a:lnSpc>
              <a:buFont typeface="Arial" panose="020B0604020202020204" pitchFamily="34" charset="0"/>
              <a:buChar char="•"/>
            </a:pPr>
            <a:r>
              <a:rPr lang="en-US" sz="1000" dirty="0">
                <a:solidFill>
                  <a:srgbClr val="4B5563"/>
                </a:solidFill>
                <a:latin typeface="Pretendard" pitchFamily="34" charset="0"/>
                <a:ea typeface="Pretendard" pitchFamily="34" charset="-122"/>
                <a:cs typeface="Pretendard" pitchFamily="34" charset="-120"/>
              </a:rPr>
              <a:t>Build와 Monitor 탭 조작</a:t>
            </a:r>
            <a:endParaRPr lang="en-US" sz="10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운영 관점</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크레딧을 마련하고 사용량을 지켜봅니다</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ko-KR" alt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09  ·  자금과 거버넌스</a:t>
            </a:r>
            <a:endParaRPr lang="en-US" sz="950" dirty="0"/>
          </a:p>
        </p:txBody>
      </p:sp>
      <p:sp>
        <p:nvSpPr>
          <p:cNvPr id="7" name="key message band">
            <a:extLst>
              <a:ext uri="{C183D7F6-B498-43B3-948B-1728B52AA6E4}">
                <adec:decorative xmlns:adec="http://schemas.microsoft.com/office/drawing/2017/decorative" val="1"/>
              </a:ext>
            </a:extLst>
          </p:cNvPr>
          <p:cNvSpPr/>
          <p:nvPr/>
        </p:nvSpPr>
        <p:spPr>
          <a:xfrm>
            <a:off x="548640" y="1417320"/>
            <a:ext cx="8046720" cy="566928"/>
          </a:xfrm>
          <a:prstGeom prst="rect">
            <a:avLst/>
          </a:prstGeom>
          <a:solidFill>
            <a:srgbClr val="F3F5F9"/>
          </a:solidFill>
          <a:ln w="12700">
            <a:solidFill>
              <a:srgbClr val="F3F5F9"/>
            </a:solidFill>
            <a:prstDash val="solid"/>
          </a:ln>
        </p:spPr>
        <p:txBody>
          <a:bodyPr/>
          <a:lstStyle/>
          <a:p>
            <a:endParaRPr lang="ko-KR" altLang="en-US"/>
          </a:p>
        </p:txBody>
      </p:sp>
      <p:sp>
        <p:nvSpPr>
          <p:cNvPr id="8" name="accent bar">
            <a:extLst>
              <a:ext uri="{C183D7F6-B498-43B3-948B-1728B52AA6E4}">
                <adec:decorative xmlns:adec="http://schemas.microsoft.com/office/drawing/2017/decorative" val="1"/>
              </a:ext>
            </a:extLst>
          </p:cNvPr>
          <p:cNvSpPr/>
          <p:nvPr/>
        </p:nvSpPr>
        <p:spPr>
          <a:xfrm>
            <a:off x="548640" y="1417320"/>
            <a:ext cx="50292" cy="566928"/>
          </a:xfrm>
          <a:prstGeom prst="rect">
            <a:avLst/>
          </a:prstGeom>
          <a:solidFill>
            <a:srgbClr val="1D4ED8"/>
          </a:solidFill>
          <a:ln w="12700">
            <a:solidFill>
              <a:srgbClr val="1D4ED8"/>
            </a:solidFill>
            <a:prstDash val="solid"/>
          </a:ln>
        </p:spPr>
        <p:txBody>
          <a:bodyPr/>
          <a:lstStyle/>
          <a:p>
            <a:endParaRPr lang="ko-KR" altLang="en-US"/>
          </a:p>
        </p:txBody>
      </p:sp>
      <p:sp>
        <p:nvSpPr>
          <p:cNvPr id="9" name="Text 7"/>
          <p:cNvSpPr/>
          <p:nvPr/>
        </p:nvSpPr>
        <p:spPr>
          <a:xfrm>
            <a:off x="749808" y="1417320"/>
            <a:ext cx="7680960" cy="566928"/>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크레딧은 테넌트 수준에서 풀링되고, 관리 센터에서 거버넌스됩니다.</a:t>
            </a:r>
            <a:endParaRPr lang="en-US" sz="1350" dirty="0"/>
          </a:p>
        </p:txBody>
      </p:sp>
      <p:sp>
        <p:nvSpPr>
          <p:cNvPr id="10" name="col card">
            <a:extLst>
              <a:ext uri="{C183D7F6-B498-43B3-948B-1728B52AA6E4}">
                <adec:decorative xmlns:adec="http://schemas.microsoft.com/office/drawing/2017/decorative" val="1"/>
              </a:ext>
            </a:extLst>
          </p:cNvPr>
          <p:cNvSpPr/>
          <p:nvPr/>
        </p:nvSpPr>
        <p:spPr>
          <a:xfrm>
            <a:off x="548640" y="2286000"/>
            <a:ext cx="3931920" cy="1828800"/>
          </a:xfrm>
          <a:prstGeom prst="rect">
            <a:avLst/>
          </a:prstGeom>
          <a:solidFill>
            <a:srgbClr val="FFFFFF"/>
          </a:solidFill>
          <a:ln w="12700">
            <a:solidFill>
              <a:srgbClr val="E5E7EB"/>
            </a:solidFill>
            <a:prstDash val="solid"/>
          </a:ln>
        </p:spPr>
        <p:txBody>
          <a:bodyPr/>
          <a:lstStyle/>
          <a:p>
            <a:endParaRPr lang="ko-KR" altLang="en-US"/>
          </a:p>
        </p:txBody>
      </p:sp>
      <p:sp>
        <p:nvSpPr>
          <p:cNvPr id="11" name="col rule">
            <a:extLst>
              <a:ext uri="{C183D7F6-B498-43B3-948B-1728B52AA6E4}">
                <adec:decorative xmlns:adec="http://schemas.microsoft.com/office/drawing/2017/decorative" val="1"/>
              </a:ext>
            </a:extLst>
          </p:cNvPr>
          <p:cNvSpPr/>
          <p:nvPr/>
        </p:nvSpPr>
        <p:spPr>
          <a:xfrm>
            <a:off x="548640" y="2286000"/>
            <a:ext cx="3931920" cy="36576"/>
          </a:xfrm>
          <a:prstGeom prst="rect">
            <a:avLst/>
          </a:prstGeom>
          <a:solidFill>
            <a:srgbClr val="3B82F6"/>
          </a:solidFill>
          <a:ln w="12700">
            <a:solidFill>
              <a:srgbClr val="3B82F6"/>
            </a:solidFill>
            <a:prstDash val="solid"/>
          </a:ln>
        </p:spPr>
        <p:txBody>
          <a:bodyPr/>
          <a:lstStyle/>
          <a:p>
            <a:endParaRPr lang="en-US"/>
          </a:p>
        </p:txBody>
      </p:sp>
      <p:sp>
        <p:nvSpPr>
          <p:cNvPr id="12" name="Text 10">
            <a:extLst>
              <a:ext uri="{C183D7F6-B498-43B3-948B-1728B52AA6E4}">
                <adec:decorative xmlns:adec="http://schemas.microsoft.com/office/drawing/2017/decorative" val="1"/>
              </a:ext>
            </a:extLst>
          </p:cNvPr>
          <p:cNvSpPr/>
          <p:nvPr/>
        </p:nvSpPr>
        <p:spPr>
          <a:xfrm>
            <a:off x="777240" y="2450592"/>
            <a:ext cx="3474720" cy="256032"/>
          </a:xfrm>
          <a:prstGeom prst="rect">
            <a:avLst/>
          </a:prstGeom>
          <a:noFill/>
          <a:ln/>
        </p:spPr>
        <p:txBody>
          <a:bodyPr wrap="square" lIns="0" tIns="0" rIns="0" bIns="0" rtlCol="0" anchor="ctr"/>
          <a:lstStyle/>
          <a:p>
            <a:pPr marL="0" indent="0">
              <a:buNone/>
            </a:pPr>
            <a:r>
              <a:rPr lang="en-US" sz="1250" b="1" dirty="0">
                <a:solidFill>
                  <a:srgbClr val="1D4ED8"/>
                </a:solidFill>
                <a:latin typeface="Pretendard" pitchFamily="34" charset="0"/>
                <a:ea typeface="Pretendard" pitchFamily="34" charset="-122"/>
                <a:cs typeface="Pretendard" pitchFamily="34" charset="-120"/>
              </a:rPr>
              <a:t>자금 조달</a:t>
            </a:r>
            <a:endParaRPr lang="en-US" sz="1250" dirty="0"/>
          </a:p>
        </p:txBody>
      </p:sp>
      <p:sp>
        <p:nvSpPr>
          <p:cNvPr id="13" name="Text 11">
            <a:extLst>
              <a:ext uri="{C183D7F6-B498-43B3-948B-1728B52AA6E4}">
                <adec:decorative xmlns:adec="http://schemas.microsoft.com/office/drawing/2017/decorative" val="1"/>
              </a:ext>
            </a:extLst>
          </p:cNvPr>
          <p:cNvSpPr/>
          <p:nvPr/>
        </p:nvSpPr>
        <p:spPr>
          <a:xfrm>
            <a:off x="777240" y="2761488"/>
            <a:ext cx="3474720" cy="566928"/>
          </a:xfrm>
          <a:prstGeom prst="rect">
            <a:avLst/>
          </a:prstGeom>
          <a:noFill/>
          <a:ln/>
        </p:spPr>
        <p:txBody>
          <a:bodyPr wrap="square" lIns="0" tIns="0" rIns="0" bIns="0" rtlCol="0" anchor="t"/>
          <a:lstStyle/>
          <a:p>
            <a:pPr marL="0" indent="0">
              <a:lnSpc>
                <a:spcPct val="120000"/>
              </a:lnSpc>
              <a:buNone/>
            </a:pPr>
            <a:r>
              <a:rPr lang="en-US" sz="1000" dirty="0">
                <a:solidFill>
                  <a:srgbClr val="4B5563"/>
                </a:solidFill>
                <a:latin typeface="Pretendard" pitchFamily="34" charset="0"/>
                <a:ea typeface="Pretendard" pitchFamily="34" charset="-122"/>
                <a:cs typeface="Pretendard" pitchFamily="34" charset="-120"/>
              </a:rPr>
              <a:t>Pay as you go</a:t>
            </a:r>
            <a:endParaRPr lang="en-US" sz="1000" dirty="0"/>
          </a:p>
          <a:p>
            <a:pPr marL="0" indent="0">
              <a:lnSpc>
                <a:spcPct val="120000"/>
              </a:lnSpc>
              <a:buNone/>
            </a:pPr>
            <a:r>
              <a:rPr lang="en-US" sz="1000" dirty="0">
                <a:solidFill>
                  <a:srgbClr val="4B5563"/>
                </a:solidFill>
                <a:latin typeface="Pretendard" pitchFamily="34" charset="0"/>
                <a:ea typeface="Pretendard" pitchFamily="34" charset="-122"/>
                <a:cs typeface="Pretendard" pitchFamily="34" charset="-120"/>
              </a:rPr>
              <a:t>선결제 약정 없이 과금 월이</a:t>
            </a:r>
            <a:endParaRPr lang="en-US" sz="1000" dirty="0"/>
          </a:p>
          <a:p>
            <a:pPr marL="0" indent="0">
              <a:lnSpc>
                <a:spcPct val="120000"/>
              </a:lnSpc>
              <a:buNone/>
            </a:pPr>
            <a:r>
              <a:rPr lang="en-US" sz="1000" dirty="0">
                <a:solidFill>
                  <a:srgbClr val="4B5563"/>
                </a:solidFill>
                <a:latin typeface="Pretendard" pitchFamily="34" charset="0"/>
                <a:ea typeface="Pretendard" pitchFamily="34" charset="-122"/>
                <a:cs typeface="Pretendard" pitchFamily="34" charset="-120"/>
              </a:rPr>
              <a:t>끝난 뒤 소비분을 지불</a:t>
            </a:r>
            <a:endParaRPr lang="en-US" sz="1000" dirty="0"/>
          </a:p>
        </p:txBody>
      </p:sp>
      <p:sp>
        <p:nvSpPr>
          <p:cNvPr id="14" name="Text 12">
            <a:extLst>
              <a:ext uri="{C183D7F6-B498-43B3-948B-1728B52AA6E4}">
                <adec:decorative xmlns:adec="http://schemas.microsoft.com/office/drawing/2017/decorative" val="1"/>
              </a:ext>
            </a:extLst>
          </p:cNvPr>
          <p:cNvSpPr/>
          <p:nvPr/>
        </p:nvSpPr>
        <p:spPr>
          <a:xfrm>
            <a:off x="777240" y="3401568"/>
            <a:ext cx="3474720" cy="566928"/>
          </a:xfrm>
          <a:prstGeom prst="rect">
            <a:avLst/>
          </a:prstGeom>
          <a:noFill/>
          <a:ln/>
        </p:spPr>
        <p:txBody>
          <a:bodyPr wrap="square" lIns="0" tIns="0" rIns="0" bIns="0" rtlCol="0" anchor="t"/>
          <a:lstStyle/>
          <a:p>
            <a:pPr marL="0" indent="0">
              <a:lnSpc>
                <a:spcPct val="120000"/>
              </a:lnSpc>
              <a:buNone/>
            </a:pPr>
            <a:r>
              <a:rPr lang="en-US" sz="1000" dirty="0">
                <a:solidFill>
                  <a:srgbClr val="4B5563"/>
                </a:solidFill>
                <a:latin typeface="Pretendard" pitchFamily="34" charset="0"/>
                <a:ea typeface="Pretendard" pitchFamily="34" charset="-122"/>
                <a:cs typeface="Pretendard" pitchFamily="34" charset="-120"/>
              </a:rPr>
              <a:t>Copilot Credit Pre-Purchase</a:t>
            </a:r>
            <a:endParaRPr lang="en-US" sz="1000" dirty="0"/>
          </a:p>
          <a:p>
            <a:pPr marL="0" indent="0">
              <a:lnSpc>
                <a:spcPct val="120000"/>
              </a:lnSpc>
              <a:buNone/>
            </a:pPr>
            <a:r>
              <a:rPr lang="en-US" sz="1000" dirty="0">
                <a:solidFill>
                  <a:srgbClr val="4B5563"/>
                </a:solidFill>
                <a:latin typeface="Pretendard" pitchFamily="34" charset="0"/>
                <a:ea typeface="Pretendard" pitchFamily="34" charset="-122"/>
                <a:cs typeface="Pretendard" pitchFamily="34" charset="-120"/>
              </a:rPr>
              <a:t>연간 크레딧 풀을 미리 사고</a:t>
            </a:r>
            <a:endParaRPr lang="en-US" sz="1000" dirty="0"/>
          </a:p>
          <a:p>
            <a:pPr marL="0" indent="0">
              <a:lnSpc>
                <a:spcPct val="120000"/>
              </a:lnSpc>
              <a:buNone/>
            </a:pPr>
            <a:r>
              <a:rPr lang="en-US" sz="1000" dirty="0">
                <a:solidFill>
                  <a:srgbClr val="4B5563"/>
                </a:solidFill>
                <a:latin typeface="Pretendard" pitchFamily="34" charset="0"/>
                <a:ea typeface="Pretendard" pitchFamily="34" charset="-122"/>
                <a:cs typeface="Pretendard" pitchFamily="34" charset="-120"/>
              </a:rPr>
              <a:t>사용할 때마다 차감</a:t>
            </a:r>
            <a:endParaRPr lang="en-US" sz="1000" dirty="0"/>
          </a:p>
        </p:txBody>
      </p:sp>
      <p:sp>
        <p:nvSpPr>
          <p:cNvPr id="15" name="col card">
            <a:extLst>
              <a:ext uri="{C183D7F6-B498-43B3-948B-1728B52AA6E4}">
                <adec:decorative xmlns:adec="http://schemas.microsoft.com/office/drawing/2017/decorative" val="1"/>
              </a:ext>
            </a:extLst>
          </p:cNvPr>
          <p:cNvSpPr/>
          <p:nvPr/>
        </p:nvSpPr>
        <p:spPr>
          <a:xfrm>
            <a:off x="4663440" y="2286000"/>
            <a:ext cx="3931920" cy="1828800"/>
          </a:xfrm>
          <a:prstGeom prst="rect">
            <a:avLst/>
          </a:prstGeom>
          <a:solidFill>
            <a:srgbClr val="FFFFFF"/>
          </a:solidFill>
          <a:ln w="12700">
            <a:solidFill>
              <a:srgbClr val="E5E7EB"/>
            </a:solidFill>
            <a:prstDash val="solid"/>
          </a:ln>
        </p:spPr>
        <p:txBody>
          <a:bodyPr/>
          <a:lstStyle/>
          <a:p>
            <a:endParaRPr lang="en-US"/>
          </a:p>
        </p:txBody>
      </p:sp>
      <p:sp>
        <p:nvSpPr>
          <p:cNvPr id="16" name="col rule">
            <a:extLst>
              <a:ext uri="{C183D7F6-B498-43B3-948B-1728B52AA6E4}">
                <adec:decorative xmlns:adec="http://schemas.microsoft.com/office/drawing/2017/decorative" val="1"/>
              </a:ext>
            </a:extLst>
          </p:cNvPr>
          <p:cNvSpPr/>
          <p:nvPr/>
        </p:nvSpPr>
        <p:spPr>
          <a:xfrm>
            <a:off x="4663440" y="2286000"/>
            <a:ext cx="3931920" cy="36576"/>
          </a:xfrm>
          <a:prstGeom prst="rect">
            <a:avLst/>
          </a:prstGeom>
          <a:solidFill>
            <a:srgbClr val="3B82F6"/>
          </a:solidFill>
          <a:ln w="12700">
            <a:solidFill>
              <a:srgbClr val="3B82F6"/>
            </a:solidFill>
            <a:prstDash val="solid"/>
          </a:ln>
        </p:spPr>
        <p:txBody>
          <a:bodyPr/>
          <a:lstStyle/>
          <a:p>
            <a:endParaRPr lang="ko-KR" altLang="en-US"/>
          </a:p>
        </p:txBody>
      </p:sp>
      <p:sp>
        <p:nvSpPr>
          <p:cNvPr id="17" name="Text 15">
            <a:extLst>
              <a:ext uri="{C183D7F6-B498-43B3-948B-1728B52AA6E4}">
                <adec:decorative xmlns:adec="http://schemas.microsoft.com/office/drawing/2017/decorative" val="1"/>
              </a:ext>
            </a:extLst>
          </p:cNvPr>
          <p:cNvSpPr/>
          <p:nvPr/>
        </p:nvSpPr>
        <p:spPr>
          <a:xfrm>
            <a:off x="4892040" y="2450592"/>
            <a:ext cx="3474720" cy="256032"/>
          </a:xfrm>
          <a:prstGeom prst="rect">
            <a:avLst/>
          </a:prstGeom>
          <a:noFill/>
          <a:ln/>
        </p:spPr>
        <p:txBody>
          <a:bodyPr wrap="square" lIns="0" tIns="0" rIns="0" bIns="0" rtlCol="0" anchor="ctr"/>
          <a:lstStyle/>
          <a:p>
            <a:pPr marL="0" indent="0">
              <a:buNone/>
            </a:pPr>
            <a:r>
              <a:rPr lang="en-US" sz="1250" b="1" dirty="0">
                <a:solidFill>
                  <a:srgbClr val="1D4ED8"/>
                </a:solidFill>
                <a:latin typeface="Pretendard" pitchFamily="34" charset="0"/>
                <a:ea typeface="Pretendard" pitchFamily="34" charset="-122"/>
                <a:cs typeface="Pretendard" pitchFamily="34" charset="-120"/>
              </a:rPr>
              <a:t>모니터링</a:t>
            </a:r>
            <a:endParaRPr lang="en-US" sz="1250" dirty="0"/>
          </a:p>
        </p:txBody>
      </p:sp>
      <p:sp>
        <p:nvSpPr>
          <p:cNvPr id="18" name="Text 16">
            <a:extLst>
              <a:ext uri="{C183D7F6-B498-43B3-948B-1728B52AA6E4}">
                <adec:decorative xmlns:adec="http://schemas.microsoft.com/office/drawing/2017/decorative" val="1"/>
              </a:ext>
            </a:extLst>
          </p:cNvPr>
          <p:cNvSpPr/>
          <p:nvPr/>
        </p:nvSpPr>
        <p:spPr>
          <a:xfrm>
            <a:off x="4892040" y="2761488"/>
            <a:ext cx="3474720" cy="566928"/>
          </a:xfrm>
          <a:prstGeom prst="rect">
            <a:avLst/>
          </a:prstGeom>
          <a:noFill/>
          <a:ln/>
        </p:spPr>
        <p:txBody>
          <a:bodyPr wrap="square" lIns="0" tIns="0" rIns="0" bIns="0" rtlCol="0" anchor="t"/>
          <a:lstStyle/>
          <a:p>
            <a:pPr marL="0" indent="0">
              <a:lnSpc>
                <a:spcPct val="120000"/>
              </a:lnSpc>
              <a:buNone/>
            </a:pPr>
            <a:r>
              <a:rPr lang="en-US" sz="1000" dirty="0">
                <a:solidFill>
                  <a:srgbClr val="4B5563"/>
                </a:solidFill>
                <a:latin typeface="Pretendard" pitchFamily="34" charset="0"/>
                <a:ea typeface="Pretendard" pitchFamily="34" charset="-122"/>
                <a:cs typeface="Pretendard" pitchFamily="34" charset="-120"/>
              </a:rPr>
              <a:t>Microsoft 365 admin center</a:t>
            </a:r>
            <a:endParaRPr lang="en-US" sz="1000" dirty="0"/>
          </a:p>
          <a:p>
            <a:pPr marL="0" indent="0">
              <a:lnSpc>
                <a:spcPct val="120000"/>
              </a:lnSpc>
              <a:buNone/>
            </a:pPr>
            <a:r>
              <a:rPr lang="en-US" sz="1000" dirty="0">
                <a:solidFill>
                  <a:srgbClr val="4B5563"/>
                </a:solidFill>
                <a:latin typeface="Pretendard" pitchFamily="34" charset="0"/>
                <a:ea typeface="Pretendard" pitchFamily="34" charset="-122"/>
                <a:cs typeface="Pretendard" pitchFamily="34" charset="-120"/>
              </a:rPr>
              <a:t>조직 전체 사용량과 지출,</a:t>
            </a:r>
            <a:endParaRPr lang="en-US" sz="1000" dirty="0"/>
          </a:p>
          <a:p>
            <a:pPr marL="0" indent="0">
              <a:lnSpc>
                <a:spcPct val="120000"/>
              </a:lnSpc>
              <a:buNone/>
            </a:pPr>
            <a:r>
              <a:rPr lang="en-US" sz="1000" dirty="0">
                <a:solidFill>
                  <a:srgbClr val="4B5563"/>
                </a:solidFill>
                <a:latin typeface="Pretendard" pitchFamily="34" charset="0"/>
                <a:ea typeface="Pretendard" pitchFamily="34" charset="-122"/>
                <a:cs typeface="Pretendard" pitchFamily="34" charset="-120"/>
              </a:rPr>
              <a:t>지출 정책과 임계값 관리</a:t>
            </a:r>
            <a:endParaRPr lang="en-US" sz="1000" dirty="0"/>
          </a:p>
        </p:txBody>
      </p:sp>
      <p:sp>
        <p:nvSpPr>
          <p:cNvPr id="19" name="Text 17">
            <a:extLst>
              <a:ext uri="{C183D7F6-B498-43B3-948B-1728B52AA6E4}">
                <adec:decorative xmlns:adec="http://schemas.microsoft.com/office/drawing/2017/decorative" val="1"/>
              </a:ext>
            </a:extLst>
          </p:cNvPr>
          <p:cNvSpPr/>
          <p:nvPr/>
        </p:nvSpPr>
        <p:spPr>
          <a:xfrm>
            <a:off x="4892040" y="3401568"/>
            <a:ext cx="3474720" cy="566928"/>
          </a:xfrm>
          <a:prstGeom prst="rect">
            <a:avLst/>
          </a:prstGeom>
          <a:noFill/>
          <a:ln/>
        </p:spPr>
        <p:txBody>
          <a:bodyPr wrap="square" lIns="0" tIns="0" rIns="0" bIns="0" rtlCol="0" anchor="t"/>
          <a:lstStyle/>
          <a:p>
            <a:pPr marL="0" indent="0">
              <a:lnSpc>
                <a:spcPct val="120000"/>
              </a:lnSpc>
              <a:buNone/>
            </a:pPr>
            <a:r>
              <a:rPr lang="en-US" sz="1000" dirty="0">
                <a:solidFill>
                  <a:srgbClr val="4B5563"/>
                </a:solidFill>
                <a:latin typeface="Pretendard" pitchFamily="34" charset="0"/>
                <a:ea typeface="Pretendard" pitchFamily="34" charset="-122"/>
                <a:cs typeface="Pretendard" pitchFamily="34" charset="-120"/>
              </a:rPr>
              <a:t>Power Platform admin center</a:t>
            </a:r>
            <a:endParaRPr lang="en-US" sz="1000" dirty="0"/>
          </a:p>
          <a:p>
            <a:pPr marL="0" indent="0">
              <a:lnSpc>
                <a:spcPct val="120000"/>
              </a:lnSpc>
              <a:buNone/>
            </a:pPr>
            <a:r>
              <a:rPr lang="en-US" sz="1000" dirty="0">
                <a:solidFill>
                  <a:srgbClr val="4B5563"/>
                </a:solidFill>
                <a:latin typeface="Pretendard" pitchFamily="34" charset="0"/>
                <a:ea typeface="Pretendard" pitchFamily="34" charset="-122"/>
                <a:cs typeface="Pretendard" pitchFamily="34" charset="-120"/>
              </a:rPr>
              <a:t>에이전트와 환경별 소비 검토,</a:t>
            </a:r>
            <a:endParaRPr lang="en-US" sz="1000" dirty="0"/>
          </a:p>
          <a:p>
            <a:pPr marL="0" indent="0">
              <a:lnSpc>
                <a:spcPct val="120000"/>
              </a:lnSpc>
              <a:buNone/>
            </a:pPr>
            <a:r>
              <a:rPr lang="en-US" sz="1000" dirty="0">
                <a:solidFill>
                  <a:srgbClr val="4B5563"/>
                </a:solidFill>
                <a:latin typeface="Pretendard" pitchFamily="34" charset="0"/>
                <a:ea typeface="Pretendard" pitchFamily="34" charset="-122"/>
                <a:cs typeface="Pretendard" pitchFamily="34" charset="-120"/>
              </a:rPr>
              <a:t>초과 사용 동작과 제한 설정</a:t>
            </a:r>
            <a:endParaRPr lang="en-US" sz="1000" dirty="0"/>
          </a:p>
        </p:txBody>
      </p:sp>
      <p:sp>
        <p:nvSpPr>
          <p:cNvPr id="20" name="caution band">
            <a:extLst>
              <a:ext uri="{C183D7F6-B498-43B3-948B-1728B52AA6E4}">
                <adec:decorative xmlns:adec="http://schemas.microsoft.com/office/drawing/2017/decorative" val="1"/>
              </a:ext>
            </a:extLst>
          </p:cNvPr>
          <p:cNvSpPr/>
          <p:nvPr/>
        </p:nvSpPr>
        <p:spPr>
          <a:xfrm>
            <a:off x="548640" y="4224528"/>
            <a:ext cx="8046720" cy="457200"/>
          </a:xfrm>
          <a:prstGeom prst="rect">
            <a:avLst/>
          </a:prstGeom>
          <a:solidFill>
            <a:srgbClr val="F3F5F9"/>
          </a:solidFill>
          <a:ln w="12700">
            <a:solidFill>
              <a:srgbClr val="F3F5F9"/>
            </a:solidFill>
            <a:prstDash val="solid"/>
          </a:ln>
        </p:spPr>
        <p:txBody>
          <a:bodyPr/>
          <a:lstStyle/>
          <a:p>
            <a:endParaRPr lang="ko-KR" altLang="en-US"/>
          </a:p>
        </p:txBody>
      </p:sp>
      <p:sp>
        <p:nvSpPr>
          <p:cNvPr id="21" name="Text 19"/>
          <p:cNvSpPr/>
          <p:nvPr/>
        </p:nvSpPr>
        <p:spPr>
          <a:xfrm>
            <a:off x="777240" y="4224528"/>
            <a:ext cx="7589520" cy="457200"/>
          </a:xfrm>
          <a:prstGeom prst="rect">
            <a:avLst/>
          </a:prstGeom>
          <a:noFill/>
          <a:ln/>
        </p:spPr>
        <p:txBody>
          <a:bodyPr wrap="square" lIns="0" tIns="0" rIns="0" bIns="0" rtlCol="0" anchor="ctr"/>
          <a:lstStyle/>
          <a:p>
            <a:pPr marL="0" indent="0">
              <a:buNone/>
            </a:pPr>
            <a:r>
              <a:rPr lang="en-US" sz="1050" b="1" dirty="0">
                <a:solidFill>
                  <a:srgbClr val="1D4ED8"/>
                </a:solidFill>
                <a:latin typeface="Pretendard" pitchFamily="34" charset="0"/>
                <a:ea typeface="Pretendard" pitchFamily="34" charset="-122"/>
                <a:cs typeface="Pretendard" pitchFamily="34" charset="-120"/>
              </a:rPr>
              <a:t>주의   </a:t>
            </a:r>
            <a:r>
              <a:rPr lang="en-US" sz="1000" dirty="0">
                <a:solidFill>
                  <a:srgbClr val="4B5563"/>
                </a:solidFill>
                <a:latin typeface="Pretendard" pitchFamily="34" charset="0"/>
                <a:ea typeface="Pretendard" pitchFamily="34" charset="-122"/>
                <a:cs typeface="Pretendard" pitchFamily="34" charset="-120"/>
              </a:rPr>
              <a:t>요율, 할인, 플랜 이름, 포털 절차를 아키텍처 결정에 하드코딩하지 마세요.</a:t>
            </a:r>
            <a:endParaRPr lang="en-US" sz="10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a:extLst>
              <a:ext uri="{C183D7F6-B498-43B3-948B-1728B52AA6E4}">
                <adec:decorative xmlns:adec="http://schemas.microsoft.com/office/drawing/2017/decorative" val="1"/>
              </a:ext>
            </a:extLst>
          </p:cNvPr>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적용</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우리 에이전트에는 어떤 의미인가</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작업 09  ·  정리</a:t>
            </a:r>
            <a:endParaRPr lang="en-US" sz="950" dirty="0"/>
          </a:p>
        </p:txBody>
      </p:sp>
      <p:sp>
        <p:nvSpPr>
          <p:cNvPr id="7" name="key message band">
            <a:extLst>
              <a:ext uri="{C183D7F6-B498-43B3-948B-1728B52AA6E4}">
                <adec:decorative xmlns:adec="http://schemas.microsoft.com/office/drawing/2017/decorative" val="1"/>
              </a:ext>
            </a:extLst>
          </p:cNvPr>
          <p:cNvSpPr/>
          <p:nvPr/>
        </p:nvSpPr>
        <p:spPr>
          <a:xfrm>
            <a:off x="548640" y="1417320"/>
            <a:ext cx="8046720" cy="566928"/>
          </a:xfrm>
          <a:prstGeom prst="rect">
            <a:avLst/>
          </a:prstGeom>
          <a:solidFill>
            <a:srgbClr val="F3F5F9"/>
          </a:solidFill>
          <a:ln w="12700">
            <a:solidFill>
              <a:srgbClr val="F3F5F9"/>
            </a:solidFill>
            <a:prstDash val="solid"/>
          </a:ln>
        </p:spPr>
        <p:txBody>
          <a:bodyPr/>
          <a:lstStyle/>
          <a:p>
            <a:endParaRPr lang="ko-KR" altLang="en-US"/>
          </a:p>
        </p:txBody>
      </p:sp>
      <p:sp>
        <p:nvSpPr>
          <p:cNvPr id="8" name="accent bar">
            <a:extLst>
              <a:ext uri="{C183D7F6-B498-43B3-948B-1728B52AA6E4}">
                <adec:decorative xmlns:adec="http://schemas.microsoft.com/office/drawing/2017/decorative" val="1"/>
              </a:ext>
            </a:extLst>
          </p:cNvPr>
          <p:cNvSpPr/>
          <p:nvPr/>
        </p:nvSpPr>
        <p:spPr>
          <a:xfrm>
            <a:off x="548640" y="1417320"/>
            <a:ext cx="50292" cy="566928"/>
          </a:xfrm>
          <a:prstGeom prst="rect">
            <a:avLst/>
          </a:prstGeom>
          <a:solidFill>
            <a:srgbClr val="1D4ED8"/>
          </a:solidFill>
          <a:ln w="12700">
            <a:solidFill>
              <a:srgbClr val="1D4ED8"/>
            </a:solidFill>
            <a:prstDash val="solid"/>
          </a:ln>
        </p:spPr>
        <p:txBody>
          <a:bodyPr/>
          <a:lstStyle/>
          <a:p>
            <a:endParaRPr lang="en-US"/>
          </a:p>
        </p:txBody>
      </p:sp>
      <p:sp>
        <p:nvSpPr>
          <p:cNvPr id="9" name="Text 7"/>
          <p:cNvSpPr/>
          <p:nvPr/>
        </p:nvSpPr>
        <p:spPr>
          <a:xfrm>
            <a:off x="749808" y="1417320"/>
            <a:ext cx="7680960" cy="566928"/>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Microsoft 365 Copilot 라이선스가 크레딧 용량을 대체하지 않습니다.</a:t>
            </a:r>
            <a:endParaRPr lang="en-US" sz="1350" dirty="0"/>
          </a:p>
        </p:txBody>
      </p:sp>
      <p:sp>
        <p:nvSpPr>
          <p:cNvPr id="10" name="check accent">
            <a:extLst>
              <a:ext uri="{C183D7F6-B498-43B3-948B-1728B52AA6E4}">
                <adec:decorative xmlns:adec="http://schemas.microsoft.com/office/drawing/2017/decorative" val="1"/>
              </a:ext>
            </a:extLst>
          </p:cNvPr>
          <p:cNvSpPr/>
          <p:nvPr/>
        </p:nvSpPr>
        <p:spPr>
          <a:xfrm>
            <a:off x="548640" y="2103120"/>
            <a:ext cx="45720" cy="512064"/>
          </a:xfrm>
          <a:prstGeom prst="rect">
            <a:avLst/>
          </a:prstGeom>
          <a:solidFill>
            <a:srgbClr val="3B82F6"/>
          </a:solidFill>
          <a:ln w="12700">
            <a:solidFill>
              <a:srgbClr val="3B82F6"/>
            </a:solidFill>
            <a:prstDash val="solid"/>
          </a:ln>
        </p:spPr>
        <p:txBody>
          <a:bodyPr/>
          <a:lstStyle/>
          <a:p>
            <a:endParaRPr lang="en-US"/>
          </a:p>
        </p:txBody>
      </p:sp>
      <p:sp>
        <p:nvSpPr>
          <p:cNvPr id="11" name="Text 9">
            <a:extLst>
              <a:ext uri="{C183D7F6-B498-43B3-948B-1728B52AA6E4}">
                <adec:decorative xmlns:adec="http://schemas.microsoft.com/office/drawing/2017/decorative" val="1"/>
              </a:ext>
            </a:extLst>
          </p:cNvPr>
          <p:cNvSpPr/>
          <p:nvPr/>
        </p:nvSpPr>
        <p:spPr>
          <a:xfrm>
            <a:off x="749808" y="2103120"/>
            <a:ext cx="7772400" cy="512064"/>
          </a:xfrm>
          <a:prstGeom prst="rect">
            <a:avLst/>
          </a:prstGeom>
          <a:noFill/>
          <a:ln/>
        </p:spPr>
        <p:txBody>
          <a:bodyPr wrap="square" lIns="0" tIns="0" rIns="0" bIns="0" rtlCol="0" anchor="ctr"/>
          <a:lstStyle/>
          <a:p>
            <a:pPr marL="0" indent="0">
              <a:lnSpc>
                <a:spcPct val="115000"/>
              </a:lnSpc>
              <a:buNone/>
            </a:pPr>
            <a:r>
              <a:rPr lang="en-US" sz="1150" b="1" dirty="0">
                <a:solidFill>
                  <a:srgbClr val="111827"/>
                </a:solidFill>
                <a:latin typeface="Pretendard" pitchFamily="34" charset="0"/>
                <a:ea typeface="Pretendard" pitchFamily="34" charset="-122"/>
                <a:cs typeface="Pretendard" pitchFamily="34" charset="-120"/>
              </a:rPr>
              <a:t>대표 작업으로 추정   </a:t>
            </a:r>
            <a:r>
              <a:rPr lang="en-US" sz="1000" dirty="0">
                <a:solidFill>
                  <a:srgbClr val="4B5563"/>
                </a:solidFill>
                <a:latin typeface="Pretendard" pitchFamily="34" charset="0"/>
                <a:ea typeface="Pretendard" pitchFamily="34" charset="-122"/>
                <a:cs typeface="Pretendard" pitchFamily="34" charset="-120"/>
              </a:rPr>
              <a:t>실제 비즈니스 시나리오의 작업을 기준으로 사용량을 잡습니다.</a:t>
            </a:r>
            <a:endParaRPr lang="en-US" sz="1150" dirty="0"/>
          </a:p>
        </p:txBody>
      </p:sp>
      <p:sp>
        <p:nvSpPr>
          <p:cNvPr id="12" name="check accent">
            <a:extLst>
              <a:ext uri="{C183D7F6-B498-43B3-948B-1728B52AA6E4}">
                <adec:decorative xmlns:adec="http://schemas.microsoft.com/office/drawing/2017/decorative" val="1"/>
              </a:ext>
            </a:extLst>
          </p:cNvPr>
          <p:cNvSpPr/>
          <p:nvPr/>
        </p:nvSpPr>
        <p:spPr>
          <a:xfrm>
            <a:off x="548640" y="2633472"/>
            <a:ext cx="45720" cy="512064"/>
          </a:xfrm>
          <a:prstGeom prst="rect">
            <a:avLst/>
          </a:prstGeom>
          <a:solidFill>
            <a:srgbClr val="3B82F6"/>
          </a:solidFill>
          <a:ln w="12700">
            <a:solidFill>
              <a:srgbClr val="3B82F6"/>
            </a:solidFill>
            <a:prstDash val="solid"/>
          </a:ln>
        </p:spPr>
        <p:txBody>
          <a:bodyPr/>
          <a:lstStyle/>
          <a:p>
            <a:endParaRPr lang="en-US"/>
          </a:p>
        </p:txBody>
      </p:sp>
      <p:sp>
        <p:nvSpPr>
          <p:cNvPr id="13" name="Text 11">
            <a:extLst>
              <a:ext uri="{C183D7F6-B498-43B3-948B-1728B52AA6E4}">
                <adec:decorative xmlns:adec="http://schemas.microsoft.com/office/drawing/2017/decorative" val="1"/>
              </a:ext>
            </a:extLst>
          </p:cNvPr>
          <p:cNvSpPr/>
          <p:nvPr/>
        </p:nvSpPr>
        <p:spPr>
          <a:xfrm>
            <a:off x="749808" y="2633472"/>
            <a:ext cx="7772400" cy="512064"/>
          </a:xfrm>
          <a:prstGeom prst="rect">
            <a:avLst/>
          </a:prstGeom>
          <a:noFill/>
          <a:ln/>
        </p:spPr>
        <p:txBody>
          <a:bodyPr wrap="square" lIns="0" tIns="0" rIns="0" bIns="0" rtlCol="0" anchor="ctr"/>
          <a:lstStyle/>
          <a:p>
            <a:pPr marL="0" indent="0">
              <a:lnSpc>
                <a:spcPct val="115000"/>
              </a:lnSpc>
              <a:buNone/>
            </a:pPr>
            <a:r>
              <a:rPr lang="en-US" sz="1150" b="1" dirty="0">
                <a:solidFill>
                  <a:srgbClr val="111827"/>
                </a:solidFill>
                <a:latin typeface="Pretendard" pitchFamily="34" charset="0"/>
                <a:ea typeface="Pretendard" pitchFamily="34" charset="-122"/>
                <a:cs typeface="Pretendard" pitchFamily="34" charset="-120"/>
              </a:rPr>
              <a:t>작성과 테스트도 포함   </a:t>
            </a:r>
            <a:r>
              <a:rPr lang="en-US" sz="1000" dirty="0">
                <a:solidFill>
                  <a:srgbClr val="4B5563"/>
                </a:solidFill>
                <a:latin typeface="Pretendard" pitchFamily="34" charset="0"/>
                <a:ea typeface="Pretendard" pitchFamily="34" charset="-122"/>
                <a:cs typeface="Pretendard" pitchFamily="34" charset="-120"/>
              </a:rPr>
              <a:t>authoring과 Preview, Evaluation, 런타임을 함께 계산합니다.</a:t>
            </a:r>
            <a:endParaRPr lang="en-US" sz="1150" dirty="0"/>
          </a:p>
        </p:txBody>
      </p:sp>
      <p:sp>
        <p:nvSpPr>
          <p:cNvPr id="14" name="check accent">
            <a:extLst>
              <a:ext uri="{C183D7F6-B498-43B3-948B-1728B52AA6E4}">
                <adec:decorative xmlns:adec="http://schemas.microsoft.com/office/drawing/2017/decorative" val="1"/>
              </a:ext>
            </a:extLst>
          </p:cNvPr>
          <p:cNvSpPr/>
          <p:nvPr/>
        </p:nvSpPr>
        <p:spPr>
          <a:xfrm>
            <a:off x="548640" y="3163824"/>
            <a:ext cx="45720" cy="512064"/>
          </a:xfrm>
          <a:prstGeom prst="rect">
            <a:avLst/>
          </a:prstGeom>
          <a:solidFill>
            <a:srgbClr val="3B82F6"/>
          </a:solidFill>
          <a:ln w="12700">
            <a:solidFill>
              <a:srgbClr val="3B82F6"/>
            </a:solidFill>
            <a:prstDash val="solid"/>
          </a:ln>
        </p:spPr>
        <p:txBody>
          <a:bodyPr/>
          <a:lstStyle/>
          <a:p>
            <a:endParaRPr lang="ko-KR" altLang="en-US"/>
          </a:p>
        </p:txBody>
      </p:sp>
      <p:sp>
        <p:nvSpPr>
          <p:cNvPr id="15" name="Text 13"/>
          <p:cNvSpPr/>
          <p:nvPr/>
        </p:nvSpPr>
        <p:spPr>
          <a:xfrm>
            <a:off x="749808" y="3163824"/>
            <a:ext cx="7772400" cy="512064"/>
          </a:xfrm>
          <a:prstGeom prst="rect">
            <a:avLst/>
          </a:prstGeom>
          <a:noFill/>
          <a:ln/>
        </p:spPr>
        <p:txBody>
          <a:bodyPr wrap="square" lIns="0" tIns="0" rIns="0" bIns="0" rtlCol="0" anchor="ctr"/>
          <a:lstStyle/>
          <a:p>
            <a:pPr marL="0" indent="0">
              <a:lnSpc>
                <a:spcPct val="115000"/>
              </a:lnSpc>
              <a:buNone/>
            </a:pPr>
            <a:r>
              <a:rPr lang="en-US" sz="1150" b="1" dirty="0">
                <a:solidFill>
                  <a:srgbClr val="111827"/>
                </a:solidFill>
                <a:latin typeface="Pretendard" pitchFamily="34" charset="0"/>
                <a:ea typeface="Pretendard" pitchFamily="34" charset="-122"/>
                <a:cs typeface="Pretendard" pitchFamily="34" charset="-120"/>
              </a:rPr>
              <a:t>게시 후 실제 사용량 확인   </a:t>
            </a:r>
            <a:r>
              <a:rPr lang="en-US" sz="1000" dirty="0">
                <a:solidFill>
                  <a:srgbClr val="4B5563"/>
                </a:solidFill>
                <a:latin typeface="Pretendard" pitchFamily="34" charset="0"/>
                <a:ea typeface="Pretendard" pitchFamily="34" charset="-122"/>
                <a:cs typeface="Pretendard" pitchFamily="34" charset="-120"/>
              </a:rPr>
              <a:t>초기 추정치에만 의존하지 말고 계속 모니터링합니다.</a:t>
            </a:r>
            <a:endParaRPr lang="en-US" sz="1150" dirty="0"/>
          </a:p>
        </p:txBody>
      </p:sp>
      <p:sp>
        <p:nvSpPr>
          <p:cNvPr id="16" name="check accent">
            <a:extLst>
              <a:ext uri="{C183D7F6-B498-43B3-948B-1728B52AA6E4}">
                <adec:decorative xmlns:adec="http://schemas.microsoft.com/office/drawing/2017/decorative" val="1"/>
              </a:ext>
            </a:extLst>
          </p:cNvPr>
          <p:cNvSpPr/>
          <p:nvPr/>
        </p:nvSpPr>
        <p:spPr>
          <a:xfrm>
            <a:off x="548640" y="3694176"/>
            <a:ext cx="45720" cy="512064"/>
          </a:xfrm>
          <a:prstGeom prst="rect">
            <a:avLst/>
          </a:prstGeom>
          <a:solidFill>
            <a:srgbClr val="3B82F6"/>
          </a:solidFill>
          <a:ln w="12700">
            <a:solidFill>
              <a:srgbClr val="3B82F6"/>
            </a:solidFill>
            <a:prstDash val="solid"/>
          </a:ln>
        </p:spPr>
        <p:txBody>
          <a:bodyPr/>
          <a:lstStyle/>
          <a:p>
            <a:endParaRPr lang="ko-KR" altLang="en-US"/>
          </a:p>
        </p:txBody>
      </p:sp>
      <p:sp>
        <p:nvSpPr>
          <p:cNvPr id="17" name="Text 15">
            <a:extLst>
              <a:ext uri="{C183D7F6-B498-43B3-948B-1728B52AA6E4}">
                <adec:decorative xmlns:adec="http://schemas.microsoft.com/office/drawing/2017/decorative" val="1"/>
              </a:ext>
            </a:extLst>
          </p:cNvPr>
          <p:cNvSpPr/>
          <p:nvPr/>
        </p:nvSpPr>
        <p:spPr>
          <a:xfrm>
            <a:off x="749808" y="3694176"/>
            <a:ext cx="7772400" cy="512064"/>
          </a:xfrm>
          <a:prstGeom prst="rect">
            <a:avLst/>
          </a:prstGeom>
          <a:noFill/>
          <a:ln/>
        </p:spPr>
        <p:txBody>
          <a:bodyPr wrap="square" lIns="0" tIns="0" rIns="0" bIns="0" rtlCol="0" anchor="ctr"/>
          <a:lstStyle/>
          <a:p>
            <a:pPr marL="0" indent="0">
              <a:lnSpc>
                <a:spcPct val="115000"/>
              </a:lnSpc>
              <a:buNone/>
            </a:pPr>
            <a:r>
              <a:rPr lang="en-US" sz="1150" b="1" dirty="0">
                <a:solidFill>
                  <a:srgbClr val="111827"/>
                </a:solidFill>
                <a:latin typeface="Pretendard" pitchFamily="34" charset="0"/>
                <a:ea typeface="Pretendard" pitchFamily="34" charset="-122"/>
                <a:cs typeface="Pretendard" pitchFamily="34" charset="-120"/>
              </a:rPr>
              <a:t>기대와 다르면 재검토   </a:t>
            </a:r>
            <a:r>
              <a:rPr lang="en-US" sz="1000" dirty="0">
                <a:solidFill>
                  <a:srgbClr val="4B5563"/>
                </a:solidFill>
                <a:latin typeface="Pretendard" pitchFamily="34" charset="0"/>
                <a:ea typeface="Pretendard" pitchFamily="34" charset="-122"/>
                <a:cs typeface="Pretendard" pitchFamily="34" charset="-120"/>
              </a:rPr>
              <a:t>모델과 컨텍스트, 도구 선택을 다시 살펴봅니다.</a:t>
            </a:r>
            <a:endParaRPr lang="en-US" sz="1150" dirty="0"/>
          </a:p>
        </p:txBody>
      </p:sp>
      <p:sp>
        <p:nvSpPr>
          <p:cNvPr id="18" name="reference frame">
            <a:extLst>
              <a:ext uri="{C183D7F6-B498-43B3-948B-1728B52AA6E4}">
                <adec:decorative xmlns:adec="http://schemas.microsoft.com/office/drawing/2017/decorative" val="1"/>
              </a:ext>
            </a:extLst>
          </p:cNvPr>
          <p:cNvSpPr/>
          <p:nvPr/>
        </p:nvSpPr>
        <p:spPr>
          <a:xfrm>
            <a:off x="548640" y="4315968"/>
            <a:ext cx="8046720" cy="457200"/>
          </a:xfrm>
          <a:prstGeom prst="rect">
            <a:avLst/>
          </a:prstGeom>
          <a:solidFill>
            <a:srgbClr val="F3F5F9"/>
          </a:solidFill>
          <a:ln w="12700">
            <a:solidFill>
              <a:srgbClr val="F3F5F9"/>
            </a:solidFill>
            <a:prstDash val="solid"/>
          </a:ln>
        </p:spPr>
        <p:txBody>
          <a:bodyPr/>
          <a:lstStyle/>
          <a:p>
            <a:endParaRPr lang="en-US"/>
          </a:p>
        </p:txBody>
      </p:sp>
      <p:sp>
        <p:nvSpPr>
          <p:cNvPr id="19" name="Text 17">
            <a:extLst>
              <a:ext uri="{C183D7F6-B498-43B3-948B-1728B52AA6E4}">
                <adec:decorative xmlns:adec="http://schemas.microsoft.com/office/drawing/2017/decorative" val="1"/>
              </a:ext>
            </a:extLst>
          </p:cNvPr>
          <p:cNvSpPr/>
          <p:nvPr/>
        </p:nvSpPr>
        <p:spPr>
          <a:xfrm>
            <a:off x="777240" y="4315968"/>
            <a:ext cx="7589520" cy="457200"/>
          </a:xfrm>
          <a:prstGeom prst="rect">
            <a:avLst/>
          </a:prstGeom>
          <a:noFill/>
          <a:ln/>
        </p:spPr>
        <p:txBody>
          <a:bodyPr wrap="square" lIns="0" tIns="0" rIns="0" bIns="0" rtlCol="0" anchor="ctr"/>
          <a:lstStyle/>
          <a:p>
            <a:pPr marL="0" indent="0">
              <a:buNone/>
            </a:pPr>
            <a:r>
              <a:rPr lang="en-US" sz="1000" b="1" dirty="0">
                <a:solidFill>
                  <a:srgbClr val="1D4ED8"/>
                </a:solidFill>
                <a:latin typeface="Pretendard" pitchFamily="34" charset="0"/>
                <a:ea typeface="Pretendard" pitchFamily="34" charset="-122"/>
                <a:cs typeface="Pretendard" pitchFamily="34" charset="-120"/>
              </a:rPr>
              <a:t>참고 자료   </a:t>
            </a:r>
            <a:r>
              <a:rPr lang="en-US" sz="950" dirty="0">
                <a:solidFill>
                  <a:srgbClr val="4B5563"/>
                </a:solidFill>
                <a:latin typeface="Pretendard" pitchFamily="34" charset="0"/>
                <a:ea typeface="Pretendard" pitchFamily="34" charset="-122"/>
                <a:cs typeface="Pretendard" pitchFamily="34" charset="-120"/>
              </a:rPr>
              <a:t>Copilot Credits 가이드  ·  harness 선택하기  ·  사용량 기반 과금  ·  크레딧 및 용량 관리</a:t>
            </a:r>
            <a:endParaRPr lang="en-US" sz="10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a:extLst>
              <a:ext uri="{C183D7F6-B498-43B3-948B-1728B52AA6E4}">
                <adec:decorative xmlns:adec="http://schemas.microsoft.com/office/drawing/2017/decorative" val="1"/>
              </a:ext>
            </a:extLst>
          </p:cNvPr>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과정 전체 정리</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아홉 개의 작업으로 만든 하나의 에이전트</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과정 정리  ·  여정 정리</a:t>
            </a:r>
            <a:endParaRPr lang="en-US" sz="950" dirty="0"/>
          </a:p>
        </p:txBody>
      </p:sp>
      <p:sp>
        <p:nvSpPr>
          <p:cNvPr id="7" name="key message band">
            <a:extLst>
              <a:ext uri="{C183D7F6-B498-43B3-948B-1728B52AA6E4}">
                <adec:decorative xmlns:adec="http://schemas.microsoft.com/office/drawing/2017/decorative" val="1"/>
              </a:ext>
            </a:extLst>
          </p:cNvPr>
          <p:cNvSpPr/>
          <p:nvPr/>
        </p:nvSpPr>
        <p:spPr>
          <a:xfrm>
            <a:off x="548640" y="1417320"/>
            <a:ext cx="8046720" cy="566928"/>
          </a:xfrm>
          <a:prstGeom prst="rect">
            <a:avLst/>
          </a:prstGeom>
          <a:solidFill>
            <a:srgbClr val="F3F5F9"/>
          </a:solidFill>
          <a:ln w="12700">
            <a:solidFill>
              <a:srgbClr val="F3F5F9"/>
            </a:solidFill>
            <a:prstDash val="solid"/>
          </a:ln>
        </p:spPr>
        <p:txBody>
          <a:bodyPr/>
          <a:lstStyle/>
          <a:p>
            <a:endParaRPr lang="ko-KR" altLang="en-US"/>
          </a:p>
        </p:txBody>
      </p:sp>
      <p:sp>
        <p:nvSpPr>
          <p:cNvPr id="8" name="accent bar">
            <a:extLst>
              <a:ext uri="{C183D7F6-B498-43B3-948B-1728B52AA6E4}">
                <adec:decorative xmlns:adec="http://schemas.microsoft.com/office/drawing/2017/decorative" val="1"/>
              </a:ext>
            </a:extLst>
          </p:cNvPr>
          <p:cNvSpPr/>
          <p:nvPr/>
        </p:nvSpPr>
        <p:spPr>
          <a:xfrm>
            <a:off x="548640" y="1417320"/>
            <a:ext cx="50292" cy="566928"/>
          </a:xfrm>
          <a:prstGeom prst="rect">
            <a:avLst/>
          </a:prstGeom>
          <a:solidFill>
            <a:srgbClr val="1D4ED8"/>
          </a:solidFill>
          <a:ln w="12700">
            <a:solidFill>
              <a:srgbClr val="1D4ED8"/>
            </a:solidFill>
            <a:prstDash val="solid"/>
          </a:ln>
        </p:spPr>
        <p:txBody>
          <a:bodyPr/>
          <a:lstStyle/>
          <a:p>
            <a:endParaRPr lang="en-US"/>
          </a:p>
        </p:txBody>
      </p:sp>
      <p:sp>
        <p:nvSpPr>
          <p:cNvPr id="9" name="Text 7"/>
          <p:cNvSpPr/>
          <p:nvPr/>
        </p:nvSpPr>
        <p:spPr>
          <a:xfrm>
            <a:off x="749808" y="1417320"/>
            <a:ext cx="7680960" cy="566928"/>
          </a:xfrm>
          <a:prstGeom prst="rect">
            <a:avLst/>
          </a:prstGeom>
          <a:noFill/>
          <a:ln/>
        </p:spPr>
        <p:txBody>
          <a:bodyPr wrap="square" lIns="0" tIns="0" rIns="0" bIns="0" rtlCol="0" anchor="ctr"/>
          <a:lstStyle/>
          <a:p>
            <a:pPr marL="0" indent="0">
              <a:buNone/>
            </a:pPr>
            <a:r>
              <a:rPr lang="en-US" sz="1350" b="1" dirty="0">
                <a:solidFill>
                  <a:srgbClr val="111827"/>
                </a:solidFill>
                <a:latin typeface="Pretendard" pitchFamily="34" charset="0"/>
                <a:ea typeface="Pretendard" pitchFamily="34" charset="-122"/>
                <a:cs typeface="Pretendard" pitchFamily="34" charset="-120"/>
              </a:rPr>
              <a:t>개념 이해에서 시작해 게시와 운영 관점까지 한 흐름으로 이어집니다.</a:t>
            </a:r>
            <a:endParaRPr lang="en-US" sz="1350" dirty="0"/>
          </a:p>
        </p:txBody>
      </p:sp>
      <p:sp>
        <p:nvSpPr>
          <p:cNvPr id="10" name="journey card">
            <a:extLst>
              <a:ext uri="{C183D7F6-B498-43B3-948B-1728B52AA6E4}">
                <adec:decorative xmlns:adec="http://schemas.microsoft.com/office/drawing/2017/decorative" val="1"/>
              </a:ext>
            </a:extLst>
          </p:cNvPr>
          <p:cNvSpPr/>
          <p:nvPr/>
        </p:nvSpPr>
        <p:spPr>
          <a:xfrm>
            <a:off x="548640" y="2212848"/>
            <a:ext cx="2587752" cy="566928"/>
          </a:xfrm>
          <a:prstGeom prst="rect">
            <a:avLst/>
          </a:prstGeom>
          <a:solidFill>
            <a:srgbClr val="FFFFFF"/>
          </a:solidFill>
          <a:ln w="12700">
            <a:solidFill>
              <a:srgbClr val="E5E7EB"/>
            </a:solidFill>
            <a:prstDash val="solid"/>
          </a:ln>
        </p:spPr>
        <p:txBody>
          <a:bodyPr/>
          <a:lstStyle/>
          <a:p>
            <a:endParaRPr lang="en-US"/>
          </a:p>
        </p:txBody>
      </p:sp>
      <p:sp>
        <p:nvSpPr>
          <p:cNvPr id="11" name="journey accent">
            <a:extLst>
              <a:ext uri="{C183D7F6-B498-43B3-948B-1728B52AA6E4}">
                <adec:decorative xmlns:adec="http://schemas.microsoft.com/office/drawing/2017/decorative" val="1"/>
              </a:ext>
            </a:extLst>
          </p:cNvPr>
          <p:cNvSpPr/>
          <p:nvPr/>
        </p:nvSpPr>
        <p:spPr>
          <a:xfrm>
            <a:off x="548640" y="2212848"/>
            <a:ext cx="45720" cy="566928"/>
          </a:xfrm>
          <a:prstGeom prst="rect">
            <a:avLst/>
          </a:prstGeom>
          <a:solidFill>
            <a:srgbClr val="3B82F6"/>
          </a:solidFill>
          <a:ln w="12700">
            <a:solidFill>
              <a:srgbClr val="3B82F6"/>
            </a:solidFill>
            <a:prstDash val="solid"/>
          </a:ln>
        </p:spPr>
        <p:txBody>
          <a:bodyPr/>
          <a:lstStyle/>
          <a:p>
            <a:endParaRPr lang="ko-KR" altLang="en-US"/>
          </a:p>
        </p:txBody>
      </p:sp>
      <p:sp>
        <p:nvSpPr>
          <p:cNvPr id="12" name="Text 10"/>
          <p:cNvSpPr/>
          <p:nvPr/>
        </p:nvSpPr>
        <p:spPr>
          <a:xfrm>
            <a:off x="749808" y="2212848"/>
            <a:ext cx="2203704" cy="566928"/>
          </a:xfrm>
          <a:prstGeom prst="rect">
            <a:avLst/>
          </a:prstGeom>
          <a:noFill/>
          <a:ln/>
        </p:spPr>
        <p:txBody>
          <a:bodyPr wrap="square" lIns="0" tIns="0" rIns="0" bIns="0" rtlCol="0" anchor="ctr"/>
          <a:lstStyle/>
          <a:p>
            <a:pPr marL="0" indent="0">
              <a:buNone/>
            </a:pPr>
            <a:r>
              <a:rPr lang="en-US" sz="1100" b="1" dirty="0">
                <a:solidFill>
                  <a:srgbClr val="1D4ED8"/>
                </a:solidFill>
                <a:latin typeface="Pretendard" pitchFamily="34" charset="0"/>
                <a:ea typeface="Pretendard" pitchFamily="34" charset="-122"/>
                <a:cs typeface="Pretendard" pitchFamily="34" charset="-120"/>
              </a:rPr>
              <a:t>01   </a:t>
            </a:r>
            <a:r>
              <a:rPr lang="en-US" sz="1100" b="1" dirty="0">
                <a:solidFill>
                  <a:srgbClr val="111827"/>
                </a:solidFill>
                <a:latin typeface="Pretendard" pitchFamily="34" charset="0"/>
                <a:ea typeface="Pretendard" pitchFamily="34" charset="-122"/>
                <a:cs typeface="Pretendard" pitchFamily="34" charset="-120"/>
              </a:rPr>
              <a:t>에이전트 이해</a:t>
            </a:r>
            <a:endParaRPr lang="en-US" sz="1100" dirty="0"/>
          </a:p>
        </p:txBody>
      </p:sp>
      <p:sp>
        <p:nvSpPr>
          <p:cNvPr id="13" name="journey card">
            <a:extLst>
              <a:ext uri="{C183D7F6-B498-43B3-948B-1728B52AA6E4}">
                <adec:decorative xmlns:adec="http://schemas.microsoft.com/office/drawing/2017/decorative" val="1"/>
              </a:ext>
            </a:extLst>
          </p:cNvPr>
          <p:cNvSpPr/>
          <p:nvPr/>
        </p:nvSpPr>
        <p:spPr>
          <a:xfrm>
            <a:off x="3200400" y="2212848"/>
            <a:ext cx="2587752" cy="566928"/>
          </a:xfrm>
          <a:prstGeom prst="rect">
            <a:avLst/>
          </a:prstGeom>
          <a:solidFill>
            <a:srgbClr val="FFFFFF"/>
          </a:solidFill>
          <a:ln w="12700">
            <a:solidFill>
              <a:srgbClr val="E5E7EB"/>
            </a:solidFill>
            <a:prstDash val="solid"/>
          </a:ln>
        </p:spPr>
        <p:txBody>
          <a:bodyPr/>
          <a:lstStyle/>
          <a:p>
            <a:endParaRPr lang="ko-KR" altLang="en-US"/>
          </a:p>
        </p:txBody>
      </p:sp>
      <p:sp>
        <p:nvSpPr>
          <p:cNvPr id="14" name="journey accent">
            <a:extLst>
              <a:ext uri="{C183D7F6-B498-43B3-948B-1728B52AA6E4}">
                <adec:decorative xmlns:adec="http://schemas.microsoft.com/office/drawing/2017/decorative" val="1"/>
              </a:ext>
            </a:extLst>
          </p:cNvPr>
          <p:cNvSpPr/>
          <p:nvPr/>
        </p:nvSpPr>
        <p:spPr>
          <a:xfrm>
            <a:off x="3200400" y="2212848"/>
            <a:ext cx="45720" cy="566928"/>
          </a:xfrm>
          <a:prstGeom prst="rect">
            <a:avLst/>
          </a:prstGeom>
          <a:solidFill>
            <a:srgbClr val="3B82F6"/>
          </a:solidFill>
          <a:ln w="12700">
            <a:solidFill>
              <a:srgbClr val="3B82F6"/>
            </a:solidFill>
            <a:prstDash val="solid"/>
          </a:ln>
        </p:spPr>
        <p:txBody>
          <a:bodyPr/>
          <a:lstStyle/>
          <a:p>
            <a:endParaRPr lang="ko-KR" altLang="en-US"/>
          </a:p>
        </p:txBody>
      </p:sp>
      <p:sp>
        <p:nvSpPr>
          <p:cNvPr id="15" name="Text 13"/>
          <p:cNvSpPr/>
          <p:nvPr/>
        </p:nvSpPr>
        <p:spPr>
          <a:xfrm>
            <a:off x="3401568" y="2212848"/>
            <a:ext cx="2203704" cy="566928"/>
          </a:xfrm>
          <a:prstGeom prst="rect">
            <a:avLst/>
          </a:prstGeom>
          <a:noFill/>
          <a:ln/>
        </p:spPr>
        <p:txBody>
          <a:bodyPr wrap="square" lIns="0" tIns="0" rIns="0" bIns="0" rtlCol="0" anchor="ctr"/>
          <a:lstStyle/>
          <a:p>
            <a:pPr marL="0" indent="0">
              <a:buNone/>
            </a:pPr>
            <a:r>
              <a:rPr lang="en-US" sz="1100" b="1" dirty="0">
                <a:solidFill>
                  <a:srgbClr val="1D4ED8"/>
                </a:solidFill>
                <a:latin typeface="Pretendard" pitchFamily="34" charset="0"/>
                <a:ea typeface="Pretendard" pitchFamily="34" charset="-122"/>
                <a:cs typeface="Pretendard" pitchFamily="34" charset="-120"/>
              </a:rPr>
              <a:t>02   </a:t>
            </a:r>
            <a:r>
              <a:rPr lang="en-US" sz="1100" b="1" dirty="0">
                <a:solidFill>
                  <a:srgbClr val="111827"/>
                </a:solidFill>
                <a:latin typeface="Pretendard" pitchFamily="34" charset="0"/>
                <a:ea typeface="Pretendard" pitchFamily="34" charset="-122"/>
                <a:cs typeface="Pretendard" pitchFamily="34" charset="-120"/>
              </a:rPr>
              <a:t>Copilot Studio 기초</a:t>
            </a:r>
            <a:endParaRPr lang="en-US" sz="1100" dirty="0"/>
          </a:p>
        </p:txBody>
      </p:sp>
      <p:sp>
        <p:nvSpPr>
          <p:cNvPr id="16" name="journey card">
            <a:extLst>
              <a:ext uri="{C183D7F6-B498-43B3-948B-1728B52AA6E4}">
                <adec:decorative xmlns:adec="http://schemas.microsoft.com/office/drawing/2017/decorative" val="1"/>
              </a:ext>
            </a:extLst>
          </p:cNvPr>
          <p:cNvSpPr/>
          <p:nvPr/>
        </p:nvSpPr>
        <p:spPr>
          <a:xfrm>
            <a:off x="5852160" y="2212848"/>
            <a:ext cx="2587752" cy="566928"/>
          </a:xfrm>
          <a:prstGeom prst="rect">
            <a:avLst/>
          </a:prstGeom>
          <a:solidFill>
            <a:srgbClr val="FFFFFF"/>
          </a:solidFill>
          <a:ln w="12700">
            <a:solidFill>
              <a:srgbClr val="E5E7EB"/>
            </a:solidFill>
            <a:prstDash val="solid"/>
          </a:ln>
        </p:spPr>
        <p:txBody>
          <a:bodyPr/>
          <a:lstStyle/>
          <a:p>
            <a:endParaRPr lang="ko-KR" altLang="en-US"/>
          </a:p>
        </p:txBody>
      </p:sp>
      <p:sp>
        <p:nvSpPr>
          <p:cNvPr id="17" name="journey accent">
            <a:extLst>
              <a:ext uri="{C183D7F6-B498-43B3-948B-1728B52AA6E4}">
                <adec:decorative xmlns:adec="http://schemas.microsoft.com/office/drawing/2017/decorative" val="1"/>
              </a:ext>
            </a:extLst>
          </p:cNvPr>
          <p:cNvSpPr/>
          <p:nvPr/>
        </p:nvSpPr>
        <p:spPr>
          <a:xfrm>
            <a:off x="5852160" y="2212848"/>
            <a:ext cx="45720" cy="566928"/>
          </a:xfrm>
          <a:prstGeom prst="rect">
            <a:avLst/>
          </a:prstGeom>
          <a:solidFill>
            <a:srgbClr val="3B82F6"/>
          </a:solidFill>
          <a:ln w="12700">
            <a:solidFill>
              <a:srgbClr val="3B82F6"/>
            </a:solidFill>
            <a:prstDash val="solid"/>
          </a:ln>
        </p:spPr>
        <p:txBody>
          <a:bodyPr/>
          <a:lstStyle/>
          <a:p>
            <a:endParaRPr lang="ko-KR" altLang="en-US"/>
          </a:p>
        </p:txBody>
      </p:sp>
      <p:sp>
        <p:nvSpPr>
          <p:cNvPr id="18" name="Text 16"/>
          <p:cNvSpPr/>
          <p:nvPr/>
        </p:nvSpPr>
        <p:spPr>
          <a:xfrm>
            <a:off x="6053328" y="2212848"/>
            <a:ext cx="2203704" cy="566928"/>
          </a:xfrm>
          <a:prstGeom prst="rect">
            <a:avLst/>
          </a:prstGeom>
          <a:noFill/>
          <a:ln/>
        </p:spPr>
        <p:txBody>
          <a:bodyPr wrap="square" lIns="0" tIns="0" rIns="0" bIns="0" rtlCol="0" anchor="ctr"/>
          <a:lstStyle/>
          <a:p>
            <a:pPr marL="0" indent="0">
              <a:buNone/>
            </a:pPr>
            <a:r>
              <a:rPr lang="en-US" sz="1100" b="1" dirty="0">
                <a:solidFill>
                  <a:srgbClr val="1D4ED8"/>
                </a:solidFill>
                <a:latin typeface="Pretendard" pitchFamily="34" charset="0"/>
                <a:ea typeface="Pretendard" pitchFamily="34" charset="-122"/>
                <a:cs typeface="Pretendard" pitchFamily="34" charset="-120"/>
              </a:rPr>
              <a:t>03   </a:t>
            </a:r>
            <a:r>
              <a:rPr lang="en-US" sz="1100" b="1" dirty="0">
                <a:solidFill>
                  <a:srgbClr val="111827"/>
                </a:solidFill>
                <a:latin typeface="Pretendard" pitchFamily="34" charset="0"/>
                <a:ea typeface="Pretendard" pitchFamily="34" charset="-122"/>
                <a:cs typeface="Pretendard" pitchFamily="34" charset="-120"/>
              </a:rPr>
              <a:t>에이전트 만들기</a:t>
            </a:r>
            <a:endParaRPr lang="en-US" sz="1100" dirty="0"/>
          </a:p>
        </p:txBody>
      </p:sp>
      <p:sp>
        <p:nvSpPr>
          <p:cNvPr id="19" name="journey card">
            <a:extLst>
              <a:ext uri="{C183D7F6-B498-43B3-948B-1728B52AA6E4}">
                <adec:decorative xmlns:adec="http://schemas.microsoft.com/office/drawing/2017/decorative" val="1"/>
              </a:ext>
            </a:extLst>
          </p:cNvPr>
          <p:cNvSpPr/>
          <p:nvPr/>
        </p:nvSpPr>
        <p:spPr>
          <a:xfrm>
            <a:off x="548640" y="2871216"/>
            <a:ext cx="2587752" cy="566928"/>
          </a:xfrm>
          <a:prstGeom prst="rect">
            <a:avLst/>
          </a:prstGeom>
          <a:solidFill>
            <a:srgbClr val="FFFFFF"/>
          </a:solidFill>
          <a:ln w="12700">
            <a:solidFill>
              <a:srgbClr val="E5E7EB"/>
            </a:solidFill>
            <a:prstDash val="solid"/>
          </a:ln>
        </p:spPr>
        <p:txBody>
          <a:bodyPr/>
          <a:lstStyle/>
          <a:p>
            <a:endParaRPr lang="ko-KR" altLang="en-US"/>
          </a:p>
        </p:txBody>
      </p:sp>
      <p:sp>
        <p:nvSpPr>
          <p:cNvPr id="20" name="journey accent">
            <a:extLst>
              <a:ext uri="{C183D7F6-B498-43B3-948B-1728B52AA6E4}">
                <adec:decorative xmlns:adec="http://schemas.microsoft.com/office/drawing/2017/decorative" val="1"/>
              </a:ext>
            </a:extLst>
          </p:cNvPr>
          <p:cNvSpPr/>
          <p:nvPr/>
        </p:nvSpPr>
        <p:spPr>
          <a:xfrm>
            <a:off x="548640" y="2871216"/>
            <a:ext cx="45720" cy="566928"/>
          </a:xfrm>
          <a:prstGeom prst="rect">
            <a:avLst/>
          </a:prstGeom>
          <a:solidFill>
            <a:srgbClr val="3B82F6"/>
          </a:solidFill>
          <a:ln w="12700">
            <a:solidFill>
              <a:srgbClr val="3B82F6"/>
            </a:solidFill>
            <a:prstDash val="solid"/>
          </a:ln>
        </p:spPr>
        <p:txBody>
          <a:bodyPr/>
          <a:lstStyle/>
          <a:p>
            <a:endParaRPr lang="ko-KR" altLang="en-US"/>
          </a:p>
        </p:txBody>
      </p:sp>
      <p:sp>
        <p:nvSpPr>
          <p:cNvPr id="21" name="Text 19"/>
          <p:cNvSpPr/>
          <p:nvPr/>
        </p:nvSpPr>
        <p:spPr>
          <a:xfrm>
            <a:off x="749808" y="2871216"/>
            <a:ext cx="2203704" cy="566928"/>
          </a:xfrm>
          <a:prstGeom prst="rect">
            <a:avLst/>
          </a:prstGeom>
          <a:noFill/>
          <a:ln/>
        </p:spPr>
        <p:txBody>
          <a:bodyPr wrap="square" lIns="0" tIns="0" rIns="0" bIns="0" rtlCol="0" anchor="ctr"/>
          <a:lstStyle/>
          <a:p>
            <a:pPr marL="0" indent="0">
              <a:buNone/>
            </a:pPr>
            <a:r>
              <a:rPr lang="en-US" sz="1100" b="1" dirty="0">
                <a:solidFill>
                  <a:srgbClr val="1D4ED8"/>
                </a:solidFill>
                <a:latin typeface="Pretendard" pitchFamily="34" charset="0"/>
                <a:ea typeface="Pretendard" pitchFamily="34" charset="-122"/>
                <a:cs typeface="Pretendard" pitchFamily="34" charset="-120"/>
              </a:rPr>
              <a:t>04   </a:t>
            </a:r>
            <a:r>
              <a:rPr lang="en-US" sz="1100" b="1" dirty="0">
                <a:solidFill>
                  <a:srgbClr val="111827"/>
                </a:solidFill>
                <a:latin typeface="Pretendard" pitchFamily="34" charset="0"/>
                <a:ea typeface="Pretendard" pitchFamily="34" charset="-122"/>
                <a:cs typeface="Pretendard" pitchFamily="34" charset="-120"/>
              </a:rPr>
              <a:t>지침과 동작 설계</a:t>
            </a:r>
            <a:endParaRPr lang="en-US" sz="1100" dirty="0"/>
          </a:p>
        </p:txBody>
      </p:sp>
      <p:sp>
        <p:nvSpPr>
          <p:cNvPr id="22" name="journey card">
            <a:extLst>
              <a:ext uri="{C183D7F6-B498-43B3-948B-1728B52AA6E4}">
                <adec:decorative xmlns:adec="http://schemas.microsoft.com/office/drawing/2017/decorative" val="1"/>
              </a:ext>
            </a:extLst>
          </p:cNvPr>
          <p:cNvSpPr/>
          <p:nvPr/>
        </p:nvSpPr>
        <p:spPr>
          <a:xfrm>
            <a:off x="3200400" y="2871216"/>
            <a:ext cx="2587752" cy="566928"/>
          </a:xfrm>
          <a:prstGeom prst="rect">
            <a:avLst/>
          </a:prstGeom>
          <a:solidFill>
            <a:srgbClr val="FFFFFF"/>
          </a:solidFill>
          <a:ln w="12700">
            <a:solidFill>
              <a:srgbClr val="E5E7EB"/>
            </a:solidFill>
            <a:prstDash val="solid"/>
          </a:ln>
        </p:spPr>
        <p:txBody>
          <a:bodyPr/>
          <a:lstStyle/>
          <a:p>
            <a:endParaRPr lang="ko-KR" altLang="en-US"/>
          </a:p>
        </p:txBody>
      </p:sp>
      <p:sp>
        <p:nvSpPr>
          <p:cNvPr id="23" name="journey accent">
            <a:extLst>
              <a:ext uri="{C183D7F6-B498-43B3-948B-1728B52AA6E4}">
                <adec:decorative xmlns:adec="http://schemas.microsoft.com/office/drawing/2017/decorative" val="1"/>
              </a:ext>
            </a:extLst>
          </p:cNvPr>
          <p:cNvSpPr/>
          <p:nvPr/>
        </p:nvSpPr>
        <p:spPr>
          <a:xfrm>
            <a:off x="3200400" y="2871216"/>
            <a:ext cx="45720" cy="566928"/>
          </a:xfrm>
          <a:prstGeom prst="rect">
            <a:avLst/>
          </a:prstGeom>
          <a:solidFill>
            <a:srgbClr val="3B82F6"/>
          </a:solidFill>
          <a:ln w="12700">
            <a:solidFill>
              <a:srgbClr val="3B82F6"/>
            </a:solidFill>
            <a:prstDash val="solid"/>
          </a:ln>
        </p:spPr>
        <p:txBody>
          <a:bodyPr/>
          <a:lstStyle/>
          <a:p>
            <a:endParaRPr lang="ko-KR" altLang="en-US"/>
          </a:p>
        </p:txBody>
      </p:sp>
      <p:sp>
        <p:nvSpPr>
          <p:cNvPr id="24" name="Text 22"/>
          <p:cNvSpPr/>
          <p:nvPr/>
        </p:nvSpPr>
        <p:spPr>
          <a:xfrm>
            <a:off x="3401568" y="2871216"/>
            <a:ext cx="2203704" cy="566928"/>
          </a:xfrm>
          <a:prstGeom prst="rect">
            <a:avLst/>
          </a:prstGeom>
          <a:noFill/>
          <a:ln/>
        </p:spPr>
        <p:txBody>
          <a:bodyPr wrap="square" lIns="0" tIns="0" rIns="0" bIns="0" rtlCol="0" anchor="ctr"/>
          <a:lstStyle/>
          <a:p>
            <a:pPr marL="0" indent="0">
              <a:buNone/>
            </a:pPr>
            <a:r>
              <a:rPr lang="en-US" sz="1100" b="1" dirty="0">
                <a:solidFill>
                  <a:srgbClr val="1D4ED8"/>
                </a:solidFill>
                <a:latin typeface="Pretendard" pitchFamily="34" charset="0"/>
                <a:ea typeface="Pretendard" pitchFamily="34" charset="-122"/>
                <a:cs typeface="Pretendard" pitchFamily="34" charset="-120"/>
              </a:rPr>
              <a:t>05   </a:t>
            </a:r>
            <a:r>
              <a:rPr lang="en-US" sz="1100" b="1" dirty="0">
                <a:solidFill>
                  <a:srgbClr val="111827"/>
                </a:solidFill>
                <a:latin typeface="Pretendard" pitchFamily="34" charset="0"/>
                <a:ea typeface="Pretendard" pitchFamily="34" charset="-122"/>
                <a:cs typeface="Pretendard" pitchFamily="34" charset="-120"/>
              </a:rPr>
              <a:t>지식 연결</a:t>
            </a:r>
            <a:endParaRPr lang="en-US" sz="1100" dirty="0"/>
          </a:p>
        </p:txBody>
      </p:sp>
      <p:sp>
        <p:nvSpPr>
          <p:cNvPr id="25" name="journey card">
            <a:extLst>
              <a:ext uri="{C183D7F6-B498-43B3-948B-1728B52AA6E4}">
                <adec:decorative xmlns:adec="http://schemas.microsoft.com/office/drawing/2017/decorative" val="1"/>
              </a:ext>
            </a:extLst>
          </p:cNvPr>
          <p:cNvSpPr/>
          <p:nvPr/>
        </p:nvSpPr>
        <p:spPr>
          <a:xfrm>
            <a:off x="5852160" y="2871216"/>
            <a:ext cx="2587752" cy="566928"/>
          </a:xfrm>
          <a:prstGeom prst="rect">
            <a:avLst/>
          </a:prstGeom>
          <a:solidFill>
            <a:srgbClr val="FFFFFF"/>
          </a:solidFill>
          <a:ln w="12700">
            <a:solidFill>
              <a:srgbClr val="E5E7EB"/>
            </a:solidFill>
            <a:prstDash val="solid"/>
          </a:ln>
        </p:spPr>
        <p:txBody>
          <a:bodyPr/>
          <a:lstStyle/>
          <a:p>
            <a:endParaRPr lang="ko-KR" altLang="en-US"/>
          </a:p>
        </p:txBody>
      </p:sp>
      <p:sp>
        <p:nvSpPr>
          <p:cNvPr id="26" name="journey accent">
            <a:extLst>
              <a:ext uri="{C183D7F6-B498-43B3-948B-1728B52AA6E4}">
                <adec:decorative xmlns:adec="http://schemas.microsoft.com/office/drawing/2017/decorative" val="1"/>
              </a:ext>
            </a:extLst>
          </p:cNvPr>
          <p:cNvSpPr/>
          <p:nvPr/>
        </p:nvSpPr>
        <p:spPr>
          <a:xfrm>
            <a:off x="5852160" y="2871216"/>
            <a:ext cx="45720" cy="566928"/>
          </a:xfrm>
          <a:prstGeom prst="rect">
            <a:avLst/>
          </a:prstGeom>
          <a:solidFill>
            <a:srgbClr val="3B82F6"/>
          </a:solidFill>
          <a:ln w="12700">
            <a:solidFill>
              <a:srgbClr val="3B82F6"/>
            </a:solidFill>
            <a:prstDash val="solid"/>
          </a:ln>
        </p:spPr>
        <p:txBody>
          <a:bodyPr/>
          <a:lstStyle/>
          <a:p>
            <a:endParaRPr lang="ko-KR" altLang="en-US"/>
          </a:p>
        </p:txBody>
      </p:sp>
      <p:sp>
        <p:nvSpPr>
          <p:cNvPr id="27" name="Text 25"/>
          <p:cNvSpPr/>
          <p:nvPr/>
        </p:nvSpPr>
        <p:spPr>
          <a:xfrm>
            <a:off x="6053328" y="2871216"/>
            <a:ext cx="2203704" cy="566928"/>
          </a:xfrm>
          <a:prstGeom prst="rect">
            <a:avLst/>
          </a:prstGeom>
          <a:noFill/>
          <a:ln/>
        </p:spPr>
        <p:txBody>
          <a:bodyPr wrap="square" lIns="0" tIns="0" rIns="0" bIns="0" rtlCol="0" anchor="ctr"/>
          <a:lstStyle/>
          <a:p>
            <a:pPr marL="0" indent="0">
              <a:buNone/>
            </a:pPr>
            <a:r>
              <a:rPr lang="en-US" sz="1100" b="1" dirty="0">
                <a:solidFill>
                  <a:srgbClr val="1D4ED8"/>
                </a:solidFill>
                <a:latin typeface="Pretendard" pitchFamily="34" charset="0"/>
                <a:ea typeface="Pretendard" pitchFamily="34" charset="-122"/>
                <a:cs typeface="Pretendard" pitchFamily="34" charset="-120"/>
              </a:rPr>
              <a:t>06   </a:t>
            </a:r>
            <a:r>
              <a:rPr lang="en-US" sz="1100" b="1" dirty="0">
                <a:solidFill>
                  <a:srgbClr val="111827"/>
                </a:solidFill>
                <a:latin typeface="Pretendard" pitchFamily="34" charset="0"/>
                <a:ea typeface="Pretendard" pitchFamily="34" charset="-122"/>
                <a:cs typeface="Pretendard" pitchFamily="34" charset="-120"/>
              </a:rPr>
              <a:t>도구와 스킬</a:t>
            </a:r>
            <a:endParaRPr lang="en-US" sz="1100" dirty="0"/>
          </a:p>
        </p:txBody>
      </p:sp>
      <p:sp>
        <p:nvSpPr>
          <p:cNvPr id="28" name="journey card">
            <a:extLst>
              <a:ext uri="{C183D7F6-B498-43B3-948B-1728B52AA6E4}">
                <adec:decorative xmlns:adec="http://schemas.microsoft.com/office/drawing/2017/decorative" val="1"/>
              </a:ext>
            </a:extLst>
          </p:cNvPr>
          <p:cNvSpPr/>
          <p:nvPr/>
        </p:nvSpPr>
        <p:spPr>
          <a:xfrm>
            <a:off x="548640" y="3529584"/>
            <a:ext cx="2587752" cy="566928"/>
          </a:xfrm>
          <a:prstGeom prst="rect">
            <a:avLst/>
          </a:prstGeom>
          <a:solidFill>
            <a:srgbClr val="FFFFFF"/>
          </a:solidFill>
          <a:ln w="12700">
            <a:solidFill>
              <a:srgbClr val="E5E7EB"/>
            </a:solidFill>
            <a:prstDash val="solid"/>
          </a:ln>
        </p:spPr>
        <p:txBody>
          <a:bodyPr/>
          <a:lstStyle/>
          <a:p>
            <a:endParaRPr lang="ko-KR" altLang="en-US"/>
          </a:p>
        </p:txBody>
      </p:sp>
      <p:sp>
        <p:nvSpPr>
          <p:cNvPr id="29" name="journey accent">
            <a:extLst>
              <a:ext uri="{C183D7F6-B498-43B3-948B-1728B52AA6E4}">
                <adec:decorative xmlns:adec="http://schemas.microsoft.com/office/drawing/2017/decorative" val="1"/>
              </a:ext>
            </a:extLst>
          </p:cNvPr>
          <p:cNvSpPr/>
          <p:nvPr/>
        </p:nvSpPr>
        <p:spPr>
          <a:xfrm>
            <a:off x="548640" y="3529584"/>
            <a:ext cx="45720" cy="566928"/>
          </a:xfrm>
          <a:prstGeom prst="rect">
            <a:avLst/>
          </a:prstGeom>
          <a:solidFill>
            <a:srgbClr val="3B82F6"/>
          </a:solidFill>
          <a:ln w="12700">
            <a:solidFill>
              <a:srgbClr val="3B82F6"/>
            </a:solidFill>
            <a:prstDash val="solid"/>
          </a:ln>
        </p:spPr>
        <p:txBody>
          <a:bodyPr/>
          <a:lstStyle/>
          <a:p>
            <a:endParaRPr lang="ko-KR" altLang="en-US"/>
          </a:p>
        </p:txBody>
      </p:sp>
      <p:sp>
        <p:nvSpPr>
          <p:cNvPr id="30" name="Text 28"/>
          <p:cNvSpPr/>
          <p:nvPr/>
        </p:nvSpPr>
        <p:spPr>
          <a:xfrm>
            <a:off x="749808" y="3529584"/>
            <a:ext cx="2203704" cy="566928"/>
          </a:xfrm>
          <a:prstGeom prst="rect">
            <a:avLst/>
          </a:prstGeom>
          <a:noFill/>
          <a:ln/>
        </p:spPr>
        <p:txBody>
          <a:bodyPr wrap="square" lIns="0" tIns="0" rIns="0" bIns="0" rtlCol="0" anchor="ctr"/>
          <a:lstStyle/>
          <a:p>
            <a:pPr marL="0" indent="0">
              <a:buNone/>
            </a:pPr>
            <a:r>
              <a:rPr lang="en-US" sz="1100" b="1" dirty="0">
                <a:solidFill>
                  <a:srgbClr val="1D4ED8"/>
                </a:solidFill>
                <a:latin typeface="Pretendard" pitchFamily="34" charset="0"/>
                <a:ea typeface="Pretendard" pitchFamily="34" charset="-122"/>
                <a:cs typeface="Pretendard" pitchFamily="34" charset="-120"/>
              </a:rPr>
              <a:t>07   </a:t>
            </a:r>
            <a:r>
              <a:rPr lang="en-US" sz="1100" b="1" dirty="0">
                <a:solidFill>
                  <a:srgbClr val="111827"/>
                </a:solidFill>
                <a:latin typeface="Pretendard" pitchFamily="34" charset="0"/>
                <a:ea typeface="Pretendard" pitchFamily="34" charset="-122"/>
                <a:cs typeface="Pretendard" pitchFamily="34" charset="-120"/>
              </a:rPr>
              <a:t>워크플로 연결</a:t>
            </a:r>
            <a:endParaRPr lang="en-US" sz="1100" dirty="0"/>
          </a:p>
        </p:txBody>
      </p:sp>
      <p:sp>
        <p:nvSpPr>
          <p:cNvPr id="31" name="journey card">
            <a:extLst>
              <a:ext uri="{C183D7F6-B498-43B3-948B-1728B52AA6E4}">
                <adec:decorative xmlns:adec="http://schemas.microsoft.com/office/drawing/2017/decorative" val="1"/>
              </a:ext>
            </a:extLst>
          </p:cNvPr>
          <p:cNvSpPr/>
          <p:nvPr/>
        </p:nvSpPr>
        <p:spPr>
          <a:xfrm>
            <a:off x="3200400" y="3529584"/>
            <a:ext cx="2587752" cy="566928"/>
          </a:xfrm>
          <a:prstGeom prst="rect">
            <a:avLst/>
          </a:prstGeom>
          <a:solidFill>
            <a:srgbClr val="FFFFFF"/>
          </a:solidFill>
          <a:ln w="12700">
            <a:solidFill>
              <a:srgbClr val="E5E7EB"/>
            </a:solidFill>
            <a:prstDash val="solid"/>
          </a:ln>
        </p:spPr>
        <p:txBody>
          <a:bodyPr/>
          <a:lstStyle/>
          <a:p>
            <a:endParaRPr lang="ko-KR" altLang="en-US"/>
          </a:p>
        </p:txBody>
      </p:sp>
      <p:sp>
        <p:nvSpPr>
          <p:cNvPr id="32" name="journey accent">
            <a:extLst>
              <a:ext uri="{C183D7F6-B498-43B3-948B-1728B52AA6E4}">
                <adec:decorative xmlns:adec="http://schemas.microsoft.com/office/drawing/2017/decorative" val="1"/>
              </a:ext>
            </a:extLst>
          </p:cNvPr>
          <p:cNvSpPr/>
          <p:nvPr/>
        </p:nvSpPr>
        <p:spPr>
          <a:xfrm>
            <a:off x="3200400" y="3529584"/>
            <a:ext cx="45720" cy="566928"/>
          </a:xfrm>
          <a:prstGeom prst="rect">
            <a:avLst/>
          </a:prstGeom>
          <a:solidFill>
            <a:srgbClr val="3B82F6"/>
          </a:solidFill>
          <a:ln w="12700">
            <a:solidFill>
              <a:srgbClr val="3B82F6"/>
            </a:solidFill>
            <a:prstDash val="solid"/>
          </a:ln>
        </p:spPr>
        <p:txBody>
          <a:bodyPr/>
          <a:lstStyle/>
          <a:p>
            <a:endParaRPr lang="ko-KR" altLang="en-US"/>
          </a:p>
        </p:txBody>
      </p:sp>
      <p:sp>
        <p:nvSpPr>
          <p:cNvPr id="33" name="Text 31"/>
          <p:cNvSpPr/>
          <p:nvPr/>
        </p:nvSpPr>
        <p:spPr>
          <a:xfrm>
            <a:off x="3401568" y="3529584"/>
            <a:ext cx="2203704" cy="566928"/>
          </a:xfrm>
          <a:prstGeom prst="rect">
            <a:avLst/>
          </a:prstGeom>
          <a:noFill/>
          <a:ln/>
        </p:spPr>
        <p:txBody>
          <a:bodyPr wrap="square" lIns="0" tIns="0" rIns="0" bIns="0" rtlCol="0" anchor="ctr"/>
          <a:lstStyle/>
          <a:p>
            <a:pPr marL="0" indent="0">
              <a:buNone/>
            </a:pPr>
            <a:r>
              <a:rPr lang="en-US" sz="1100" b="1" dirty="0">
                <a:solidFill>
                  <a:srgbClr val="1D4ED8"/>
                </a:solidFill>
                <a:latin typeface="Pretendard" pitchFamily="34" charset="0"/>
                <a:ea typeface="Pretendard" pitchFamily="34" charset="-122"/>
                <a:cs typeface="Pretendard" pitchFamily="34" charset="-120"/>
              </a:rPr>
              <a:t>08   </a:t>
            </a:r>
            <a:r>
              <a:rPr lang="en-US" sz="1100" b="1" dirty="0">
                <a:solidFill>
                  <a:srgbClr val="111827"/>
                </a:solidFill>
                <a:latin typeface="Pretendard" pitchFamily="34" charset="0"/>
                <a:ea typeface="Pretendard" pitchFamily="34" charset="-122"/>
                <a:cs typeface="Pretendard" pitchFamily="34" charset="-120"/>
              </a:rPr>
              <a:t>게시하기</a:t>
            </a:r>
            <a:endParaRPr lang="en-US" sz="1100" dirty="0"/>
          </a:p>
        </p:txBody>
      </p:sp>
      <p:sp>
        <p:nvSpPr>
          <p:cNvPr id="34" name="journey card">
            <a:extLst>
              <a:ext uri="{C183D7F6-B498-43B3-948B-1728B52AA6E4}">
                <adec:decorative xmlns:adec="http://schemas.microsoft.com/office/drawing/2017/decorative" val="1"/>
              </a:ext>
            </a:extLst>
          </p:cNvPr>
          <p:cNvSpPr/>
          <p:nvPr/>
        </p:nvSpPr>
        <p:spPr>
          <a:xfrm>
            <a:off x="5852160" y="3529584"/>
            <a:ext cx="2587752" cy="566928"/>
          </a:xfrm>
          <a:prstGeom prst="rect">
            <a:avLst/>
          </a:prstGeom>
          <a:solidFill>
            <a:srgbClr val="FFFFFF"/>
          </a:solidFill>
          <a:ln w="12700">
            <a:solidFill>
              <a:srgbClr val="E5E7EB"/>
            </a:solidFill>
            <a:prstDash val="solid"/>
          </a:ln>
        </p:spPr>
        <p:txBody>
          <a:bodyPr/>
          <a:lstStyle/>
          <a:p>
            <a:endParaRPr lang="ko-KR" altLang="en-US"/>
          </a:p>
        </p:txBody>
      </p:sp>
      <p:sp>
        <p:nvSpPr>
          <p:cNvPr id="35" name="journey accent">
            <a:extLst>
              <a:ext uri="{C183D7F6-B498-43B3-948B-1728B52AA6E4}">
                <adec:decorative xmlns:adec="http://schemas.microsoft.com/office/drawing/2017/decorative" val="1"/>
              </a:ext>
            </a:extLst>
          </p:cNvPr>
          <p:cNvSpPr/>
          <p:nvPr/>
        </p:nvSpPr>
        <p:spPr>
          <a:xfrm>
            <a:off x="5852160" y="3529584"/>
            <a:ext cx="45720" cy="566928"/>
          </a:xfrm>
          <a:prstGeom prst="rect">
            <a:avLst/>
          </a:prstGeom>
          <a:solidFill>
            <a:srgbClr val="3B82F6"/>
          </a:solidFill>
          <a:ln w="12700">
            <a:solidFill>
              <a:srgbClr val="3B82F6"/>
            </a:solidFill>
            <a:prstDash val="solid"/>
          </a:ln>
        </p:spPr>
        <p:txBody>
          <a:bodyPr/>
          <a:lstStyle/>
          <a:p>
            <a:endParaRPr lang="ko-KR" altLang="en-US"/>
          </a:p>
        </p:txBody>
      </p:sp>
      <p:sp>
        <p:nvSpPr>
          <p:cNvPr id="36" name="Text 34"/>
          <p:cNvSpPr/>
          <p:nvPr/>
        </p:nvSpPr>
        <p:spPr>
          <a:xfrm>
            <a:off x="6053328" y="3529584"/>
            <a:ext cx="2203704" cy="566928"/>
          </a:xfrm>
          <a:prstGeom prst="rect">
            <a:avLst/>
          </a:prstGeom>
          <a:noFill/>
          <a:ln/>
        </p:spPr>
        <p:txBody>
          <a:bodyPr wrap="square" lIns="0" tIns="0" rIns="0" bIns="0" rtlCol="0" anchor="ctr"/>
          <a:lstStyle/>
          <a:p>
            <a:pPr marL="0" indent="0">
              <a:buNone/>
            </a:pPr>
            <a:r>
              <a:rPr lang="en-US" sz="1100" b="1" dirty="0">
                <a:solidFill>
                  <a:srgbClr val="1D4ED8"/>
                </a:solidFill>
                <a:latin typeface="Pretendard" pitchFamily="34" charset="0"/>
                <a:ea typeface="Pretendard" pitchFamily="34" charset="-122"/>
                <a:cs typeface="Pretendard" pitchFamily="34" charset="-120"/>
              </a:rPr>
              <a:t>09   </a:t>
            </a:r>
            <a:r>
              <a:rPr lang="en-US" sz="1100" b="1" dirty="0">
                <a:solidFill>
                  <a:srgbClr val="111827"/>
                </a:solidFill>
                <a:latin typeface="Pretendard" pitchFamily="34" charset="0"/>
                <a:ea typeface="Pretendard" pitchFamily="34" charset="-122"/>
                <a:cs typeface="Pretendard" pitchFamily="34" charset="-120"/>
              </a:rPr>
              <a:t>라이선스 이해</a:t>
            </a:r>
            <a:endParaRPr lang="en-US" sz="11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a:effectLst/>
      </p:bgPr>
    </p:bg>
    <p:spTree>
      <p:nvGrpSpPr>
        <p:cNvPr id="1" name=""/>
        <p:cNvGrpSpPr/>
        <p:nvPr/>
      </p:nvGrpSpPr>
      <p:grpSpPr>
        <a:xfrm>
          <a:off x="0" y="0"/>
          <a:ext cx="0" cy="0"/>
          <a:chOff x="0" y="0"/>
          <a:chExt cx="0" cy="0"/>
        </a:xfrm>
      </p:grpSpPr>
      <p:sp>
        <p:nvSpPr>
          <p:cNvPr id="2" name="top accent">
            <a:extLst>
              <a:ext uri="{C183D7F6-B498-43B3-948B-1728B52AA6E4}">
                <adec:decorative xmlns:adec="http://schemas.microsoft.com/office/drawing/2017/decorative" val="1"/>
              </a:ext>
            </a:extLst>
          </p:cNvPr>
          <p:cNvSpPr/>
          <p:nvPr/>
        </p:nvSpPr>
        <p:spPr>
          <a:xfrm>
            <a:off x="0" y="0"/>
            <a:ext cx="9144000" cy="54864"/>
          </a:xfrm>
          <a:prstGeom prst="rect">
            <a:avLst/>
          </a:prstGeom>
          <a:solidFill>
            <a:srgbClr val="1D4ED8"/>
          </a:solidFill>
          <a:ln w="12700">
            <a:solidFill>
              <a:srgbClr val="1D4ED8"/>
            </a:solidFill>
            <a:prstDash val="solid"/>
          </a:ln>
        </p:spPr>
        <p:txBody>
          <a:bodyPr/>
          <a:lstStyle/>
          <a:p>
            <a:endParaRPr lang="ko-KR" altLang="en-US"/>
          </a:p>
        </p:txBody>
      </p:sp>
      <p:sp>
        <p:nvSpPr>
          <p:cNvPr id="3" name="Text 1">
            <a:extLst>
              <a:ext uri="{C183D7F6-B498-43B3-948B-1728B52AA6E4}">
                <adec:decorative xmlns:adec="http://schemas.microsoft.com/office/drawing/2017/decorative" val="1"/>
              </a:ext>
            </a:extLst>
          </p:cNvPr>
          <p:cNvSpPr/>
          <p:nvPr/>
        </p:nvSpPr>
        <p:spPr>
          <a:xfrm>
            <a:off x="548640" y="384048"/>
            <a:ext cx="8046720" cy="237744"/>
          </a:xfrm>
          <a:prstGeom prst="rect">
            <a:avLst/>
          </a:prstGeom>
          <a:noFill/>
          <a:ln/>
        </p:spPr>
        <p:txBody>
          <a:bodyPr wrap="square" lIns="0" tIns="0" rIns="0" bIns="0" rtlCol="0" anchor="ctr"/>
          <a:lstStyle/>
          <a:p>
            <a:pPr marL="0" indent="0">
              <a:buNone/>
            </a:pPr>
            <a:r>
              <a:rPr lang="en-US" sz="1100" b="1" kern="0" spc="150" dirty="0">
                <a:solidFill>
                  <a:srgbClr val="1D4ED8"/>
                </a:solidFill>
                <a:latin typeface="Pretendard" pitchFamily="34" charset="0"/>
                <a:ea typeface="Pretendard" pitchFamily="34" charset="-122"/>
                <a:cs typeface="Pretendard" pitchFamily="34" charset="-120"/>
              </a:rPr>
              <a:t>과정 전체 정리</a:t>
            </a:r>
            <a:endParaRPr lang="en-US" sz="1100" dirty="0"/>
          </a:p>
        </p:txBody>
      </p:sp>
      <p:sp>
        <p:nvSpPr>
          <p:cNvPr id="4" name="Text 2"/>
          <p:cNvSpPr/>
          <p:nvPr/>
        </p:nvSpPr>
        <p:spPr>
          <a:xfrm>
            <a:off x="548640" y="658368"/>
            <a:ext cx="8046720" cy="457200"/>
          </a:xfrm>
          <a:prstGeom prst="rect">
            <a:avLst/>
          </a:prstGeom>
          <a:noFill/>
          <a:ln/>
        </p:spPr>
        <p:txBody>
          <a:bodyPr wrap="square" lIns="0" tIns="0" rIns="0" bIns="0" rtlCol="0" anchor="ctr"/>
          <a:lstStyle/>
          <a:p>
            <a:pPr marL="0" indent="0">
              <a:buNone/>
            </a:pPr>
            <a:r>
              <a:rPr lang="en-US" sz="2700" b="1" dirty="0">
                <a:solidFill>
                  <a:srgbClr val="111827"/>
                </a:solidFill>
                <a:latin typeface="Pretendard" pitchFamily="34" charset="0"/>
                <a:ea typeface="Pretendard" pitchFamily="34" charset="-122"/>
                <a:cs typeface="Pretendard" pitchFamily="34" charset="-120"/>
              </a:rPr>
              <a:t>현장에 가져갈 다섯 가지 원칙</a:t>
            </a:r>
            <a:endParaRPr lang="en-US" sz="2700" dirty="0"/>
          </a:p>
        </p:txBody>
      </p:sp>
      <p:sp>
        <p:nvSpPr>
          <p:cNvPr id="5" name="rule">
            <a:extLst>
              <a:ext uri="{C183D7F6-B498-43B3-948B-1728B52AA6E4}">
                <adec:decorative xmlns:adec="http://schemas.microsoft.com/office/drawing/2017/decorative" val="1"/>
              </a:ext>
            </a:extLst>
          </p:cNvPr>
          <p:cNvSpPr/>
          <p:nvPr/>
        </p:nvSpPr>
        <p:spPr>
          <a:xfrm>
            <a:off x="548640" y="1207008"/>
            <a:ext cx="822960" cy="32004"/>
          </a:xfrm>
          <a:prstGeom prst="rect">
            <a:avLst/>
          </a:prstGeom>
          <a:solidFill>
            <a:srgbClr val="1D4ED8"/>
          </a:solidFill>
          <a:ln w="12700">
            <a:solidFill>
              <a:srgbClr val="1D4ED8"/>
            </a:solidFill>
            <a:prstDash val="solid"/>
          </a:ln>
        </p:spPr>
        <p:txBody>
          <a:bodyPr/>
          <a:lstStyle/>
          <a:p>
            <a:endParaRPr lang="en-US"/>
          </a:p>
        </p:txBody>
      </p:sp>
      <p:sp>
        <p:nvSpPr>
          <p:cNvPr id="6" name="Text 4"/>
          <p:cNvSpPr/>
          <p:nvPr/>
        </p:nvSpPr>
        <p:spPr>
          <a:xfrm>
            <a:off x="6766560" y="4718304"/>
            <a:ext cx="1828800" cy="237744"/>
          </a:xfrm>
          <a:prstGeom prst="rect">
            <a:avLst/>
          </a:prstGeom>
          <a:noFill/>
          <a:ln/>
        </p:spPr>
        <p:txBody>
          <a:bodyPr wrap="square" lIns="0" tIns="0" rIns="0" bIns="0" rtlCol="0" anchor="ctr"/>
          <a:lstStyle/>
          <a:p>
            <a:pPr marL="0" indent="0" algn="r">
              <a:buNone/>
            </a:pPr>
            <a:r>
              <a:rPr lang="en-US" sz="950" dirty="0">
                <a:solidFill>
                  <a:srgbClr val="6B7280"/>
                </a:solidFill>
                <a:latin typeface="Pretendard" pitchFamily="34" charset="0"/>
                <a:ea typeface="Pretendard" pitchFamily="34" charset="-122"/>
                <a:cs typeface="Pretendard" pitchFamily="34" charset="-120"/>
              </a:rPr>
              <a:t>과정 정리  ·  핵심 원칙</a:t>
            </a:r>
            <a:endParaRPr lang="en-US" sz="950" dirty="0"/>
          </a:p>
        </p:txBody>
      </p:sp>
      <p:sp>
        <p:nvSpPr>
          <p:cNvPr id="7" name="principle card">
            <a:extLst>
              <a:ext uri="{C183D7F6-B498-43B3-948B-1728B52AA6E4}">
                <adec:decorative xmlns:adec="http://schemas.microsoft.com/office/drawing/2017/decorative" val="1"/>
              </a:ext>
            </a:extLst>
          </p:cNvPr>
          <p:cNvSpPr/>
          <p:nvPr/>
        </p:nvSpPr>
        <p:spPr>
          <a:xfrm>
            <a:off x="548640" y="1463040"/>
            <a:ext cx="8046720" cy="566928"/>
          </a:xfrm>
          <a:prstGeom prst="rect">
            <a:avLst/>
          </a:prstGeom>
          <a:solidFill>
            <a:srgbClr val="FFFFFF"/>
          </a:solidFill>
          <a:ln w="12700">
            <a:solidFill>
              <a:srgbClr val="E5E7EB"/>
            </a:solidFill>
            <a:prstDash val="solid"/>
          </a:ln>
        </p:spPr>
        <p:txBody>
          <a:bodyPr/>
          <a:lstStyle/>
          <a:p>
            <a:endParaRPr lang="ko-KR" altLang="en-US"/>
          </a:p>
        </p:txBody>
      </p:sp>
      <p:sp>
        <p:nvSpPr>
          <p:cNvPr id="8" name="principle accent">
            <a:extLst>
              <a:ext uri="{C183D7F6-B498-43B3-948B-1728B52AA6E4}">
                <adec:decorative xmlns:adec="http://schemas.microsoft.com/office/drawing/2017/decorative" val="1"/>
              </a:ext>
            </a:extLst>
          </p:cNvPr>
          <p:cNvSpPr/>
          <p:nvPr/>
        </p:nvSpPr>
        <p:spPr>
          <a:xfrm>
            <a:off x="548640" y="1463040"/>
            <a:ext cx="45720" cy="566928"/>
          </a:xfrm>
          <a:prstGeom prst="rect">
            <a:avLst/>
          </a:prstGeom>
          <a:solidFill>
            <a:srgbClr val="3B82F6"/>
          </a:solidFill>
          <a:ln w="12700">
            <a:solidFill>
              <a:srgbClr val="3B82F6"/>
            </a:solidFill>
            <a:prstDash val="solid"/>
          </a:ln>
        </p:spPr>
        <p:txBody>
          <a:bodyPr/>
          <a:lstStyle/>
          <a:p>
            <a:endParaRPr lang="en-US"/>
          </a:p>
        </p:txBody>
      </p:sp>
      <p:sp>
        <p:nvSpPr>
          <p:cNvPr id="9" name="Text 7"/>
          <p:cNvSpPr/>
          <p:nvPr/>
        </p:nvSpPr>
        <p:spPr>
          <a:xfrm>
            <a:off x="777240" y="1463040"/>
            <a:ext cx="7589520" cy="566928"/>
          </a:xfrm>
          <a:prstGeom prst="rect">
            <a:avLst/>
          </a:prstGeom>
          <a:noFill/>
          <a:ln/>
        </p:spPr>
        <p:txBody>
          <a:bodyPr wrap="square" lIns="0" tIns="0" rIns="0" bIns="0" rtlCol="0" anchor="ctr"/>
          <a:lstStyle/>
          <a:p>
            <a:pPr marL="0" indent="0">
              <a:buNone/>
            </a:pPr>
            <a:r>
              <a:rPr lang="en-US" sz="1200" b="1" dirty="0">
                <a:solidFill>
                  <a:srgbClr val="1D4ED8"/>
                </a:solidFill>
                <a:latin typeface="Pretendard" pitchFamily="34" charset="0"/>
                <a:ea typeface="Pretendard" pitchFamily="34" charset="-122"/>
                <a:cs typeface="Pretendard" pitchFamily="34" charset="-120"/>
              </a:rPr>
              <a:t>지침이 곧 설계     </a:t>
            </a:r>
            <a:r>
              <a:rPr lang="en-US" sz="1050" dirty="0">
                <a:solidFill>
                  <a:srgbClr val="4B5563"/>
                </a:solidFill>
                <a:latin typeface="Pretendard" pitchFamily="34" charset="0"/>
                <a:ea typeface="Pretendard" pitchFamily="34" charset="-122"/>
                <a:cs typeface="Pretendard" pitchFamily="34" charset="-120"/>
              </a:rPr>
              <a:t>코드가 아니라 명확한 자연어 지침이 에이전트의 품질을 결정합니다.</a:t>
            </a:r>
            <a:endParaRPr lang="en-US" sz="1200" dirty="0"/>
          </a:p>
        </p:txBody>
      </p:sp>
      <p:sp>
        <p:nvSpPr>
          <p:cNvPr id="10" name="principle card">
            <a:extLst>
              <a:ext uri="{C183D7F6-B498-43B3-948B-1728B52AA6E4}">
                <adec:decorative xmlns:adec="http://schemas.microsoft.com/office/drawing/2017/decorative" val="1"/>
              </a:ext>
            </a:extLst>
          </p:cNvPr>
          <p:cNvSpPr/>
          <p:nvPr/>
        </p:nvSpPr>
        <p:spPr>
          <a:xfrm>
            <a:off x="548640" y="2103120"/>
            <a:ext cx="8046720" cy="566928"/>
          </a:xfrm>
          <a:prstGeom prst="rect">
            <a:avLst/>
          </a:prstGeom>
          <a:solidFill>
            <a:srgbClr val="FFFFFF"/>
          </a:solidFill>
          <a:ln w="12700">
            <a:solidFill>
              <a:srgbClr val="E5E7EB"/>
            </a:solidFill>
            <a:prstDash val="solid"/>
          </a:ln>
        </p:spPr>
        <p:txBody>
          <a:bodyPr/>
          <a:lstStyle/>
          <a:p>
            <a:endParaRPr lang="en-US"/>
          </a:p>
        </p:txBody>
      </p:sp>
      <p:sp>
        <p:nvSpPr>
          <p:cNvPr id="11" name="principle accent">
            <a:extLst>
              <a:ext uri="{C183D7F6-B498-43B3-948B-1728B52AA6E4}">
                <adec:decorative xmlns:adec="http://schemas.microsoft.com/office/drawing/2017/decorative" val="1"/>
              </a:ext>
            </a:extLst>
          </p:cNvPr>
          <p:cNvSpPr/>
          <p:nvPr/>
        </p:nvSpPr>
        <p:spPr>
          <a:xfrm>
            <a:off x="548640" y="2103120"/>
            <a:ext cx="45720" cy="566928"/>
          </a:xfrm>
          <a:prstGeom prst="rect">
            <a:avLst/>
          </a:prstGeom>
          <a:solidFill>
            <a:srgbClr val="3B82F6"/>
          </a:solidFill>
          <a:ln w="12700">
            <a:solidFill>
              <a:srgbClr val="3B82F6"/>
            </a:solidFill>
            <a:prstDash val="solid"/>
          </a:ln>
        </p:spPr>
        <p:txBody>
          <a:bodyPr/>
          <a:lstStyle/>
          <a:p>
            <a:endParaRPr lang="ko-KR" altLang="en-US"/>
          </a:p>
        </p:txBody>
      </p:sp>
      <p:sp>
        <p:nvSpPr>
          <p:cNvPr id="12" name="Text 10"/>
          <p:cNvSpPr/>
          <p:nvPr/>
        </p:nvSpPr>
        <p:spPr>
          <a:xfrm>
            <a:off x="777240" y="2103120"/>
            <a:ext cx="7589520" cy="566928"/>
          </a:xfrm>
          <a:prstGeom prst="rect">
            <a:avLst/>
          </a:prstGeom>
          <a:noFill/>
          <a:ln/>
        </p:spPr>
        <p:txBody>
          <a:bodyPr wrap="square" lIns="0" tIns="0" rIns="0" bIns="0" rtlCol="0" anchor="ctr"/>
          <a:lstStyle/>
          <a:p>
            <a:pPr marL="0" indent="0">
              <a:buNone/>
            </a:pPr>
            <a:r>
              <a:rPr lang="en-US" sz="1200" b="1" dirty="0">
                <a:solidFill>
                  <a:srgbClr val="1D4ED8"/>
                </a:solidFill>
                <a:latin typeface="Pretendard" pitchFamily="34" charset="0"/>
                <a:ea typeface="Pretendard" pitchFamily="34" charset="-122"/>
                <a:cs typeface="Pretendard" pitchFamily="34" charset="-120"/>
              </a:rPr>
              <a:t>근거 없는 답은 없다     </a:t>
            </a:r>
            <a:r>
              <a:rPr lang="en-US" sz="1050" dirty="0">
                <a:solidFill>
                  <a:srgbClr val="4B5563"/>
                </a:solidFill>
                <a:latin typeface="Pretendard" pitchFamily="34" charset="0"/>
                <a:ea typeface="Pretendard" pitchFamily="34" charset="-122"/>
                <a:cs typeface="Pretendard" pitchFamily="34" charset="-120"/>
              </a:rPr>
              <a:t>지식 원본을 연결하고 인용을 확인해 신뢰할 수 있게 만듭니다.</a:t>
            </a:r>
            <a:endParaRPr lang="en-US" sz="1200" dirty="0"/>
          </a:p>
        </p:txBody>
      </p:sp>
      <p:sp>
        <p:nvSpPr>
          <p:cNvPr id="13" name="principle card">
            <a:extLst>
              <a:ext uri="{C183D7F6-B498-43B3-948B-1728B52AA6E4}">
                <adec:decorative xmlns:adec="http://schemas.microsoft.com/office/drawing/2017/decorative" val="1"/>
              </a:ext>
            </a:extLst>
          </p:cNvPr>
          <p:cNvSpPr/>
          <p:nvPr/>
        </p:nvSpPr>
        <p:spPr>
          <a:xfrm>
            <a:off x="548640" y="2743200"/>
            <a:ext cx="8046720" cy="566928"/>
          </a:xfrm>
          <a:prstGeom prst="rect">
            <a:avLst/>
          </a:prstGeom>
          <a:solidFill>
            <a:srgbClr val="FFFFFF"/>
          </a:solidFill>
          <a:ln w="12700">
            <a:solidFill>
              <a:srgbClr val="E5E7EB"/>
            </a:solidFill>
            <a:prstDash val="solid"/>
          </a:ln>
        </p:spPr>
        <p:txBody>
          <a:bodyPr/>
          <a:lstStyle/>
          <a:p>
            <a:endParaRPr lang="ko-KR" altLang="en-US"/>
          </a:p>
        </p:txBody>
      </p:sp>
      <p:sp>
        <p:nvSpPr>
          <p:cNvPr id="14" name="principle accent">
            <a:extLst>
              <a:ext uri="{C183D7F6-B498-43B3-948B-1728B52AA6E4}">
                <adec:decorative xmlns:adec="http://schemas.microsoft.com/office/drawing/2017/decorative" val="1"/>
              </a:ext>
            </a:extLst>
          </p:cNvPr>
          <p:cNvSpPr/>
          <p:nvPr/>
        </p:nvSpPr>
        <p:spPr>
          <a:xfrm>
            <a:off x="548640" y="2743200"/>
            <a:ext cx="45720" cy="566928"/>
          </a:xfrm>
          <a:prstGeom prst="rect">
            <a:avLst/>
          </a:prstGeom>
          <a:solidFill>
            <a:srgbClr val="3B82F6"/>
          </a:solidFill>
          <a:ln w="12700">
            <a:solidFill>
              <a:srgbClr val="3B82F6"/>
            </a:solidFill>
            <a:prstDash val="solid"/>
          </a:ln>
        </p:spPr>
        <p:txBody>
          <a:bodyPr/>
          <a:lstStyle/>
          <a:p>
            <a:endParaRPr lang="ko-KR" altLang="en-US"/>
          </a:p>
        </p:txBody>
      </p:sp>
      <p:sp>
        <p:nvSpPr>
          <p:cNvPr id="15" name="Text 13"/>
          <p:cNvSpPr/>
          <p:nvPr/>
        </p:nvSpPr>
        <p:spPr>
          <a:xfrm>
            <a:off x="777240" y="2743200"/>
            <a:ext cx="7589520" cy="566928"/>
          </a:xfrm>
          <a:prstGeom prst="rect">
            <a:avLst/>
          </a:prstGeom>
          <a:noFill/>
          <a:ln/>
        </p:spPr>
        <p:txBody>
          <a:bodyPr wrap="square" lIns="0" tIns="0" rIns="0" bIns="0" rtlCol="0" anchor="ctr"/>
          <a:lstStyle/>
          <a:p>
            <a:pPr marL="0" indent="0">
              <a:buNone/>
            </a:pPr>
            <a:r>
              <a:rPr lang="en-US" sz="1200" b="1" dirty="0">
                <a:solidFill>
                  <a:srgbClr val="1D4ED8"/>
                </a:solidFill>
                <a:latin typeface="Pretendard" pitchFamily="34" charset="0"/>
                <a:ea typeface="Pretendard" pitchFamily="34" charset="-122"/>
                <a:cs typeface="Pretendard" pitchFamily="34" charset="-120"/>
              </a:rPr>
              <a:t>행동은 도구로     </a:t>
            </a:r>
            <a:r>
              <a:rPr lang="en-US" sz="1050" dirty="0">
                <a:solidFill>
                  <a:srgbClr val="4B5563"/>
                </a:solidFill>
                <a:latin typeface="Pretendard" pitchFamily="34" charset="0"/>
                <a:ea typeface="Pretendard" pitchFamily="34" charset="-122"/>
                <a:cs typeface="Pretendard" pitchFamily="34" charset="-120"/>
              </a:rPr>
              <a:t>말만 하는 에이전트가 아니라 실제 작업을 수행하게 합니다.</a:t>
            </a:r>
            <a:endParaRPr lang="en-US" sz="1200" dirty="0"/>
          </a:p>
        </p:txBody>
      </p:sp>
      <p:sp>
        <p:nvSpPr>
          <p:cNvPr id="16" name="principle card">
            <a:extLst>
              <a:ext uri="{C183D7F6-B498-43B3-948B-1728B52AA6E4}">
                <adec:decorative xmlns:adec="http://schemas.microsoft.com/office/drawing/2017/decorative" val="1"/>
              </a:ext>
            </a:extLst>
          </p:cNvPr>
          <p:cNvSpPr/>
          <p:nvPr/>
        </p:nvSpPr>
        <p:spPr>
          <a:xfrm>
            <a:off x="548640" y="3383280"/>
            <a:ext cx="8046720" cy="566928"/>
          </a:xfrm>
          <a:prstGeom prst="rect">
            <a:avLst/>
          </a:prstGeom>
          <a:solidFill>
            <a:srgbClr val="FFFFFF"/>
          </a:solidFill>
          <a:ln w="12700">
            <a:solidFill>
              <a:srgbClr val="E5E7EB"/>
            </a:solidFill>
            <a:prstDash val="solid"/>
          </a:ln>
        </p:spPr>
        <p:txBody>
          <a:bodyPr/>
          <a:lstStyle/>
          <a:p>
            <a:endParaRPr lang="ko-KR" altLang="en-US"/>
          </a:p>
        </p:txBody>
      </p:sp>
      <p:sp>
        <p:nvSpPr>
          <p:cNvPr id="17" name="principle accent">
            <a:extLst>
              <a:ext uri="{C183D7F6-B498-43B3-948B-1728B52AA6E4}">
                <adec:decorative xmlns:adec="http://schemas.microsoft.com/office/drawing/2017/decorative" val="1"/>
              </a:ext>
            </a:extLst>
          </p:cNvPr>
          <p:cNvSpPr/>
          <p:nvPr/>
        </p:nvSpPr>
        <p:spPr>
          <a:xfrm>
            <a:off x="548640" y="3383280"/>
            <a:ext cx="45720" cy="566928"/>
          </a:xfrm>
          <a:prstGeom prst="rect">
            <a:avLst/>
          </a:prstGeom>
          <a:solidFill>
            <a:srgbClr val="3B82F6"/>
          </a:solidFill>
          <a:ln w="12700">
            <a:solidFill>
              <a:srgbClr val="3B82F6"/>
            </a:solidFill>
            <a:prstDash val="solid"/>
          </a:ln>
        </p:spPr>
        <p:txBody>
          <a:bodyPr/>
          <a:lstStyle/>
          <a:p>
            <a:endParaRPr lang="ko-KR" altLang="en-US"/>
          </a:p>
        </p:txBody>
      </p:sp>
      <p:sp>
        <p:nvSpPr>
          <p:cNvPr id="18" name="Text 16"/>
          <p:cNvSpPr/>
          <p:nvPr/>
        </p:nvSpPr>
        <p:spPr>
          <a:xfrm>
            <a:off x="777240" y="3383280"/>
            <a:ext cx="7589520" cy="566928"/>
          </a:xfrm>
          <a:prstGeom prst="rect">
            <a:avLst/>
          </a:prstGeom>
          <a:noFill/>
          <a:ln/>
        </p:spPr>
        <p:txBody>
          <a:bodyPr wrap="square" lIns="0" tIns="0" rIns="0" bIns="0" rtlCol="0" anchor="ctr"/>
          <a:lstStyle/>
          <a:p>
            <a:pPr marL="0" indent="0">
              <a:buNone/>
            </a:pPr>
            <a:r>
              <a:rPr lang="en-US" sz="1200" b="1" dirty="0">
                <a:solidFill>
                  <a:srgbClr val="1D4ED8"/>
                </a:solidFill>
                <a:latin typeface="Pretendard" pitchFamily="34" charset="0"/>
                <a:ea typeface="Pretendard" pitchFamily="34" charset="-122"/>
                <a:cs typeface="Pretendard" pitchFamily="34" charset="-120"/>
              </a:rPr>
              <a:t>사람이 필요한 지점     </a:t>
            </a:r>
            <a:r>
              <a:rPr lang="en-US" sz="1050" dirty="0">
                <a:solidFill>
                  <a:srgbClr val="4B5563"/>
                </a:solidFill>
                <a:latin typeface="Pretendard" pitchFamily="34" charset="0"/>
                <a:ea typeface="Pretendard" pitchFamily="34" charset="-122"/>
                <a:cs typeface="Pretendard" pitchFamily="34" charset="-120"/>
              </a:rPr>
              <a:t>승인과 예외는 워크플로와 사람의 판단으로 넘깁니다.</a:t>
            </a:r>
            <a:endParaRPr lang="en-US" sz="1200" dirty="0"/>
          </a:p>
        </p:txBody>
      </p:sp>
      <p:sp>
        <p:nvSpPr>
          <p:cNvPr id="19" name="principle card">
            <a:extLst>
              <a:ext uri="{C183D7F6-B498-43B3-948B-1728B52AA6E4}">
                <adec:decorative xmlns:adec="http://schemas.microsoft.com/office/drawing/2017/decorative" val="1"/>
              </a:ext>
            </a:extLst>
          </p:cNvPr>
          <p:cNvSpPr/>
          <p:nvPr/>
        </p:nvSpPr>
        <p:spPr>
          <a:xfrm>
            <a:off x="548640" y="4023360"/>
            <a:ext cx="8046720" cy="566928"/>
          </a:xfrm>
          <a:prstGeom prst="rect">
            <a:avLst/>
          </a:prstGeom>
          <a:solidFill>
            <a:srgbClr val="FFFFFF"/>
          </a:solidFill>
          <a:ln w="12700">
            <a:solidFill>
              <a:srgbClr val="E5E7EB"/>
            </a:solidFill>
            <a:prstDash val="solid"/>
          </a:ln>
        </p:spPr>
        <p:txBody>
          <a:bodyPr/>
          <a:lstStyle/>
          <a:p>
            <a:endParaRPr lang="ko-KR" altLang="en-US"/>
          </a:p>
        </p:txBody>
      </p:sp>
      <p:sp>
        <p:nvSpPr>
          <p:cNvPr id="20" name="principle accent">
            <a:extLst>
              <a:ext uri="{C183D7F6-B498-43B3-948B-1728B52AA6E4}">
                <adec:decorative xmlns:adec="http://schemas.microsoft.com/office/drawing/2017/decorative" val="1"/>
              </a:ext>
            </a:extLst>
          </p:cNvPr>
          <p:cNvSpPr/>
          <p:nvPr/>
        </p:nvSpPr>
        <p:spPr>
          <a:xfrm>
            <a:off x="548640" y="4023360"/>
            <a:ext cx="45720" cy="566928"/>
          </a:xfrm>
          <a:prstGeom prst="rect">
            <a:avLst/>
          </a:prstGeom>
          <a:solidFill>
            <a:srgbClr val="3B82F6"/>
          </a:solidFill>
          <a:ln w="12700">
            <a:solidFill>
              <a:srgbClr val="3B82F6"/>
            </a:solidFill>
            <a:prstDash val="solid"/>
          </a:ln>
        </p:spPr>
        <p:txBody>
          <a:bodyPr/>
          <a:lstStyle/>
          <a:p>
            <a:endParaRPr lang="ko-KR" altLang="en-US"/>
          </a:p>
        </p:txBody>
      </p:sp>
      <p:sp>
        <p:nvSpPr>
          <p:cNvPr id="21" name="Text 19"/>
          <p:cNvSpPr/>
          <p:nvPr/>
        </p:nvSpPr>
        <p:spPr>
          <a:xfrm>
            <a:off x="777240" y="4023360"/>
            <a:ext cx="7589520" cy="566928"/>
          </a:xfrm>
          <a:prstGeom prst="rect">
            <a:avLst/>
          </a:prstGeom>
          <a:noFill/>
          <a:ln/>
        </p:spPr>
        <p:txBody>
          <a:bodyPr wrap="square" lIns="0" tIns="0" rIns="0" bIns="0" rtlCol="0" anchor="ctr"/>
          <a:lstStyle/>
          <a:p>
            <a:pPr marL="0" indent="0">
              <a:buNone/>
            </a:pPr>
            <a:r>
              <a:rPr lang="en-US" sz="1200" b="1" dirty="0">
                <a:solidFill>
                  <a:srgbClr val="1D4ED8"/>
                </a:solidFill>
                <a:latin typeface="Pretendard" pitchFamily="34" charset="0"/>
                <a:ea typeface="Pretendard" pitchFamily="34" charset="-122"/>
                <a:cs typeface="Pretendard" pitchFamily="34" charset="-120"/>
              </a:rPr>
              <a:t>게시는 시작     </a:t>
            </a:r>
            <a:r>
              <a:rPr lang="en-US" sz="1050" dirty="0">
                <a:solidFill>
                  <a:srgbClr val="4B5563"/>
                </a:solidFill>
                <a:latin typeface="Pretendard" pitchFamily="34" charset="0"/>
                <a:ea typeface="Pretendard" pitchFamily="34" charset="-122"/>
                <a:cs typeface="Pretendard" pitchFamily="34" charset="-120"/>
              </a:rPr>
              <a:t>채널에서 검증하고 사용량을 지켜보며 계속 개선합니다.</a:t>
            </a:r>
            <a:endParaRPr lang="en-US" sz="12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a:effectLst/>
      </p:bgPr>
    </p:bg>
    <p:spTree>
      <p:nvGrpSpPr>
        <p:cNvPr id="1" name=""/>
        <p:cNvGrpSpPr/>
        <p:nvPr/>
      </p:nvGrpSpPr>
      <p:grpSpPr>
        <a:xfrm>
          <a:off x="0" y="0"/>
          <a:ext cx="0" cy="0"/>
          <a:chOff x="0" y="0"/>
          <a:chExt cx="0" cy="0"/>
        </a:xfrm>
      </p:grpSpPr>
      <p:pic>
        <p:nvPicPr>
          <p:cNvPr id="2" name="Image 0" descr="아홉 단계의 여정을 완주한 모습을 형상화한 일러스트"/>
          <p:cNvPicPr>
            <a:picLocks noChangeAspect="1"/>
          </p:cNvPicPr>
          <p:nvPr/>
        </p:nvPicPr>
        <p:blipFill>
          <a:blip r:embed="rId3"/>
          <a:srcRect t="12" b="12"/>
          <a:stretch/>
        </p:blipFill>
        <p:spPr>
          <a:xfrm>
            <a:off x="4892040" y="0"/>
            <a:ext cx="4251960" cy="5143500"/>
          </a:xfrm>
          <a:prstGeom prst="rect">
            <a:avLst/>
          </a:prstGeom>
        </p:spPr>
      </p:pic>
      <p:sp>
        <p:nvSpPr>
          <p:cNvPr id="3" name="left accent">
            <a:extLst>
              <a:ext uri="{C183D7F6-B498-43B3-948B-1728B52AA6E4}">
                <adec:decorative xmlns:adec="http://schemas.microsoft.com/office/drawing/2017/decorative" val="1"/>
              </a:ext>
            </a:extLst>
          </p:cNvPr>
          <p:cNvSpPr/>
          <p:nvPr/>
        </p:nvSpPr>
        <p:spPr>
          <a:xfrm>
            <a:off x="0" y="0"/>
            <a:ext cx="82296" cy="5143500"/>
          </a:xfrm>
          <a:prstGeom prst="rect">
            <a:avLst/>
          </a:prstGeom>
          <a:solidFill>
            <a:srgbClr val="1D4ED8"/>
          </a:solidFill>
          <a:ln w="12700">
            <a:solidFill>
              <a:srgbClr val="1D4ED8"/>
            </a:solidFill>
            <a:prstDash val="solid"/>
          </a:ln>
        </p:spPr>
        <p:txBody>
          <a:bodyPr/>
          <a:lstStyle/>
          <a:p>
            <a:endParaRPr lang="ko-KR" altLang="en-US"/>
          </a:p>
        </p:txBody>
      </p:sp>
      <p:sp>
        <p:nvSpPr>
          <p:cNvPr id="4" name="Text 1"/>
          <p:cNvSpPr/>
          <p:nvPr/>
        </p:nvSpPr>
        <p:spPr>
          <a:xfrm>
            <a:off x="640080" y="914400"/>
            <a:ext cx="4023360" cy="256032"/>
          </a:xfrm>
          <a:prstGeom prst="rect">
            <a:avLst/>
          </a:prstGeom>
          <a:noFill/>
          <a:ln/>
        </p:spPr>
        <p:txBody>
          <a:bodyPr wrap="square" lIns="0" tIns="0" rIns="0" bIns="0" rtlCol="0" anchor="ctr"/>
          <a:lstStyle/>
          <a:p>
            <a:pPr marL="0" indent="0">
              <a:buNone/>
            </a:pPr>
            <a:endParaRPr lang="en-US" sz="1050" dirty="0"/>
          </a:p>
        </p:txBody>
      </p:sp>
      <p:sp>
        <p:nvSpPr>
          <p:cNvPr id="5" name="Text 2"/>
          <p:cNvSpPr/>
          <p:nvPr/>
        </p:nvSpPr>
        <p:spPr>
          <a:xfrm>
            <a:off x="640080" y="1261872"/>
            <a:ext cx="4023360" cy="457200"/>
          </a:xfrm>
          <a:prstGeom prst="rect">
            <a:avLst/>
          </a:prstGeom>
          <a:noFill/>
          <a:ln/>
        </p:spPr>
        <p:txBody>
          <a:bodyPr wrap="square" lIns="0" tIns="0" rIns="0" bIns="0" rtlCol="0" anchor="ctr"/>
          <a:lstStyle/>
          <a:p>
            <a:pPr marL="0" indent="0">
              <a:buNone/>
            </a:pPr>
            <a:r>
              <a:rPr lang="en-US" sz="1500" b="1" dirty="0">
                <a:solidFill>
                  <a:srgbClr val="6B7280"/>
                </a:solidFill>
                <a:latin typeface="Pretendard" pitchFamily="34" charset="0"/>
                <a:ea typeface="Pretendard" pitchFamily="34" charset="-122"/>
                <a:cs typeface="Pretendard" pitchFamily="34" charset="-120"/>
              </a:rPr>
              <a:t>과정 완료</a:t>
            </a:r>
            <a:endParaRPr lang="en-US" sz="1500" dirty="0"/>
          </a:p>
        </p:txBody>
      </p:sp>
      <p:sp>
        <p:nvSpPr>
          <p:cNvPr id="6" name="Text 3"/>
          <p:cNvSpPr/>
          <p:nvPr/>
        </p:nvSpPr>
        <p:spPr>
          <a:xfrm>
            <a:off x="640080" y="1627632"/>
            <a:ext cx="4206240" cy="1005840"/>
          </a:xfrm>
          <a:prstGeom prst="rect">
            <a:avLst/>
          </a:prstGeom>
          <a:noFill/>
          <a:ln/>
        </p:spPr>
        <p:txBody>
          <a:bodyPr wrap="square" lIns="0" tIns="0" rIns="0" bIns="0" rtlCol="0" anchor="t"/>
          <a:lstStyle/>
          <a:p>
            <a:pPr marL="0" indent="0">
              <a:lnSpc>
                <a:spcPct val="115000"/>
              </a:lnSpc>
              <a:buNone/>
            </a:pPr>
            <a:r>
              <a:rPr lang="en-US" sz="3000" b="1" dirty="0">
                <a:solidFill>
                  <a:srgbClr val="111827"/>
                </a:solidFill>
                <a:latin typeface="Pretendard" pitchFamily="34" charset="0"/>
                <a:ea typeface="Pretendard" pitchFamily="34" charset="-122"/>
                <a:cs typeface="Pretendard" pitchFamily="34" charset="-120"/>
              </a:rPr>
              <a:t>이제 직접</a:t>
            </a:r>
            <a:endParaRPr lang="en-US" sz="3000" dirty="0"/>
          </a:p>
          <a:p>
            <a:pPr marL="0" indent="0">
              <a:lnSpc>
                <a:spcPct val="115000"/>
              </a:lnSpc>
              <a:buNone/>
            </a:pPr>
            <a:r>
              <a:rPr lang="en-US" sz="3000" b="1" dirty="0">
                <a:solidFill>
                  <a:srgbClr val="111827"/>
                </a:solidFill>
                <a:latin typeface="Pretendard" pitchFamily="34" charset="0"/>
                <a:ea typeface="Pretendard" pitchFamily="34" charset="-122"/>
                <a:cs typeface="Pretendard" pitchFamily="34" charset="-120"/>
              </a:rPr>
              <a:t>만들 차례입니다</a:t>
            </a:r>
            <a:endParaRPr lang="en-US" sz="3000" dirty="0"/>
          </a:p>
        </p:txBody>
      </p:sp>
      <p:sp>
        <p:nvSpPr>
          <p:cNvPr id="7" name="rule">
            <a:extLst>
              <a:ext uri="{C183D7F6-B498-43B3-948B-1728B52AA6E4}">
                <adec:decorative xmlns:adec="http://schemas.microsoft.com/office/drawing/2017/decorative" val="1"/>
              </a:ext>
            </a:extLst>
          </p:cNvPr>
          <p:cNvSpPr/>
          <p:nvPr/>
        </p:nvSpPr>
        <p:spPr>
          <a:xfrm>
            <a:off x="640080" y="2798064"/>
            <a:ext cx="822960" cy="32004"/>
          </a:xfrm>
          <a:prstGeom prst="rect">
            <a:avLst/>
          </a:prstGeom>
          <a:solidFill>
            <a:srgbClr val="1D4ED8"/>
          </a:solidFill>
          <a:ln w="12700">
            <a:solidFill>
              <a:srgbClr val="1D4ED8"/>
            </a:solidFill>
            <a:prstDash val="solid"/>
          </a:ln>
        </p:spPr>
        <p:txBody>
          <a:bodyPr/>
          <a:lstStyle/>
          <a:p>
            <a:endParaRPr lang="ko-KR" altLang="en-US"/>
          </a:p>
        </p:txBody>
      </p:sp>
      <p:sp>
        <p:nvSpPr>
          <p:cNvPr id="9" name="Text 6"/>
          <p:cNvSpPr/>
          <p:nvPr/>
        </p:nvSpPr>
        <p:spPr>
          <a:xfrm>
            <a:off x="640080" y="3877056"/>
            <a:ext cx="4023360" cy="219456"/>
          </a:xfrm>
          <a:prstGeom prst="rect">
            <a:avLst/>
          </a:prstGeom>
          <a:noFill/>
          <a:ln/>
        </p:spPr>
        <p:txBody>
          <a:bodyPr wrap="square" lIns="0" tIns="0" rIns="0" bIns="0" rtlCol="0" anchor="ctr"/>
          <a:lstStyle/>
          <a:p>
            <a:pPr marL="0" indent="0">
              <a:buNone/>
            </a:pPr>
            <a:r>
              <a:rPr lang="en-US" sz="950" b="1" dirty="0">
                <a:solidFill>
                  <a:srgbClr val="1D4ED8"/>
                </a:solidFill>
                <a:latin typeface="Pretendard" pitchFamily="34" charset="0"/>
                <a:ea typeface="Pretendard" pitchFamily="34" charset="-122"/>
                <a:cs typeface="Pretendard" pitchFamily="34" charset="-120"/>
              </a:rPr>
              <a:t>다음 단계</a:t>
            </a:r>
            <a:endParaRPr lang="en-US" sz="950" dirty="0"/>
          </a:p>
        </p:txBody>
      </p:sp>
      <p:sp>
        <p:nvSpPr>
          <p:cNvPr id="10" name="Text 7"/>
          <p:cNvSpPr/>
          <p:nvPr/>
        </p:nvSpPr>
        <p:spPr>
          <a:xfrm>
            <a:off x="640080" y="4114800"/>
            <a:ext cx="4023360" cy="548640"/>
          </a:xfrm>
          <a:prstGeom prst="rect">
            <a:avLst/>
          </a:prstGeom>
          <a:noFill/>
          <a:ln/>
        </p:spPr>
        <p:txBody>
          <a:bodyPr wrap="square" lIns="0" tIns="0" rIns="0" bIns="0" rtlCol="0" anchor="ctr"/>
          <a:lstStyle/>
          <a:p>
            <a:pPr marL="0" indent="0">
              <a:lnSpc>
                <a:spcPct val="125000"/>
              </a:lnSpc>
              <a:buNone/>
            </a:pPr>
            <a:r>
              <a:rPr lang="en-US" sz="1050" dirty="0">
                <a:solidFill>
                  <a:srgbClr val="4B5563"/>
                </a:solidFill>
                <a:latin typeface="Pretendard" pitchFamily="34" charset="0"/>
                <a:ea typeface="Pretendard" pitchFamily="34" charset="-122"/>
                <a:cs typeface="Pretendard" pitchFamily="34" charset="-120"/>
              </a:rPr>
              <a:t>내 업무의 한 가지 시나리오를 골라</a:t>
            </a:r>
            <a:endParaRPr lang="en-US" sz="1050" dirty="0"/>
          </a:p>
          <a:p>
            <a:pPr marL="0" indent="0">
              <a:lnSpc>
                <a:spcPct val="125000"/>
              </a:lnSpc>
              <a:buNone/>
            </a:pPr>
            <a:r>
              <a:rPr lang="en-US" sz="1050" dirty="0">
                <a:solidFill>
                  <a:srgbClr val="4B5563"/>
                </a:solidFill>
                <a:latin typeface="Pretendard" pitchFamily="34" charset="0"/>
                <a:ea typeface="Pretendard" pitchFamily="34" charset="-122"/>
                <a:cs typeface="Pretendard" pitchFamily="34" charset="-120"/>
              </a:rPr>
              <a:t>같은 순서로 에이전트를 만들어 보세요.</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TotalTime>
  <Words>20683</Words>
  <Application>Microsoft Office PowerPoint</Application>
  <PresentationFormat>화면 슬라이드 쇼(16:9)</PresentationFormat>
  <Paragraphs>1572</Paragraphs>
  <Slides>81</Slides>
  <Notes>81</Notes>
  <HiddenSlides>2</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81</vt:i4>
      </vt:variant>
    </vt:vector>
  </HeadingPairs>
  <TitlesOfParts>
    <vt:vector size="85" baseType="lpstr">
      <vt:lpstr>Pretendard</vt: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Jay</cp:lastModifiedBy>
  <cp:revision>33</cp:revision>
  <dcterms:created xsi:type="dcterms:W3CDTF">2026-08-13T12:02:07Z</dcterms:created>
  <dcterms:modified xsi:type="dcterms:W3CDTF">2026-08-23T02:27:20Z</dcterms:modified>
</cp:coreProperties>
</file>