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0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5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258" r:id="rId3"/>
    <p:sldId id="259" r:id="rId4"/>
    <p:sldId id="260" r:id="rId5"/>
    <p:sldId id="321" r:id="rId6"/>
    <p:sldId id="322" r:id="rId7"/>
    <p:sldId id="323" r:id="rId8"/>
    <p:sldId id="32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7" r:id="rId22"/>
    <p:sldId id="278" r:id="rId23"/>
    <p:sldId id="279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4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2" r:id="rId54"/>
    <p:sldId id="313" r:id="rId55"/>
    <p:sldId id="314" r:id="rId56"/>
    <p:sldId id="315" r:id="rId57"/>
    <p:sldId id="317" r:id="rId58"/>
    <p:sldId id="318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4BCED0CF-DF15-6541-8169-F2EEFF535B15}">
          <p14:sldIdLst>
            <p14:sldId id="257"/>
            <p14:sldId id="258"/>
            <p14:sldId id="259"/>
          </p14:sldIdLst>
        </p14:section>
        <p14:section name="Mod 2" id="{4150A23B-F515-45E2-9C55-AA4F21A074ED}">
          <p14:sldIdLst>
            <p14:sldId id="260"/>
            <p14:sldId id="321"/>
            <p14:sldId id="322"/>
            <p14:sldId id="323"/>
            <p14:sldId id="324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4"/>
            <p14:sldId id="275"/>
            <p14:sldId id="277"/>
            <p14:sldId id="278"/>
            <p14:sldId id="279"/>
            <p14:sldId id="28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292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2"/>
          </p14:sldIdLst>
        </p14:section>
        <p14:section name="Start building your deck" id="{05E0AC30-FEC2-4948-96C5-1AF737B23C22}">
          <p14:sldIdLst>
            <p14:sldId id="313"/>
            <p14:sldId id="314"/>
            <p14:sldId id="315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A8F00-3449-46E5-89E2-3FB798B9D795}" v="1" dt="2026-08-23T09:16:46.444"/>
    <p1510:client id="{B0A51E90-3AF4-4FF5-B756-069D06054028}" v="10" dt="2026-08-23T14:24:11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9" autoAdjust="0"/>
    <p:restoredTop sz="71211" autoAdjust="0"/>
  </p:normalViewPr>
  <p:slideViewPr>
    <p:cSldViewPr snapToGrid="0">
      <p:cViewPr varScale="1">
        <p:scale>
          <a:sx n="114" d="100"/>
          <a:sy n="114" d="100"/>
        </p:scale>
        <p:origin x="20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" userId="ee8e7794-d418-4050-a45e-67762d108ce3" providerId="ADAL" clId="{A763F83F-80D6-4023-B2C2-C60A76F728A0}"/>
    <pc:docChg chg="undo custSel addSld delSld modSld addMainMaster delMainMaster modMainMaster delSection modSection modNotesMaster">
      <pc:chgData name="Jay" userId="ee8e7794-d418-4050-a45e-67762d108ce3" providerId="ADAL" clId="{A763F83F-80D6-4023-B2C2-C60A76F728A0}" dt="2026-08-23T14:26:25.984" v="174" actId="47"/>
      <pc:docMkLst>
        <pc:docMk/>
      </pc:docMkLst>
      <pc:sldChg chg="modSp new del mod">
        <pc:chgData name="Jay" userId="ee8e7794-d418-4050-a45e-67762d108ce3" providerId="ADAL" clId="{A763F83F-80D6-4023-B2C2-C60A76F728A0}" dt="2026-08-23T13:22:38.015" v="101" actId="47"/>
        <pc:sldMkLst>
          <pc:docMk/>
          <pc:sldMk cId="2602575768" sldId="256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2602575768" sldId="256"/>
            <ac:spMk id="2" creationId="{28D51131-0B57-3566-569A-9175B62478E4}"/>
          </ac:spMkLst>
        </pc:spChg>
      </pc:sldChg>
      <pc:sldChg chg="modSp add mod modNotes">
        <pc:chgData name="Jay" userId="ee8e7794-d418-4050-a45e-67762d108ce3" providerId="ADAL" clId="{A763F83F-80D6-4023-B2C2-C60A76F728A0}" dt="2026-08-23T13:22:52.245" v="104" actId="20577"/>
        <pc:sldMkLst>
          <pc:docMk/>
          <pc:sldMk cId="0" sldId="257"/>
        </pc:sldMkLst>
        <pc:spChg chg="mod">
          <ac:chgData name="Jay" userId="ee8e7794-d418-4050-a45e-67762d108ce3" providerId="ADAL" clId="{A763F83F-80D6-4023-B2C2-C60A76F728A0}" dt="2026-08-23T13:22:52.245" v="104" actId="20577"/>
          <ac:spMkLst>
            <pc:docMk/>
            <pc:sldMk cId="0" sldId="257"/>
            <ac:spMk id="6" creationId="{A3E08FA2-C73F-A01D-C334-4FAC0DB0C177}"/>
          </ac:spMkLst>
        </pc:spChg>
      </pc:sldChg>
      <pc:sldChg chg="modSp add mod modNotes">
        <pc:chgData name="Jay" userId="ee8e7794-d418-4050-a45e-67762d108ce3" providerId="ADAL" clId="{A763F83F-80D6-4023-B2C2-C60A76F728A0}" dt="2026-08-23T13:22:59.733" v="106" actId="20577"/>
        <pc:sldMkLst>
          <pc:docMk/>
          <pc:sldMk cId="0" sldId="258"/>
        </pc:sldMkLst>
        <pc:spChg chg="mod">
          <ac:chgData name="Jay" userId="ee8e7794-d418-4050-a45e-67762d108ce3" providerId="ADAL" clId="{A763F83F-80D6-4023-B2C2-C60A76F728A0}" dt="2026-08-23T13:22:59.733" v="106" actId="20577"/>
          <ac:spMkLst>
            <pc:docMk/>
            <pc:sldMk cId="0" sldId="258"/>
            <ac:spMk id="13" creationId="{ADC0A207-555E-B81B-6A8B-4CE15E7A0A73}"/>
          </ac:spMkLst>
        </pc:spChg>
      </pc:sldChg>
      <pc:sldChg chg="addSp delSp modSp add mod">
        <pc:chgData name="Jay" userId="ee8e7794-d418-4050-a45e-67762d108ce3" providerId="ADAL" clId="{A763F83F-80D6-4023-B2C2-C60A76F728A0}" dt="2026-08-23T13:29:27.018" v="161" actId="26606"/>
        <pc:sldMkLst>
          <pc:docMk/>
          <pc:sldMk cId="0" sldId="259"/>
        </pc:sldMkLst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2" creationId="{A5246568-0CE0-747F-5310-FED5D625F564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59"/>
            <ac:spMk id="3" creationId="{61113E56-F513-D59F-E675-7E43DB72B154}"/>
          </ac:spMkLst>
        </pc:spChg>
        <pc:spChg chg="mod">
          <ac:chgData name="Jay" userId="ee8e7794-d418-4050-a45e-67762d108ce3" providerId="ADAL" clId="{A763F83F-80D6-4023-B2C2-C60A76F728A0}" dt="2026-08-23T13:23:04.321" v="107" actId="1076"/>
          <ac:spMkLst>
            <pc:docMk/>
            <pc:sldMk cId="0" sldId="259"/>
            <ac:spMk id="4" creationId="{4155EA66-EEE9-0165-8828-21EA4B565587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5" creationId="{BE716E65-BA2D-B219-B229-B6ACC0973052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6" creationId="{475CA283-DF27-EA93-FF8E-5B3AFE6D61C2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7" creationId="{76FF6C7E-CC64-C85D-C182-170917036B18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8" creationId="{CFC5DD59-3A00-4A05-E3A0-01A45B4069FA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9" creationId="{251229D9-D852-1AB1-9610-0F33DB7A9E24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10" creationId="{A9BCFF65-91C5-4177-9F45-2862B5A23402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11" creationId="{6B3911F5-AECD-C608-6F33-50F6B0C17686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12" creationId="{EBAA2530-BE63-1EAC-EB9C-5A76DD606D04}"/>
          </ac:spMkLst>
        </pc:spChg>
        <pc:spChg chg="mod">
          <ac:chgData name="Jay" userId="ee8e7794-d418-4050-a45e-67762d108ce3" providerId="ADAL" clId="{A763F83F-80D6-4023-B2C2-C60A76F728A0}" dt="2026-08-23T13:23:19.349" v="112" actId="1076"/>
          <ac:spMkLst>
            <pc:docMk/>
            <pc:sldMk cId="0" sldId="259"/>
            <ac:spMk id="13" creationId="{000C9021-F92F-F97B-8D35-9CE447366D3B}"/>
          </ac:spMkLst>
        </pc:spChg>
        <pc:spChg chg="del mod">
          <ac:chgData name="Jay" userId="ee8e7794-d418-4050-a45e-67762d108ce3" providerId="ADAL" clId="{A763F83F-80D6-4023-B2C2-C60A76F728A0}" dt="2026-08-23T13:26:28.416" v="153" actId="478"/>
          <ac:spMkLst>
            <pc:docMk/>
            <pc:sldMk cId="0" sldId="259"/>
            <ac:spMk id="14" creationId="{AE09A77D-BE61-2556-4E7D-60B0A94FD88A}"/>
          </ac:spMkLst>
        </pc:spChg>
        <pc:spChg chg="add 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59"/>
            <ac:spMk id="15" creationId="{68E99FAA-1E92-2FC6-ECC7-3C94139EB642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60"/>
        </pc:sldMkLst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0"/>
            <ac:spMk id="9" creationId="{EC5BE1A3-D13B-0DD6-6EF6-FF0E24A051A1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0"/>
            <ac:spMk id="14" creationId="{E307D465-5D56-0B41-96C4-901FFC2422DF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0"/>
            <ac:spMk id="15" creationId="{7AFD9358-0F0F-DD41-8430-DD40142A3348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0"/>
            <ac:spMk id="16" creationId="{0281408E-274B-89C6-8571-F986E6EE6541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63"/>
        </pc:sldMkLst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3"/>
            <ac:spMk id="3" creationId="{FFC1F09B-0637-E15C-8757-C54220347375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3"/>
            <ac:spMk id="14" creationId="{E307D465-5D56-0B41-96C4-901FFC2422DF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3"/>
            <ac:spMk id="36" creationId="{10962CEF-BA61-33E4-E35E-BF38F69DDA57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3"/>
            <ac:spMk id="46" creationId="{98D09561-FD4E-3066-64C2-824D66760B10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6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4"/>
            <ac:spMk id="12" creationId="{481D8892-E962-43F0-5F5F-08F524F7EAA2}"/>
          </ac:spMkLst>
        </pc:spChg>
        <pc:picChg chg="mod modCrop">
          <ac:chgData name="Jay" userId="ee8e7794-d418-4050-a45e-67762d108ce3" providerId="ADAL" clId="{A763F83F-80D6-4023-B2C2-C60A76F728A0}" dt="2026-08-23T13:24:36.349" v="127" actId="1076"/>
          <ac:picMkLst>
            <pc:docMk/>
            <pc:sldMk cId="0" sldId="264"/>
            <ac:picMk id="8" creationId="{D2FE1005-A0F0-7A44-07B9-B61F6BE4B303}"/>
          </ac:picMkLst>
        </pc:picChg>
      </pc:sldChg>
      <pc:sldChg chg="addSp delSp modSp add mod modClrScheme chgLayout modNotes">
        <pc:chgData name="Jay" userId="ee8e7794-d418-4050-a45e-67762d108ce3" providerId="ADAL" clId="{A763F83F-80D6-4023-B2C2-C60A76F728A0}" dt="2026-08-23T13:26:05.158" v="145"/>
        <pc:sldMkLst>
          <pc:docMk/>
          <pc:sldMk cId="0" sldId="265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5"/>
            <ac:spMk id="2" creationId="{68DA047B-7B8D-3046-A557-5223F79943F2}"/>
          </ac:spMkLst>
        </pc:spChg>
        <pc:spChg chg="add mod">
          <ac:chgData name="Jay" userId="ee8e7794-d418-4050-a45e-67762d108ce3" providerId="ADAL" clId="{A763F83F-80D6-4023-B2C2-C60A76F728A0}" dt="2026-08-23T13:26:05.158" v="145"/>
          <ac:spMkLst>
            <pc:docMk/>
            <pc:sldMk cId="0" sldId="265"/>
            <ac:spMk id="3" creationId="{DE1ED1C0-AC49-B64D-1C30-C9E5FC4F133A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5"/>
            <ac:spMk id="4" creationId="{D24A22E9-53BE-9050-73EE-93C3B4D7D6B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5"/>
            <ac:spMk id="5" creationId="{CD7EACAB-4A99-6492-7112-E49E1294CE21}"/>
          </ac:spMkLst>
        </pc:spChg>
        <pc:spChg chg="del mod">
          <ac:chgData name="Jay" userId="ee8e7794-d418-4050-a45e-67762d108ce3" providerId="ADAL" clId="{A763F83F-80D6-4023-B2C2-C60A76F728A0}" dt="2026-08-23T13:25:58.877" v="144" actId="478"/>
          <ac:spMkLst>
            <pc:docMk/>
            <pc:sldMk cId="0" sldId="265"/>
            <ac:spMk id="10" creationId="{5E5F3DC3-1739-4680-A88C-C7B8F0E6D388}"/>
          </ac:spMkLst>
        </pc:spChg>
        <pc:picChg chg="mod modCrop">
          <ac:chgData name="Jay" userId="ee8e7794-d418-4050-a45e-67762d108ce3" providerId="ADAL" clId="{A763F83F-80D6-4023-B2C2-C60A76F728A0}" dt="2026-08-23T13:24:47.734" v="129" actId="1076"/>
          <ac:picMkLst>
            <pc:docMk/>
            <pc:sldMk cId="0" sldId="265"/>
            <ac:picMk id="8" creationId="{228ABD71-36AB-19B2-FB98-6B3EC4ABC56B}"/>
          </ac:picMkLst>
        </pc:pic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65"/>
            <ac:picMk id="11" creationId="{D38E2B3C-D83A-C3E9-FA30-5450A14FAE83}"/>
          </ac:picMkLst>
        </pc:picChg>
      </pc:sldChg>
      <pc:sldChg chg="addSp modSp add mod modClrScheme chgLayout modNotes">
        <pc:chgData name="Jay" userId="ee8e7794-d418-4050-a45e-67762d108ce3" providerId="ADAL" clId="{A763F83F-80D6-4023-B2C2-C60A76F728A0}" dt="2026-08-23T14:25:52.965" v="172" actId="27636"/>
        <pc:sldMkLst>
          <pc:docMk/>
          <pc:sldMk cId="0" sldId="266"/>
        </pc:sldMkLst>
        <pc:spChg chg="mod ord">
          <ac:chgData name="Jay" userId="ee8e7794-d418-4050-a45e-67762d108ce3" providerId="ADAL" clId="{A763F83F-80D6-4023-B2C2-C60A76F728A0}" dt="2026-08-23T14:25:52.965" v="172" actId="27636"/>
          <ac:spMkLst>
            <pc:docMk/>
            <pc:sldMk cId="0" sldId="266"/>
            <ac:spMk id="2" creationId="{655D9537-2657-42F9-AB16-1E0D432A7FB3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66"/>
            <ac:spMk id="3" creationId="{D7EF4DFD-8945-5F0C-AE5C-283762E450DC}"/>
          </ac:spMkLst>
        </pc:spChg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66"/>
            <ac:spMk id="4" creationId="{A223A10E-BDCC-922A-A7BD-16959A616101}"/>
          </ac:spMkLst>
        </pc:spChg>
      </pc:sldChg>
      <pc:sldChg chg="modSp add mod modClrScheme modShow chgLayout modNotes">
        <pc:chgData name="Jay" userId="ee8e7794-d418-4050-a45e-67762d108ce3" providerId="ADAL" clId="{A763F83F-80D6-4023-B2C2-C60A76F728A0}" dt="2026-08-23T14:22:16.386" v="165" actId="729"/>
        <pc:sldMkLst>
          <pc:docMk/>
          <pc:sldMk cId="0" sldId="26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7"/>
            <ac:spMk id="3" creationId="{690EB1C8-95E3-F1DD-F683-21A4F67A6AF5}"/>
          </ac:spMkLst>
        </pc:spChg>
        <pc:spChg chg="mod">
          <ac:chgData name="Jay" userId="ee8e7794-d418-4050-a45e-67762d108ce3" providerId="ADAL" clId="{A763F83F-80D6-4023-B2C2-C60A76F728A0}" dt="2026-08-23T13:24:59.058" v="132" actId="27636"/>
          <ac:spMkLst>
            <pc:docMk/>
            <pc:sldMk cId="0" sldId="267"/>
            <ac:spMk id="12" creationId="{02160231-4BBA-A73B-6924-B59EAFE10BAF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7"/>
            <ac:spMk id="13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67"/>
            <ac:picMk id="5" creationId="{3D85CA07-A9EF-84CF-B6A4-84E1142C7B98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79" v="162" actId="27636"/>
        <pc:sldMkLst>
          <pc:docMk/>
          <pc:sldMk cId="0" sldId="268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8"/>
            <ac:spMk id="2" creationId="{921B9EA3-1270-4697-3FF7-98655CA250C6}"/>
          </ac:spMkLst>
        </pc:spChg>
        <pc:spChg chg="mod">
          <ac:chgData name="Jay" userId="ee8e7794-d418-4050-a45e-67762d108ce3" providerId="ADAL" clId="{A763F83F-80D6-4023-B2C2-C60A76F728A0}" dt="2026-08-23T13:29:27.079" v="162" actId="27636"/>
          <ac:spMkLst>
            <pc:docMk/>
            <pc:sldMk cId="0" sldId="268"/>
            <ac:spMk id="4" creationId="{7224EC97-CEBF-B1B7-A831-3149F2152EB9}"/>
          </ac:spMkLst>
        </pc:spChg>
        <pc:spChg chg="mod">
          <ac:chgData name="Jay" userId="ee8e7794-d418-4050-a45e-67762d108ce3" providerId="ADAL" clId="{A763F83F-80D6-4023-B2C2-C60A76F728A0}" dt="2026-08-23T13:25:19.145" v="137" actId="255"/>
          <ac:spMkLst>
            <pc:docMk/>
            <pc:sldMk cId="0" sldId="268"/>
            <ac:spMk id="5" creationId="{907E7FE5-4C15-78C6-4217-3FAD1DF49C9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8"/>
            <ac:spMk id="8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3:25:26.542" v="138" actId="1076"/>
          <ac:picMkLst>
            <pc:docMk/>
            <pc:sldMk cId="0" sldId="268"/>
            <ac:picMk id="7" creationId="{F150E686-E40B-0408-03F7-2831F706A3E3}"/>
          </ac:picMkLst>
        </pc:picChg>
        <pc:picChg chg="mod">
          <ac:chgData name="Jay" userId="ee8e7794-d418-4050-a45e-67762d108ce3" providerId="ADAL" clId="{A763F83F-80D6-4023-B2C2-C60A76F728A0}" dt="2026-08-23T13:25:26.542" v="138" actId="1076"/>
          <ac:picMkLst>
            <pc:docMk/>
            <pc:sldMk cId="0" sldId="268"/>
            <ac:picMk id="9" creationId="{879F4B96-9A89-39B6-C1DC-0FBC061B2EF1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69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69"/>
            <ac:spMk id="2" creationId="{5DDE35C0-96CE-0424-5975-40F96373A3F1}"/>
          </ac:spMkLst>
        </pc:spChg>
        <pc:spChg chg="mod">
          <ac:chgData name="Jay" userId="ee8e7794-d418-4050-a45e-67762d108ce3" providerId="ADAL" clId="{A763F83F-80D6-4023-B2C2-C60A76F728A0}" dt="2026-08-23T13:25:37.825" v="140" actId="108"/>
          <ac:spMkLst>
            <pc:docMk/>
            <pc:sldMk cId="0" sldId="269"/>
            <ac:spMk id="4" creationId="{988F4819-2606-A5C7-770E-1724C543C4B1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69"/>
            <ac:spMk id="5" creationId="{EA335F28-6375-65DA-7126-0CA550B2076E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69"/>
            <ac:spMk id="8" creationId="{5E5F3DC3-1739-4680-A88C-C7B8F0E6D388}"/>
          </ac:spMkLst>
        </pc:spChg>
        <pc:spChg chg="mod">
          <ac:chgData name="Jay" userId="ee8e7794-d418-4050-a45e-67762d108ce3" providerId="ADAL" clId="{A763F83F-80D6-4023-B2C2-C60A76F728A0}" dt="2026-08-23T13:25:45.459" v="143" actId="1076"/>
          <ac:spMkLst>
            <pc:docMk/>
            <pc:sldMk cId="0" sldId="269"/>
            <ac:spMk id="13" creationId="{B0E163C9-9EB0-0BEB-45D5-372F44F781B5}"/>
          </ac:spMkLst>
        </pc:spChg>
        <pc:picChg chg="mod">
          <ac:chgData name="Jay" userId="ee8e7794-d418-4050-a45e-67762d108ce3" providerId="ADAL" clId="{A763F83F-80D6-4023-B2C2-C60A76F728A0}" dt="2026-08-23T13:25:45.459" v="143" actId="1076"/>
          <ac:picMkLst>
            <pc:docMk/>
            <pc:sldMk cId="0" sldId="269"/>
            <ac:picMk id="12" creationId="{113C60E9-39E9-C2DD-EA56-BA0B6A38A4E2}"/>
          </ac:picMkLst>
        </pc:picChg>
      </pc:sldChg>
      <pc:sldChg chg="add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270"/>
        </pc:sldMkLst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70"/>
            <ac:spMk id="2" creationId="{8419E16F-56E5-2251-9C72-903F11A56F53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70"/>
            <ac:spMk id="3" creationId="{66BD452D-E07C-4996-2D71-FB7FD3DFB8AC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70"/>
            <ac:spMk id="4" creationId="{D7EF4DFD-8945-5F0C-AE5C-283762E450DC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1"/>
        </pc:sldMkLst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1"/>
            <ac:spMk id="2" creationId="{36864A54-4D08-0F46-87EB-674F4D3F748D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1"/>
            <ac:spMk id="7" creationId="{67AFFAC6-4ED8-CBAD-B8EA-40792D6F11F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1"/>
            <ac:spMk id="8" creationId="{C9225C51-B552-B1E5-AB57-078F68CD9505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1"/>
            <ac:spMk id="9" creationId="{34589915-8057-31FA-F40F-7FE4BBF5CAE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1"/>
            <ac:spMk id="10" creationId="{9D0D296B-6D3E-E30F-DA4B-50A85DA06F0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1"/>
            <ac:spMk id="11" creationId="{F09DCC00-E8AC-2016-1FFB-EF002AB53533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1"/>
            <ac:spMk id="17" creationId="{91010A63-B7F0-F2E2-B929-AA7970F2846F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3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3"/>
            <ac:spMk id="3" creationId="{B4B5E632-AF14-088E-2166-B7C97F184FF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3"/>
            <ac:spMk id="5" creationId="{EB86BEC3-FBA0-2AE2-9F0E-1FB3F0FC9EC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3"/>
            <ac:spMk id="8" creationId="{13CDF2CB-D763-1DB6-D9AC-94CC3160CB18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3"/>
            <ac:spMk id="1027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3"/>
            <ac:picMk id="4" creationId="{F164F89F-8E60-E745-6BE1-2269A24332AD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4"/>
            <ac:spMk id="7" creationId="{2C4A844F-FA9F-8F0A-86F3-D66D9848C07A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4"/>
            <ac:spMk id="8" creationId="{0D0D95CE-EC23-8FCB-52EA-D2A9CD60163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4"/>
            <ac:spMk id="9" creationId="{B6560B93-50E0-D4F2-1AE6-D275101B4772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4"/>
            <ac:spMk id="12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4"/>
            <ac:picMk id="4" creationId="{FC196DE8-8FE1-0385-30A7-C017A2E35459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5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5"/>
            <ac:spMk id="7" creationId="{8019005F-1B2C-2650-055D-5DD896A9959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5"/>
            <ac:spMk id="8" creationId="{578F6EF8-D593-0E85-BC23-5536AAC6976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5"/>
            <ac:spMk id="9" creationId="{24EEA1DA-16D3-2BCA-4038-99097992D3C5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5"/>
            <ac:spMk id="13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5"/>
            <ac:picMk id="4" creationId="{89E35407-8EDF-4901-EAA7-749E7303D95E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7"/>
            <ac:spMk id="2" creationId="{8BB3497F-28E2-B193-2920-226C573D13D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7"/>
            <ac:spMk id="4" creationId="{94902A7B-EA3F-5A24-7806-F8C9AA6D499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7"/>
            <ac:spMk id="5" creationId="{F5E30DDE-5FCD-35C3-E127-04E0732E0324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7"/>
            <ac:spMk id="2051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7"/>
            <ac:picMk id="6" creationId="{F12798B3-1128-E5E1-4766-0F7D16169788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8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8"/>
            <ac:spMk id="2" creationId="{5DABFCC7-15E8-4F33-ABE3-54558850C4C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8"/>
            <ac:spMk id="4" creationId="{DB4FC321-8C1D-68AF-1ADB-31A5A6C4E205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8"/>
            <ac:spMk id="5" creationId="{70956B1E-20A5-D0C5-5FDE-C85B94DABBB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8"/>
            <ac:spMk id="3075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8"/>
            <ac:picMk id="6" creationId="{FF5CAD94-21F4-4F32-A97F-C08383542CF8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79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79"/>
            <ac:spMk id="2" creationId="{2C11E763-3EA5-23BE-ACA3-CFCB46927E3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9"/>
            <ac:spMk id="4" creationId="{64D75E6D-BE23-CED0-BB21-B19E0A79C5E1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79"/>
            <ac:spMk id="5" creationId="{D360A865-D3D5-E7E4-463C-91EFBB2BD05D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79"/>
            <ac:spMk id="4099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79"/>
            <ac:picMk id="6" creationId="{5322D70A-D4BE-81DF-B298-5440B421F491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81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1"/>
            <ac:spMk id="2" creationId="{4BD03D1F-E874-3946-FBA2-7937CC005E2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1"/>
            <ac:spMk id="4" creationId="{4A54C431-F88F-C5BE-780C-DB91F579657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1"/>
            <ac:spMk id="5" creationId="{5C6844F1-4EF0-3634-501B-C28B7F912999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1"/>
            <ac:spMk id="19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81"/>
            <ac:picMk id="6" creationId="{89496423-290C-BE3E-7582-DC5BE2C0CFE7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83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3"/>
            <ac:spMk id="2" creationId="{023A0113-4DA8-41CE-5712-74A839FD3691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3"/>
            <ac:spMk id="4" creationId="{35A4A5DB-FF44-0BDF-C61C-16BB872F1FB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3"/>
            <ac:spMk id="5" creationId="{7C6FDFCD-ED13-8C56-8DBF-8B8939D74C69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3"/>
            <ac:spMk id="19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83"/>
            <ac:picMk id="6" creationId="{6F02CE8A-29B5-6FF8-932E-D1B71C5405CB}"/>
          </ac:picMkLst>
        </pc:picChg>
      </pc:sldChg>
      <pc:sldChg chg="modSp add mod modClrScheme modShow chgLayout modNotes">
        <pc:chgData name="Jay" userId="ee8e7794-d418-4050-a45e-67762d108ce3" providerId="ADAL" clId="{A763F83F-80D6-4023-B2C2-C60A76F728A0}" dt="2026-08-23T14:25:52.870" v="168" actId="729"/>
        <pc:sldMkLst>
          <pc:docMk/>
          <pc:sldMk cId="0" sldId="28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4"/>
            <ac:spMk id="2" creationId="{655D9537-2657-42F9-AB16-1E0D432A7FB3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4"/>
            <ac:spMk id="3" creationId="{D7EF4DFD-8945-5F0C-AE5C-283762E450DC}"/>
          </ac:spMkLst>
        </pc:spChg>
      </pc:sldChg>
      <pc:sldChg chg="add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285"/>
        </pc:sldMkLst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5"/>
            <ac:spMk id="2" creationId="{6475509C-CAD1-3E59-2BAE-61F765C20052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5"/>
            <ac:spMk id="3" creationId="{66BD452D-E07C-4996-2D71-FB7FD3DFB8AC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5"/>
            <ac:spMk id="4" creationId="{D7EF4DFD-8945-5F0C-AE5C-283762E450DC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86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6"/>
            <ac:spMk id="2" creationId="{CFD791D6-C5CD-691E-3F6C-631AF6970C55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6"/>
            <ac:spMk id="4" creationId="{061A660E-2B65-C48B-05C2-A8AF0FD8410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6"/>
            <ac:spMk id="5" creationId="{F904858E-0B2F-41BB-DB4C-D5648B1D6364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6"/>
            <ac:spMk id="1027" creationId="{5E5F3DC3-1739-4680-A88C-C7B8F0E6D388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8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7"/>
            <ac:spMk id="3" creationId="{FE16BE70-F282-DB2E-0F2C-88A91B9064E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7"/>
            <ac:spMk id="4" creationId="{FFB65379-09CB-11C5-3A7F-83F3CAAD1BA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7"/>
            <ac:spMk id="5" creationId="{F12B824B-ABCE-7E6F-8896-0CDC5CE187F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7"/>
            <ac:spMk id="6" creationId="{80D8459E-A9F0-2808-9AD2-B3C3E096C299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87"/>
            <ac:spMk id="7" creationId="{1903B842-91CA-F2BE-6982-476924D8B19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7"/>
            <ac:spMk id="12" creationId="{0B703353-C9ED-0F6F-D7CB-28042BD05365}"/>
          </ac:spMkLst>
        </pc:spChg>
      </pc:sldChg>
      <pc:sldChg chg="add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288"/>
        </pc:sldMkLst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8"/>
            <ac:spMk id="2" creationId="{BC69B198-B7E5-BB9B-DC41-E634253DFC72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8"/>
            <ac:spMk id="3" creationId="{66BD452D-E07C-4996-2D71-FB7FD3DFB8AC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88"/>
            <ac:spMk id="4" creationId="{D7EF4DFD-8945-5F0C-AE5C-283762E450DC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89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89"/>
            <ac:spMk id="9" creationId="{A268834B-960B-6570-EF9A-AA2A7CEF71D4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89"/>
            <ac:spMk id="10" creationId="{A87FC08B-CC69-ED5E-1E89-0FB4958D4A41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0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0"/>
            <ac:spMk id="2" creationId="{C3878A69-EEBE-7E8F-613A-A6B498C28BAD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0"/>
            <ac:spMk id="4" creationId="{A70D817E-9BD9-4C95-1600-25B001CE94FE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0"/>
            <ac:spMk id="5" creationId="{91EB7853-3C3E-1285-1E30-87B40E1623A5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0"/>
            <ac:spMk id="2051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0"/>
            <ac:picMk id="6" creationId="{E7BB6033-AD9C-2065-206A-8413D6D65766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1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1"/>
            <ac:spMk id="6" creationId="{C7D5001E-A833-6FE3-EFB0-A34E4913CA6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1"/>
            <ac:spMk id="7" creationId="{C663D269-1C08-347E-879E-209D14F02AC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1"/>
            <ac:spMk id="8" creationId="{C00C3EE1-FE54-E32F-01B7-C795C25BDBFF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1"/>
            <ac:spMk id="10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1"/>
            <ac:picMk id="4" creationId="{40D5704A-8C71-2DFE-001F-9C22BB709769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2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2"/>
            <ac:spMk id="2" creationId="{97ADAFD7-3D7B-3261-CCF4-C08A25BEE33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2"/>
            <ac:spMk id="4" creationId="{D41B84DF-A7A7-F5BC-26B3-4FF36089BA6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2"/>
            <ac:spMk id="5" creationId="{74783BD5-B879-6915-99F8-C012FA80492F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2"/>
            <ac:spMk id="8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2"/>
            <ac:picMk id="9" creationId="{BDDC903C-28D3-76B6-F482-81AB0CD3C9F3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3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3"/>
            <ac:spMk id="3" creationId="{CC5405D6-1601-00EF-658C-CB0E0D0E8FD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3"/>
            <ac:spMk id="4" creationId="{6DC5EE3E-DA2D-08D6-945F-124227B9191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3"/>
            <ac:spMk id="5" creationId="{CB64D505-FC24-AB3D-7DE3-7A7C8E583BF3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3"/>
            <ac:spMk id="4099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3"/>
            <ac:picMk id="6" creationId="{8F5FEF3F-E97C-B8D2-5CFC-752B95D275A7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4"/>
            <ac:spMk id="2" creationId="{6EAAEE17-ED17-F3FE-FE8D-9490103FCFB1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4"/>
            <ac:spMk id="4" creationId="{1C71846F-A1C6-41D7-0D05-6F5E75198ED9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4"/>
            <ac:spMk id="5" creationId="{FD7BC3FB-A6D6-2CC9-7D11-3B770AF2AC71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4"/>
            <ac:spMk id="8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4"/>
            <ac:picMk id="9" creationId="{DFA553A5-9B44-310E-914D-8F5717A566C8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5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5"/>
            <ac:spMk id="2" creationId="{D74EE5BD-DF19-6F63-AA72-F6F72CA601A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5"/>
            <ac:spMk id="4" creationId="{6A2A0ED1-18BE-B5E6-12F6-B76C22A4928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5"/>
            <ac:spMk id="5" creationId="{7A0BF41B-D4F1-9403-1C5A-D3D7CBA1403E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5"/>
            <ac:spMk id="5123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5"/>
            <ac:picMk id="6" creationId="{51428713-1F94-35FB-4826-CDBC3E7AD83A}"/>
          </ac:picMkLst>
        </pc:picChg>
      </pc:sldChg>
      <pc:sldChg chg="add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296"/>
        </pc:sldMkLst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96"/>
            <ac:spMk id="2" creationId="{936214E8-0BC4-4A44-F4A8-48BCCEA7911E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96"/>
            <ac:spMk id="3" creationId="{66BD452D-E07C-4996-2D71-FB7FD3DFB8AC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296"/>
            <ac:spMk id="4" creationId="{D7EF4DFD-8945-5F0C-AE5C-283762E450DC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7"/>
            <ac:spMk id="2" creationId="{A2D1F40B-982B-DBBC-C5E8-10E4A0A76569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7"/>
            <ac:spMk id="4" creationId="{01DA7E81-1C8E-0770-5948-2405D33EA46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7"/>
            <ac:spMk id="5" creationId="{35583FBF-5ACC-19B7-0F82-7E0DC464DC7E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7"/>
            <ac:spMk id="7171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7"/>
            <ac:picMk id="6" creationId="{6D22F9DC-CA5B-FEC4-F24D-D8167610E3D2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8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8"/>
            <ac:spMk id="2" creationId="{6BFE90B2-BC53-0403-281D-09104C049FDE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8"/>
            <ac:spMk id="4" creationId="{6419D563-0CC9-B610-B2EF-111E5CE4C9D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8"/>
            <ac:spMk id="5" creationId="{17A9AF3B-F161-E501-FB9A-EB5D2EAA66D4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8"/>
            <ac:spMk id="6147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8"/>
            <ac:picMk id="6" creationId="{6F43BDE7-8C93-EA49-10E0-DFC280FD14C0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299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299"/>
            <ac:spMk id="2" creationId="{C77AFF45-1436-1A99-E6EB-E4A34837437F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9"/>
            <ac:spMk id="4" creationId="{26A983CB-01A5-EE09-C196-3659AF436DD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299"/>
            <ac:spMk id="5" creationId="{446D1169-B045-BED0-91BC-59EAB9FDF1DF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299"/>
            <ac:spMk id="8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299"/>
            <ac:picMk id="9" creationId="{5065F7ED-5C88-10B6-67B9-97AF1F4DD165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0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0"/>
            <ac:spMk id="3" creationId="{2E1F04B9-EA29-7BF3-E241-20375FA1B3F2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0"/>
            <ac:spMk id="4" creationId="{58A08C8C-3FBE-254D-57EF-3C8C8E28B92F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0"/>
            <ac:spMk id="5" creationId="{723FB09A-0A4E-09C2-690F-9DCC2DBBB486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0"/>
            <ac:spMk id="13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0"/>
            <ac:picMk id="7" creationId="{2A90455B-7F40-7928-AE60-24D95804BEF1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1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1"/>
            <ac:spMk id="3" creationId="{0E7728F0-FB28-34FD-8260-07B8C28EEDD9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1"/>
            <ac:spMk id="4" creationId="{8ADF91CB-4FB4-114B-3D01-E37BCAF4A8CF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1"/>
            <ac:spMk id="5" creationId="{2500A2AB-C2CF-54CE-2CD6-2770EB65851A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1"/>
            <ac:spMk id="9" creationId="{E84377F5-22E1-9D2A-A0FF-44C6FE95FA8C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1"/>
            <ac:picMk id="7" creationId="{814BF0C6-5B79-C8C4-0D1D-0BFB7F41250C}"/>
          </ac:picMkLst>
        </pc:picChg>
      </pc:sldChg>
      <pc:sldChg chg="add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302"/>
        </pc:sldMkLst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302"/>
            <ac:spMk id="2" creationId="{91E0B141-AE73-1614-D2D6-90B228090A1D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302"/>
            <ac:spMk id="3" creationId="{DF7B060A-107F-57BF-AB56-296642868E04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302"/>
            <ac:spMk id="4" creationId="{D7EF4DFD-8945-5F0C-AE5C-283762E450DC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3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3"/>
            <ac:spMk id="7" creationId="{67AFFAC6-4ED8-CBAD-B8EA-40792D6F11F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3"/>
            <ac:spMk id="8" creationId="{C9225C51-B552-B1E5-AB57-078F68CD9505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3"/>
            <ac:spMk id="9" creationId="{34589915-8057-31FA-F40F-7FE4BBF5CAE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3"/>
            <ac:spMk id="10" creationId="{9D0D296B-6D3E-E30F-DA4B-50A85DA06F0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3"/>
            <ac:spMk id="11" creationId="{F09DCC00-E8AC-2016-1FFB-EF002AB5353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3"/>
            <ac:spMk id="12" creationId="{FC1E8F2C-897F-5C3C-B0EA-5F2639ECA6E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3"/>
            <ac:spMk id="18" creationId="{91010A63-B7F0-F2E2-B929-AA7970F2846F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4"/>
            <ac:spMk id="7" creationId="{67AFFAC6-4ED8-CBAD-B8EA-40792D6F11F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4"/>
            <ac:spMk id="8" creationId="{C9225C51-B552-B1E5-AB57-078F68CD9505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4"/>
            <ac:spMk id="9" creationId="{34589915-8057-31FA-F40F-7FE4BBF5CAE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4"/>
            <ac:spMk id="10" creationId="{9D0D296B-6D3E-E30F-DA4B-50A85DA06F0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4"/>
            <ac:spMk id="11" creationId="{F09DCC00-E8AC-2016-1FFB-EF002AB53533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4"/>
            <ac:spMk id="17" creationId="{03F58DC3-B4E8-1391-2AF6-4FE989430E68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5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5"/>
            <ac:spMk id="2" creationId="{4ED7497D-5250-5B1F-8211-5E3983FF610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5"/>
            <ac:spMk id="3" creationId="{006D2C9A-6F5D-A465-1A75-5DF6E467FDF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5"/>
            <ac:spMk id="8" creationId="{16870279-4D21-AA2E-9FDA-DBD0969A027F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5"/>
            <ac:spMk id="12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5"/>
            <ac:picMk id="6" creationId="{279880D9-9204-3C86-9D2C-7D36A712AE4F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6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6"/>
            <ac:spMk id="2" creationId="{56CAB89C-C1F5-1018-B516-9D30778399C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6"/>
            <ac:spMk id="3" creationId="{52FA77E7-F756-E9FE-9136-C0F8D01EF87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6"/>
            <ac:spMk id="8" creationId="{016646EB-A3A8-8F84-E53C-98C177A021DC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6"/>
            <ac:spMk id="9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6"/>
            <ac:picMk id="6" creationId="{E3558216-B3BB-65A3-DC12-E38112320BC1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7"/>
            <ac:spMk id="2" creationId="{56CAB89C-C1F5-1018-B516-9D30778399C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7"/>
            <ac:spMk id="3" creationId="{52FA77E7-F756-E9FE-9136-C0F8D01EF87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7"/>
            <ac:spMk id="8" creationId="{016646EB-A3A8-8F84-E53C-98C177A021DC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7"/>
            <ac:spMk id="10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7"/>
            <ac:picMk id="6" creationId="{7037AC45-B2D1-537A-5AD5-996E58E7F890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8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8"/>
            <ac:spMk id="2" creationId="{D9925282-07EE-9C99-E53B-A76594BEEE9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8"/>
            <ac:spMk id="4" creationId="{200A7066-400F-81CC-EB2D-98841026F69D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8"/>
            <ac:spMk id="5" creationId="{AE607573-5A9D-E4B9-91AA-F6E6133D68E7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8"/>
            <ac:spMk id="8" creationId="{5E5F3DC3-1739-4680-A88C-C7B8F0E6D388}"/>
          </ac:spMkLst>
        </pc:spChg>
        <pc:picChg chg="mod">
          <ac:chgData name="Jay" userId="ee8e7794-d418-4050-a45e-67762d108ce3" providerId="ADAL" clId="{A763F83F-80D6-4023-B2C2-C60A76F728A0}" dt="2026-08-23T11:48:19.259" v="94" actId="26606"/>
          <ac:picMkLst>
            <pc:docMk/>
            <pc:sldMk cId="0" sldId="308"/>
            <ac:picMk id="9" creationId="{C331CB8B-8174-94EC-FF57-567FCCAAD635}"/>
          </ac:picMkLst>
        </pc:pic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09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09"/>
            <ac:spMk id="7" creationId="{66607F37-DF1E-6C6F-5926-FD5A5C2AE1D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9"/>
            <ac:spMk id="8" creationId="{E348C1EF-76BF-6EC1-7EB1-330B7E8B044D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9"/>
            <ac:spMk id="9" creationId="{AFDF8CD1-4C75-214C-2DDC-4C6B79B53F2C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9"/>
            <ac:spMk id="10" creationId="{8EB4D50D-C3D4-EF34-F5D0-D6E3A998DC54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9"/>
            <ac:spMk id="11" creationId="{22BC3990-1986-B8ED-25B0-B2A5A4F01B89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09"/>
            <ac:spMk id="12" creationId="{68DADB10-403D-B8B2-D8D3-B10B75D6551C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09"/>
            <ac:spMk id="18" creationId="{91010A63-B7F0-F2E2-B929-AA7970F2846F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10"/>
        </pc:sldMkLst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0"/>
            <ac:spMk id="2" creationId="{124A8FA2-6C9F-36DB-930F-C451872A5A39}"/>
          </ac:spMkLst>
        </pc:spChg>
        <pc:spChg chg="mod">
          <ac:chgData name="Jay" userId="ee8e7794-d418-4050-a45e-67762d108ce3" providerId="ADAL" clId="{A763F83F-80D6-4023-B2C2-C60A76F728A0}" dt="2026-08-23T13:28:30.155" v="158" actId="255"/>
          <ac:spMkLst>
            <pc:docMk/>
            <pc:sldMk cId="0" sldId="310"/>
            <ac:spMk id="3" creationId="{553342A7-4C37-84A2-A971-A41EAB6955FF}"/>
          </ac:spMkLst>
        </pc:spChg>
        <pc:spChg chg="mod">
          <ac:chgData name="Jay" userId="ee8e7794-d418-4050-a45e-67762d108ce3" providerId="ADAL" clId="{A763F83F-80D6-4023-B2C2-C60A76F728A0}" dt="2026-08-23T13:28:34.739" v="159" actId="1076"/>
          <ac:spMkLst>
            <pc:docMk/>
            <pc:sldMk cId="0" sldId="310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0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0"/>
            <ac:spMk id="18" creationId="{AE09A77D-BE61-2556-4E7D-60B0A94FD88A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12"/>
        </pc:sldMkLst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2"/>
            <ac:spMk id="2" creationId="{F965430A-4799-3816-E8C2-AE9862281C96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2"/>
            <ac:spMk id="3" creationId="{B95AE38C-7B7E-4A34-8D68-33B017882CE1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2"/>
            <ac:spMk id="4" creationId="{DA4B52DF-ABE6-BE59-6C14-F80F2F90E4F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2"/>
            <ac:spMk id="7" creationId="{C992AFED-3EB5-A768-A39F-0D8D2D2883E2}"/>
          </ac:spMkLst>
        </pc:spChg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2"/>
            <ac:spMk id="15" creationId="{470F02D6-55D5-4FF6-9EF6-8C4133929151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2"/>
            <ac:spMk id="16" creationId="{AE09A77D-BE61-2556-4E7D-60B0A94FD88A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13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3"/>
            <ac:spMk id="3" creationId="{3348D92E-FD91-408F-BE95-CD5DDEDB5E9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3"/>
            <ac:spMk id="4" creationId="{465B3BD5-1271-09C4-914E-C3C045F44F22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3"/>
            <ac:spMk id="100" creationId="{50F6B968-C0BE-E342-2D05-B5F8C48D01B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3"/>
            <ac:spMk id="101" creationId="{240746CA-A77E-44E1-E2EC-87B770493E6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3"/>
            <ac:spMk id="191" creationId="{AE09A77D-BE61-2556-4E7D-60B0A94FD88A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14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4"/>
            <ac:spMk id="3" creationId="{3348D92E-FD91-408F-BE95-CD5DDEDB5E9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4"/>
            <ac:spMk id="100" creationId="{50F6B968-C0BE-E342-2D05-B5F8C48D01B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4"/>
            <ac:spMk id="101" creationId="{240746CA-A77E-44E1-E2EC-87B770493E6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4"/>
            <ac:spMk id="191" creationId="{AE09A77D-BE61-2556-4E7D-60B0A94FD88A}"/>
          </ac:spMkLst>
        </pc:spChg>
      </pc:sldChg>
      <pc:sldChg chg="modSp add mod modClrScheme chgLayout modNotes">
        <pc:chgData name="Jay" userId="ee8e7794-d418-4050-a45e-67762d108ce3" providerId="ADAL" clId="{A763F83F-80D6-4023-B2C2-C60A76F728A0}" dt="2026-08-23T13:29:27.018" v="161" actId="26606"/>
        <pc:sldMkLst>
          <pc:docMk/>
          <pc:sldMk cId="0" sldId="315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5"/>
            <ac:spMk id="3" creationId="{3348D92E-FD91-408F-BE95-CD5DDEDB5E9B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5"/>
            <ac:spMk id="100" creationId="{50F6B968-C0BE-E342-2D05-B5F8C48D01B7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15"/>
            <ac:spMk id="101" creationId="{240746CA-A77E-44E1-E2EC-87B770493E6B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5"/>
            <ac:spMk id="191" creationId="{AE09A77D-BE61-2556-4E7D-60B0A94FD88A}"/>
          </ac:spMkLst>
        </pc:spChg>
      </pc:sldChg>
      <pc:sldChg chg="modSp add mod modClrScheme chgLayout">
        <pc:chgData name="Jay" userId="ee8e7794-d418-4050-a45e-67762d108ce3" providerId="ADAL" clId="{A763F83F-80D6-4023-B2C2-C60A76F728A0}" dt="2026-08-23T13:29:27.018" v="161" actId="26606"/>
        <pc:sldMkLst>
          <pc:docMk/>
          <pc:sldMk cId="0" sldId="317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7"/>
            <ac:spMk id="10" creationId="{BA5FF4EC-645C-1ED1-D5A8-43C81F9FE47C}"/>
          </ac:spMkLst>
        </pc:spChg>
        <pc:spChg chg="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17"/>
            <ac:spMk id="14" creationId="{AE09A77D-BE61-2556-4E7D-60B0A94FD88A}"/>
          </ac:spMkLst>
        </pc:spChg>
      </pc:sldChg>
      <pc:sldChg chg="modSp add mod">
        <pc:chgData name="Jay" userId="ee8e7794-d418-4050-a45e-67762d108ce3" providerId="ADAL" clId="{A763F83F-80D6-4023-B2C2-C60A76F728A0}" dt="2026-08-23T11:49:57.973" v="99" actId="26606"/>
        <pc:sldMkLst>
          <pc:docMk/>
          <pc:sldMk cId="0" sldId="318"/>
        </pc:sldMkLst>
        <pc:spChg chg="mod">
          <ac:chgData name="Jay" userId="ee8e7794-d418-4050-a45e-67762d108ce3" providerId="ADAL" clId="{A763F83F-80D6-4023-B2C2-C60A76F728A0}" dt="2026-08-23T11:49:57.973" v="99" actId="26606"/>
          <ac:spMkLst>
            <pc:docMk/>
            <pc:sldMk cId="0" sldId="318"/>
            <ac:spMk id="4" creationId="{2AFD3162-DA9E-4D67-9F87-E583DE6D64AE}"/>
          </ac:spMkLst>
        </pc:spChg>
      </pc:sldChg>
      <pc:sldChg chg="addSp delSp modSp add mod">
        <pc:chgData name="Jay" userId="ee8e7794-d418-4050-a45e-67762d108ce3" providerId="ADAL" clId="{A763F83F-80D6-4023-B2C2-C60A76F728A0}" dt="2026-08-23T14:25:52.945" v="169" actId="27636"/>
        <pc:sldMkLst>
          <pc:docMk/>
          <pc:sldMk cId="0" sldId="321"/>
        </pc:sldMkLst>
        <pc:spChg chg="del">
          <ac:chgData name="Jay" userId="ee8e7794-d418-4050-a45e-67762d108ce3" providerId="ADAL" clId="{A763F83F-80D6-4023-B2C2-C60A76F728A0}" dt="2026-08-23T13:23:25.612" v="113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Jay" userId="ee8e7794-d418-4050-a45e-67762d108ce3" providerId="ADAL" clId="{A763F83F-80D6-4023-B2C2-C60A76F728A0}" dt="2026-08-23T13:23:25.612" v="113" actId="478"/>
          <ac:spMkLst>
            <pc:docMk/>
            <pc:sldMk cId="0" sldId="321"/>
            <ac:spMk id="3" creationId="{00000000-0000-0000-0000-000000000000}"/>
          </ac:spMkLst>
        </pc:spChg>
        <pc:spChg chg="del">
          <ac:chgData name="Jay" userId="ee8e7794-d418-4050-a45e-67762d108ce3" providerId="ADAL" clId="{A763F83F-80D6-4023-B2C2-C60A76F728A0}" dt="2026-08-23T13:23:25.612" v="113" actId="478"/>
          <ac:spMkLst>
            <pc:docMk/>
            <pc:sldMk cId="0" sldId="321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4:25:52.945" v="169" actId="27636"/>
          <ac:spMkLst>
            <pc:docMk/>
            <pc:sldMk cId="0" sldId="321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1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1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26" creationId="{00000000-0000-0000-0000-000000000000}"/>
          </ac:spMkLst>
        </pc:spChg>
        <pc:spChg chg="add 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21"/>
            <ac:spMk id="27" creationId="{52AE2AE9-E5FB-5604-EC5B-2CB1856FF458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1"/>
            <ac:spMk id="28" creationId="{00000000-0000-0000-0000-000000000000}"/>
          </ac:spMkLst>
        </pc:spChg>
        <pc:spChg chg="add del mod">
          <ac:chgData name="Jay" userId="ee8e7794-d418-4050-a45e-67762d108ce3" providerId="ADAL" clId="{A763F83F-80D6-4023-B2C2-C60A76F728A0}" dt="2026-08-23T13:26:22.113" v="152" actId="478"/>
          <ac:spMkLst>
            <pc:docMk/>
            <pc:sldMk cId="0" sldId="321"/>
            <ac:spMk id="29" creationId="{8ED0DC6F-D2B0-3E9D-FA06-710EF625F661}"/>
          </ac:spMkLst>
        </pc:spChg>
      </pc:sldChg>
      <pc:sldChg chg="addSp delSp modSp add mod">
        <pc:chgData name="Jay" userId="ee8e7794-d418-4050-a45e-67762d108ce3" providerId="ADAL" clId="{A763F83F-80D6-4023-B2C2-C60A76F728A0}" dt="2026-08-23T14:25:52.949" v="170" actId="27636"/>
        <pc:sldMkLst>
          <pc:docMk/>
          <pc:sldMk cId="0" sldId="322"/>
        </pc:sldMkLst>
        <pc:spChg chg="del">
          <ac:chgData name="Jay" userId="ee8e7794-d418-4050-a45e-67762d108ce3" providerId="ADAL" clId="{A763F83F-80D6-4023-B2C2-C60A76F728A0}" dt="2026-08-23T13:23:48.651" v="121" actId="478"/>
          <ac:spMkLst>
            <pc:docMk/>
            <pc:sldMk cId="0" sldId="322"/>
            <ac:spMk id="2" creationId="{00000000-0000-0000-0000-000000000000}"/>
          </ac:spMkLst>
        </pc:spChg>
        <pc:spChg chg="del">
          <ac:chgData name="Jay" userId="ee8e7794-d418-4050-a45e-67762d108ce3" providerId="ADAL" clId="{A763F83F-80D6-4023-B2C2-C60A76F728A0}" dt="2026-08-23T13:23:48.651" v="121" actId="478"/>
          <ac:spMkLst>
            <pc:docMk/>
            <pc:sldMk cId="0" sldId="322"/>
            <ac:spMk id="3" creationId="{00000000-0000-0000-0000-000000000000}"/>
          </ac:spMkLst>
        </pc:spChg>
        <pc:spChg chg="del">
          <ac:chgData name="Jay" userId="ee8e7794-d418-4050-a45e-67762d108ce3" providerId="ADAL" clId="{A763F83F-80D6-4023-B2C2-C60A76F728A0}" dt="2026-08-23T13:23:48.651" v="121" actId="478"/>
          <ac:spMkLst>
            <pc:docMk/>
            <pc:sldMk cId="0" sldId="322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4:25:52.949" v="170" actId="27636"/>
          <ac:spMkLst>
            <pc:docMk/>
            <pc:sldMk cId="0" sldId="322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1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20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26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28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3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32" creationId="{00000000-0000-0000-0000-000000000000}"/>
          </ac:spMkLst>
        </pc:spChg>
        <pc:spChg chg="add 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22"/>
            <ac:spMk id="33" creationId="{84D2B08B-D42E-B5A6-CEBC-F074E9206B93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2"/>
            <ac:spMk id="34" creationId="{00000000-0000-0000-0000-000000000000}"/>
          </ac:spMkLst>
        </pc:spChg>
      </pc:sldChg>
      <pc:sldChg chg="addSp delSp modSp add mod">
        <pc:chgData name="Jay" userId="ee8e7794-d418-4050-a45e-67762d108ce3" providerId="ADAL" clId="{A763F83F-80D6-4023-B2C2-C60A76F728A0}" dt="2026-08-23T14:25:52.965" v="171" actId="27636"/>
        <pc:sldMkLst>
          <pc:docMk/>
          <pc:sldMk cId="0" sldId="323"/>
        </pc:sldMkLst>
        <pc:spChg chg="del">
          <ac:chgData name="Jay" userId="ee8e7794-d418-4050-a45e-67762d108ce3" providerId="ADAL" clId="{A763F83F-80D6-4023-B2C2-C60A76F728A0}" dt="2026-08-23T13:23:43.210" v="120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Jay" userId="ee8e7794-d418-4050-a45e-67762d108ce3" providerId="ADAL" clId="{A763F83F-80D6-4023-B2C2-C60A76F728A0}" dt="2026-08-23T13:23:43.210" v="120" actId="478"/>
          <ac:spMkLst>
            <pc:docMk/>
            <pc:sldMk cId="0" sldId="323"/>
            <ac:spMk id="3" creationId="{00000000-0000-0000-0000-000000000000}"/>
          </ac:spMkLst>
        </pc:spChg>
        <pc:spChg chg="del mod">
          <ac:chgData name="Jay" userId="ee8e7794-d418-4050-a45e-67762d108ce3" providerId="ADAL" clId="{A763F83F-80D6-4023-B2C2-C60A76F728A0}" dt="2026-08-23T13:23:43.210" v="120" actId="478"/>
          <ac:spMkLst>
            <pc:docMk/>
            <pc:sldMk cId="0" sldId="323"/>
            <ac:spMk id="4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4:25:52.965" v="171" actId="27636"/>
          <ac:spMkLst>
            <pc:docMk/>
            <pc:sldMk cId="0" sldId="323"/>
            <ac:spMk id="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1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1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21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22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29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35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37" creationId="{00000000-0000-0000-0000-000000000000}"/>
          </ac:spMkLst>
        </pc:spChg>
        <pc:spChg chg="mod">
          <ac:chgData name="Jay" userId="ee8e7794-d418-4050-a45e-67762d108ce3" providerId="ADAL" clId="{A763F83F-80D6-4023-B2C2-C60A76F728A0}" dt="2026-08-23T11:48:19.259" v="94" actId="26606"/>
          <ac:spMkLst>
            <pc:docMk/>
            <pc:sldMk cId="0" sldId="323"/>
            <ac:spMk id="44" creationId="{00000000-0000-0000-0000-000000000000}"/>
          </ac:spMkLst>
        </pc:spChg>
        <pc:spChg chg="add 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23"/>
            <ac:spMk id="45" creationId="{59F8E3F9-1024-1F7D-45A7-0BED3749523A}"/>
          </ac:spMkLst>
        </pc:spChg>
      </pc:sldChg>
      <pc:sldChg chg="addSp delSp modSp add mod modClrScheme chgLayout modNotes">
        <pc:chgData name="Jay" userId="ee8e7794-d418-4050-a45e-67762d108ce3" providerId="ADAL" clId="{A763F83F-80D6-4023-B2C2-C60A76F728A0}" dt="2026-08-23T13:32:41.331" v="163" actId="700"/>
        <pc:sldMkLst>
          <pc:docMk/>
          <pc:sldMk cId="0" sldId="324"/>
        </pc:sldMkLst>
        <pc:spChg chg="add mod">
          <ac:chgData name="Jay" userId="ee8e7794-d418-4050-a45e-67762d108ce3" providerId="ADAL" clId="{A763F83F-80D6-4023-B2C2-C60A76F728A0}" dt="2026-08-23T13:29:27.018" v="161" actId="26606"/>
          <ac:spMkLst>
            <pc:docMk/>
            <pc:sldMk cId="0" sldId="324"/>
            <ac:spMk id="2" creationId="{2E14071B-D4EE-706F-B790-405ADBE83B74}"/>
          </ac:spMkLst>
        </pc:spChg>
        <pc:spChg chg="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324"/>
            <ac:spMk id="3" creationId="{66BD452D-E07C-4996-2D71-FB7FD3DFB8AC}"/>
          </ac:spMkLst>
        </pc:spChg>
        <pc:spChg chg="del mod">
          <ac:chgData name="Jay" userId="ee8e7794-d418-4050-a45e-67762d108ce3" providerId="ADAL" clId="{A763F83F-80D6-4023-B2C2-C60A76F728A0}" dt="2026-08-23T13:26:09.342" v="146" actId="478"/>
          <ac:spMkLst>
            <pc:docMk/>
            <pc:sldMk cId="0" sldId="324"/>
            <ac:spMk id="4" creationId="{D7EF4DFD-8945-5F0C-AE5C-283762E450DC}"/>
          </ac:spMkLst>
        </pc:spChg>
        <pc:spChg chg="add mod ord">
          <ac:chgData name="Jay" userId="ee8e7794-d418-4050-a45e-67762d108ce3" providerId="ADAL" clId="{A763F83F-80D6-4023-B2C2-C60A76F728A0}" dt="2026-08-23T13:32:41.331" v="163" actId="700"/>
          <ac:spMkLst>
            <pc:docMk/>
            <pc:sldMk cId="0" sldId="324"/>
            <ac:spMk id="5" creationId="{5D4B8756-D8E4-13E1-8F96-91BF099BD3C9}"/>
          </ac:spMkLst>
        </pc:spChg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964816898" sldId="2147479773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967275464" sldId="2147479774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4177671848" sldId="2147479775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92129885" sldId="2147479776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20838361" sldId="2147479777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363555374" sldId="2147479778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599356538" sldId="2147479779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213691368" sldId="2147479780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1908415810" sldId="2147479781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086256009" sldId="2147479782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98075201" sldId="2147479783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740795042" sldId="2147479784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321238015" sldId="2147479785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1086799544" sldId="2147479786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2361697522" sldId="2147479787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4182724997" sldId="2147479788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158899413" sldId="2147479789"/>
        </pc:sldMkLst>
      </pc:sldChg>
      <pc:sldChg chg="add del">
        <pc:chgData name="Jay" userId="ee8e7794-d418-4050-a45e-67762d108ce3" providerId="ADAL" clId="{A763F83F-80D6-4023-B2C2-C60A76F728A0}" dt="2026-08-23T14:26:14.258" v="173" actId="47"/>
        <pc:sldMkLst>
          <pc:docMk/>
          <pc:sldMk cId="3677156863" sldId="2147479790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435520925" sldId="2147479795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489603214" sldId="2147479796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410656143" sldId="2147479797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358243220" sldId="2147479798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376440030" sldId="2147479799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410959678" sldId="2147479800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844305386" sldId="2147479801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80225189" sldId="2147479802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079415829" sldId="2147479803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511467043" sldId="2147479804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846863710" sldId="2147479805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058996186" sldId="2147479806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435707434" sldId="2147479807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243152314" sldId="2147479808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591238995" sldId="2147479809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4102414533" sldId="2147479810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013474461" sldId="2147479811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4015756487" sldId="2147479812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464202889" sldId="2147479813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980399333" sldId="2147479814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965115935" sldId="2147479815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409911345" sldId="2147479816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360495024" sldId="2147479817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973856298" sldId="2147479818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013905951" sldId="2147479819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228842849" sldId="2147479820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424754595" sldId="2147479821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365829721" sldId="2147479822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2033201913" sldId="2147479823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809347228" sldId="2147479824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908536695" sldId="2147479825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3958211547" sldId="2147479826"/>
        </pc:sldMkLst>
      </pc:sldChg>
      <pc:sldChg chg="add del mod modShow">
        <pc:chgData name="Jay" userId="ee8e7794-d418-4050-a45e-67762d108ce3" providerId="ADAL" clId="{A763F83F-80D6-4023-B2C2-C60A76F728A0}" dt="2026-08-23T14:26:25.984" v="174" actId="47"/>
        <pc:sldMkLst>
          <pc:docMk/>
          <pc:sldMk cId="1849360985" sldId="2147479827"/>
        </pc:sldMkLst>
      </pc:sldChg>
      <pc:sldMasterChg chg="add addSldLayout delSldLayout modSldLayout sldLayoutOrd">
        <pc:chgData name="Jay" userId="ee8e7794-d418-4050-a45e-67762d108ce3" providerId="ADAL" clId="{A763F83F-80D6-4023-B2C2-C60A76F728A0}" dt="2026-08-23T14:26:25.984" v="174" actId="47"/>
        <pc:sldMasterMkLst>
          <pc:docMk/>
          <pc:sldMasterMk cId="3804677287" sldId="2147483648"/>
        </pc:sldMasterMkLst>
        <pc:sldLayoutChg chg="modSp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210058808" sldId="2147483649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10058808" sldId="2147483649"/>
              <ac:spMk id="2" creationId="{1BED591B-8593-817D-FD22-31123C722B28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10058808" sldId="2147483649"/>
              <ac:spMk id="3" creationId="{B45E8CD9-95F5-4D57-AE08-DEF2E9E3B387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10058808" sldId="2147483649"/>
              <ac:spMk id="4" creationId="{2872F107-FEFB-612D-9A61-40A76F1EB54F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10058808" sldId="2147483649"/>
              <ac:spMk id="5" creationId="{0A72DBCF-A27C-D606-D4F7-1E84C7608653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10058808" sldId="2147483649"/>
              <ac:spMk id="6" creationId="{BCE21623-2444-4AFE-3F3B-1A7579EA13FB}"/>
            </ac:spMkLst>
          </pc:spChg>
        </pc:sldLayoutChg>
        <pc:sldLayoutChg chg="modSp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56529386" sldId="2147483660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56529386" sldId="2147483660"/>
              <ac:spMk id="3" creationId="{AA1ADBE6-5E29-7A6B-E210-597F443C7BF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56529386" sldId="2147483660"/>
              <ac:spMk id="4" creationId="{9F62B460-7838-D919-2107-2AE2DB807FF1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56529386" sldId="2147483660"/>
              <ac:spMk id="5" creationId="{AE54E53D-428B-872F-679F-3347A7E78D46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56529386" sldId="2147483660"/>
              <ac:spMk id="8" creationId="{FEDF3DE4-8628-A0E3-0518-AA5354E77E18}"/>
            </ac:spMkLst>
          </pc:spChg>
        </pc:sldLayoutChg>
        <pc:sldLayoutChg chg="modSp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276061778" sldId="2147483661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76061778" sldId="2147483661"/>
              <ac:spMk id="2" creationId="{D0AAD849-7CFE-4AF7-A7C5-6BBD50C88C1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276061778" sldId="2147483661"/>
              <ac:spMk id="3" creationId="{1DF1DDBC-3184-D08B-F049-49535B030C5D}"/>
            </ac:spMkLst>
          </pc:spChg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40834939" sldId="2147483662"/>
          </pc:sldLayoutMkLst>
        </pc:sldLayoutChg>
        <pc:sldLayoutChg chg="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3316058515" sldId="2147483663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4117988943" sldId="2147483664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65132996" sldId="2147483665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531008963" sldId="2147483666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41249231" sldId="2147483667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97697069" sldId="2147483668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454412296" sldId="2147483669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747878061" sldId="2147483670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3859189682" sldId="2147483671"/>
          </pc:sldLayoutMkLst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828528830" sldId="2147483672"/>
          </pc:sldLayoutMkLst>
        </pc:sldLayoutChg>
        <pc:sldLayoutChg chg="modSp add mod">
          <pc:chgData name="Jay" userId="ee8e7794-d418-4050-a45e-67762d108ce3" providerId="ADAL" clId="{A763F83F-80D6-4023-B2C2-C60A76F728A0}" dt="2026-08-23T13:28:39.723" v="160" actId="167"/>
          <pc:sldLayoutMkLst>
            <pc:docMk/>
            <pc:sldMasterMk cId="3804677287" sldId="2147483648"/>
            <pc:sldLayoutMk cId="3613229410" sldId="2147483673"/>
          </pc:sldLayoutMkLst>
          <pc:picChg chg="ord">
            <ac:chgData name="Jay" userId="ee8e7794-d418-4050-a45e-67762d108ce3" providerId="ADAL" clId="{A763F83F-80D6-4023-B2C2-C60A76F728A0}" dt="2026-08-23T13:28:39.723" v="160" actId="167"/>
            <ac:picMkLst>
              <pc:docMk/>
              <pc:sldMasterMk cId="3804677287" sldId="2147483648"/>
              <pc:sldLayoutMk cId="3613229410" sldId="2147483673"/>
              <ac:picMk id="4" creationId="{12EE4A3B-18F3-C175-1D6C-A9F34F4E90E5}"/>
            </ac:picMkLst>
          </pc:picChg>
        </pc:sldLayoutChg>
        <pc:sldLayoutChg chg="ad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213657607" sldId="2147483674"/>
          </pc:sldLayoutMkLst>
        </pc:sldLayoutChg>
        <pc:sldLayoutChg chg="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522825916" sldId="2147483675"/>
          </pc:sldLayoutMkLst>
        </pc:sldLayoutChg>
        <pc:sldLayoutChg chg="del">
          <pc:chgData name="Jay" userId="ee8e7794-d418-4050-a45e-67762d108ce3" providerId="ADAL" clId="{A763F83F-80D6-4023-B2C2-C60A76F728A0}" dt="2026-08-23T14:26:25.984" v="174" actId="47"/>
          <pc:sldLayoutMkLst>
            <pc:docMk/>
            <pc:sldMasterMk cId="3804677287" sldId="2147483648"/>
            <pc:sldLayoutMk cId="1193109447" sldId="2147483677"/>
          </pc:sldLayoutMkLst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40834939" sldId="2147483677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3" creationId="{05B49E74-D3F8-9BC9-0A3F-F524E6C5A41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6" creationId="{0281408E-274B-89C6-8571-F986E6EE6541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8" creationId="{5F055FC1-EF87-C5EC-9545-B346C73ACDA3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9" creationId="{5EBA1527-2F4C-29A6-6A08-4FBA5CAE4E7E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0834939" sldId="2147483677"/>
              <ac:spMk id="10" creationId="{3B81DC28-90DC-14C9-6ED7-101D16E58FA0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4117988943" sldId="2147483678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4117988943" sldId="2147483678"/>
              <ac:spMk id="2" creationId="{D7EF4DFD-8945-5F0C-AE5C-283762E450DC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4117988943" sldId="2147483678"/>
              <ac:spMk id="3" creationId="{1F76B388-5DEE-0A88-F0D1-66406E019CF9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65132996" sldId="2147483679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65132996" sldId="2147483679"/>
              <ac:spMk id="4" creationId="{98D09561-FD4E-3066-64C2-824D66760B1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65132996" sldId="2147483679"/>
              <ac:spMk id="5" creationId="{AC67A521-F4FD-E8EE-E376-D23CEA34562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65132996" sldId="2147483679"/>
              <ac:spMk id="9" creationId="{CB19F3EF-E352-4C65-98EB-C1D64E0A728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65132996" sldId="2147483679"/>
              <ac:spMk id="10" creationId="{E93C46D7-E811-4904-971C-BDAE52869A61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65132996" sldId="2147483679"/>
              <ac:spMk id="12" creationId="{C84EFDE3-C2B4-4663-8852-A0D2423EB125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531008963" sldId="2147483680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531008963" sldId="2147483680"/>
              <ac:spMk id="4" creationId="{D5402C46-D31C-FDEF-C231-716FBE6417FF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531008963" sldId="2147483680"/>
              <ac:spMk id="5" creationId="{7B5F9DFC-8F86-66C5-68A6-019BCDEDB8C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531008963" sldId="2147483680"/>
              <ac:spMk id="8" creationId="{481D8892-E962-43F0-5F5F-08F524F7EAA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531008963" sldId="2147483680"/>
              <ac:spMk id="10" creationId="{5FD7D075-9E51-3CE8-5505-AE5C8CAB0439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531008963" sldId="2147483680"/>
              <ac:spMk id="11" creationId="{F4BA9016-5747-B1D1-36DE-145A4E94C4B2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941249231" sldId="2147483681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1249231" sldId="2147483681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1249231" sldId="2147483681"/>
              <ac:spMk id="4" creationId="{FA07B0D1-31C1-C209-CE85-DD1D42B62A7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1249231" sldId="2147483681"/>
              <ac:spMk id="6" creationId="{BA3E60F0-F025-04E8-0E46-71699A62E435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1249231" sldId="2147483681"/>
              <ac:spMk id="7" creationId="{5E5F3DC3-1739-4680-A88C-C7B8F0E6D388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941249231" sldId="2147483681"/>
              <ac:spMk id="8" creationId="{4D105096-7BC3-1383-8EE1-744002B706B2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97697069" sldId="2147483682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2" creationId="{91010A63-B7F0-F2E2-B929-AA7970F2846F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4" creationId="{8F826457-AD96-78F4-E9DC-B4CC7DCCED8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5" creationId="{00000000-0000-0000-0000-00000000000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14" creationId="{00000000-0000-0000-0000-00000000000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16" creationId="{00000000-0000-0000-0000-00000000000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18" creationId="{00000000-0000-0000-0000-000000000000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97697069" sldId="2147483682"/>
              <ac:spMk id="20" creationId="{00000000-0000-0000-0000-000000000000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454412296" sldId="2147483683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5" creationId="{0B703353-C9ED-0F6F-D7CB-28042BD05365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7" creationId="{B99DE518-C598-A940-A59E-AD0A05432BA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8" creationId="{1B7E7F6E-4D9D-5F8C-A5F0-526CA973BE99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12" creationId="{24E25ABE-71E1-BA48-6C8C-383755934901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454412296" sldId="2147483683"/>
              <ac:spMk id="13" creationId="{37DAE155-2008-5357-51E8-E6B1FA7558C2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747878061" sldId="2147483684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2" creationId="{6F456F5C-E654-C0BD-30BA-55CC632F074D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3" creationId="{AAE74A98-D9A9-7258-AB00-FA281DFC7D2F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4" creationId="{A1F55E03-DF85-0E93-780C-71A8898D2AD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5" creationId="{6A2D886A-4337-E9FA-7DBB-9D84D80A3A67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6" creationId="{E41A1665-88FA-58ED-F1C0-48840A180ACD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7" creationId="{6624839F-BBCE-45B6-246E-E8C737903DF8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747878061" sldId="2147483684"/>
              <ac:spMk id="10" creationId="{A87FC08B-CC69-ED5E-1E89-0FB4958D4A41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3859189682" sldId="2147483685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859189682" sldId="2147483685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859189682" sldId="2147483685"/>
              <ac:spMk id="4" creationId="{7E90DBB6-E167-EFBB-7028-79615839561D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859189682" sldId="2147483685"/>
              <ac:spMk id="6" creationId="{E84377F5-22E1-9D2A-A0FF-44C6FE95FA8C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859189682" sldId="2147483685"/>
              <ac:spMk id="8" creationId="{4ACB92EB-B163-EB38-0156-C028F872F1C8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859189682" sldId="2147483685"/>
              <ac:spMk id="9" creationId="{20190326-CB8A-9A65-714A-07CD312C349A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2828528830" sldId="2147483686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8" creationId="{03F58DC3-B4E8-1391-2AF6-4FE989430E68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9" creationId="{75B21E8C-92C0-72B7-D04D-01894741A0D7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12" creationId="{BDF9284C-6F78-4885-87E1-4AAD9E8090B1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13" creationId="{D0E35C16-1FD5-43B8-8A48-E2CAEC4A6EA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17" creationId="{9F7B3EC7-70FC-4307-BB11-53CB4E14FFB9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2828528830" sldId="2147483686"/>
              <ac:spMk id="19" creationId="{DC5585A5-DAB7-4EFE-A980-497178E03B1A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3613229410" sldId="2147483687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613229410" sldId="2147483687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613229410" sldId="2147483687"/>
              <ac:spMk id="5" creationId="{AE09A77D-BE61-2556-4E7D-60B0A94FD88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613229410" sldId="2147483687"/>
              <ac:spMk id="7" creationId="{5B1C1BF3-6AA8-9E3D-6C13-9D294A95EC9E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613229410" sldId="2147483687"/>
              <ac:spMk id="8" creationId="{CB36A2A5-3D3D-6672-23D6-32211E5333A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3613229410" sldId="2147483687"/>
              <ac:spMk id="14" creationId="{C4A355BE-EC00-02A7-CF83-86D8F4D79CE5}"/>
            </ac:spMkLst>
          </pc:spChg>
        </pc:sldLayoutChg>
        <pc:sldLayoutChg chg="modSp del mod ord">
          <pc:chgData name="Jay" userId="ee8e7794-d418-4050-a45e-67762d108ce3" providerId="ADAL" clId="{A763F83F-80D6-4023-B2C2-C60A76F728A0}" dt="2026-08-23T11:48:19.259" v="94" actId="26606"/>
          <pc:sldLayoutMkLst>
            <pc:docMk/>
            <pc:sldMasterMk cId="3804677287" sldId="2147483648"/>
            <pc:sldLayoutMk cId="1213657607" sldId="2147483688"/>
          </pc:sldLayoutMkLst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2" creationId="{BCE35D3C-86EE-875E-D2A6-669DF7E1C19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4" creationId="{E5A14A0B-79D6-45AE-7A4C-9DC7D8DBDE0E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5" creationId="{AE09A77D-BE61-2556-4E7D-60B0A94FD88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6" creationId="{E26E60A9-6B1B-0504-9AD9-98C3212D1BE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12" creationId="{EA7BF95A-A491-AA6A-78B7-D238998E4354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13" creationId="{FC885C31-00F8-2C8C-ACC7-B0A21820E6E2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18" creationId="{C801E9AC-93F9-F06B-9038-5F1AAD2E0D8A}"/>
            </ac:spMkLst>
          </pc:spChg>
          <pc:spChg chg="mod">
            <ac:chgData name="Jay" userId="ee8e7794-d418-4050-a45e-67762d108ce3" providerId="ADAL" clId="{A763F83F-80D6-4023-B2C2-C60A76F728A0}" dt="2026-08-23T11:48:19.259" v="94" actId="26606"/>
            <ac:spMkLst>
              <pc:docMk/>
              <pc:sldMasterMk cId="3804677287" sldId="2147483648"/>
              <pc:sldLayoutMk cId="1213657607" sldId="2147483688"/>
              <ac:spMk id="19" creationId="{3EC43E23-35AD-52A6-0DE8-366F8CC32F9A}"/>
            </ac:spMkLst>
          </pc:spChg>
        </pc:sldLayoutChg>
      </pc:sldMasterChg>
      <pc:sldMasterChg chg="del replId modSldLayout sldLayoutOrd">
        <pc:chgData name="Jay" userId="ee8e7794-d418-4050-a45e-67762d108ce3" providerId="ADAL" clId="{A763F83F-80D6-4023-B2C2-C60A76F728A0}" dt="2026-08-23T11:48:19.259" v="94" actId="26606"/>
        <pc:sldMasterMkLst>
          <pc:docMk/>
          <pc:sldMasterMk cId="3804677287" sldId="2147483676"/>
        </pc:sldMasterMkLst>
        <pc:sldLayoutChg chg="addSp mod">
          <pc:chgData name="Jay" userId="ee8e7794-d418-4050-a45e-67762d108ce3" providerId="ADAL" clId="{A763F83F-80D6-4023-B2C2-C60A76F728A0}" dt="2026-08-23T09:17:54.850" v="80" actId="22"/>
          <pc:sldLayoutMkLst>
            <pc:docMk/>
            <pc:sldMasterMk cId="3804677287" sldId="2147483648"/>
            <pc:sldLayoutMk cId="2276061778" sldId="2147483661"/>
          </pc:sldLayoutMkLst>
          <pc:picChg chg="add">
            <ac:chgData name="Jay" userId="ee8e7794-d418-4050-a45e-67762d108ce3" providerId="ADAL" clId="{A763F83F-80D6-4023-B2C2-C60A76F728A0}" dt="2026-08-23T09:17:54.850" v="80" actId="22"/>
            <ac:picMkLst>
              <pc:docMk/>
              <pc:sldMasterMk cId="3804677287" sldId="2147483648"/>
              <pc:sldLayoutMk cId="2276061778" sldId="2147483661"/>
              <ac:picMk id="5" creationId="{EB142078-5242-E431-964F-14F16B92A803}"/>
            </ac:picMkLst>
          </pc:picChg>
        </pc:sldLayoutChg>
        <pc:sldLayoutChg chg="addSp mod">
          <pc:chgData name="Jay" userId="ee8e7794-d418-4050-a45e-67762d108ce3" providerId="ADAL" clId="{A763F83F-80D6-4023-B2C2-C60A76F728A0}" dt="2026-08-23T09:17:57.198" v="82" actId="22"/>
          <pc:sldLayoutMkLst>
            <pc:docMk/>
            <pc:sldMasterMk cId="3804677287" sldId="2147483648"/>
            <pc:sldLayoutMk cId="3316058515" sldId="2147483663"/>
          </pc:sldLayoutMkLst>
          <pc:picChg chg="add">
            <ac:chgData name="Jay" userId="ee8e7794-d418-4050-a45e-67762d108ce3" providerId="ADAL" clId="{A763F83F-80D6-4023-B2C2-C60A76F728A0}" dt="2026-08-23T09:17:57.198" v="82" actId="22"/>
            <ac:picMkLst>
              <pc:docMk/>
              <pc:sldMasterMk cId="3804677287" sldId="2147483648"/>
              <pc:sldLayoutMk cId="3316058515" sldId="2147483663"/>
              <ac:picMk id="3" creationId="{AC0A27A0-BABE-7F57-3A02-FCB65FC24403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940834939" sldId="2147483677"/>
          </pc:sldLayoutMkLst>
          <pc:picChg chg="add">
            <ac:chgData name="Jay" userId="ee8e7794-d418-4050-a45e-67762d108ce3" providerId="ADAL" clId="{A763F83F-80D6-4023-B2C2-C60A76F728A0}" dt="2026-08-23T09:17:56.341" v="81" actId="22"/>
            <ac:picMkLst>
              <pc:docMk/>
              <pc:sldMasterMk cId="3804677287" sldId="2147483648"/>
              <pc:sldLayoutMk cId="2940834939" sldId="2147483677"/>
              <ac:picMk id="5" creationId="{BBB7E10C-738C-3F21-D168-5B89155DAB7A}"/>
            </ac:picMkLst>
          </pc:picChg>
        </pc:sldLayoutChg>
        <pc:sldLayoutChg chg="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4117988943" sldId="2147483678"/>
          </pc:sldLayoutMkLst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965132996" sldId="2147483679"/>
          </pc:sldLayoutMkLst>
          <pc:picChg chg="add">
            <ac:chgData name="Jay" userId="ee8e7794-d418-4050-a45e-67762d108ce3" providerId="ADAL" clId="{A763F83F-80D6-4023-B2C2-C60A76F728A0}" dt="2026-08-23T09:17:58.881" v="83" actId="22"/>
            <ac:picMkLst>
              <pc:docMk/>
              <pc:sldMasterMk cId="3804677287" sldId="2147483648"/>
              <pc:sldLayoutMk cId="2965132996" sldId="2147483679"/>
              <ac:picMk id="3" creationId="{73CAEDE5-D681-6991-8E0F-74C0DC181CF4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531008963" sldId="2147483680"/>
          </pc:sldLayoutMkLst>
          <pc:picChg chg="add">
            <ac:chgData name="Jay" userId="ee8e7794-d418-4050-a45e-67762d108ce3" providerId="ADAL" clId="{A763F83F-80D6-4023-B2C2-C60A76F728A0}" dt="2026-08-23T09:17:59.532" v="84" actId="22"/>
            <ac:picMkLst>
              <pc:docMk/>
              <pc:sldMasterMk cId="3804677287" sldId="2147483648"/>
              <pc:sldLayoutMk cId="2531008963" sldId="2147483680"/>
              <ac:picMk id="9" creationId="{59C22B6C-B60D-5384-145D-05CC1C1B389C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941249231" sldId="2147483681"/>
          </pc:sldLayoutMkLst>
          <pc:picChg chg="add">
            <ac:chgData name="Jay" userId="ee8e7794-d418-4050-a45e-67762d108ce3" providerId="ADAL" clId="{A763F83F-80D6-4023-B2C2-C60A76F728A0}" dt="2026-08-23T09:18:00.847" v="85" actId="22"/>
            <ac:picMkLst>
              <pc:docMk/>
              <pc:sldMasterMk cId="3804677287" sldId="2147483648"/>
              <pc:sldLayoutMk cId="2941249231" sldId="2147483681"/>
              <ac:picMk id="5" creationId="{FB930746-1ABC-7475-9B13-D1EFB79541A0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197697069" sldId="2147483682"/>
          </pc:sldLayoutMkLst>
          <pc:picChg chg="add">
            <ac:chgData name="Jay" userId="ee8e7794-d418-4050-a45e-67762d108ce3" providerId="ADAL" clId="{A763F83F-80D6-4023-B2C2-C60A76F728A0}" dt="2026-08-23T09:18:01.443" v="86" actId="22"/>
            <ac:picMkLst>
              <pc:docMk/>
              <pc:sldMasterMk cId="3804677287" sldId="2147483648"/>
              <pc:sldLayoutMk cId="197697069" sldId="2147483682"/>
              <ac:picMk id="6" creationId="{6CD2038C-EC82-C72B-50B4-053B0C1F15C5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1454412296" sldId="2147483683"/>
          </pc:sldLayoutMkLst>
          <pc:picChg chg="add">
            <ac:chgData name="Jay" userId="ee8e7794-d418-4050-a45e-67762d108ce3" providerId="ADAL" clId="{A763F83F-80D6-4023-B2C2-C60A76F728A0}" dt="2026-08-23T09:18:02.035" v="87" actId="22"/>
            <ac:picMkLst>
              <pc:docMk/>
              <pc:sldMasterMk cId="3804677287" sldId="2147483648"/>
              <pc:sldLayoutMk cId="1454412296" sldId="2147483683"/>
              <ac:picMk id="4" creationId="{05339101-D52F-BFA4-091E-3EC4EFE85432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747878061" sldId="2147483684"/>
          </pc:sldLayoutMkLst>
          <pc:picChg chg="add">
            <ac:chgData name="Jay" userId="ee8e7794-d418-4050-a45e-67762d108ce3" providerId="ADAL" clId="{A763F83F-80D6-4023-B2C2-C60A76F728A0}" dt="2026-08-23T09:18:03.366" v="88" actId="22"/>
            <ac:picMkLst>
              <pc:docMk/>
              <pc:sldMasterMk cId="3804677287" sldId="2147483648"/>
              <pc:sldLayoutMk cId="2747878061" sldId="2147483684"/>
              <ac:picMk id="9" creationId="{6158CC77-BB90-04C9-024C-D298EFB02FCA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3859189682" sldId="2147483685"/>
          </pc:sldLayoutMkLst>
          <pc:picChg chg="add">
            <ac:chgData name="Jay" userId="ee8e7794-d418-4050-a45e-67762d108ce3" providerId="ADAL" clId="{A763F83F-80D6-4023-B2C2-C60A76F728A0}" dt="2026-08-23T09:18:03.941" v="89" actId="22"/>
            <ac:picMkLst>
              <pc:docMk/>
              <pc:sldMasterMk cId="3804677287" sldId="2147483648"/>
              <pc:sldLayoutMk cId="3859189682" sldId="2147483685"/>
              <ac:picMk id="5" creationId="{E3E50A79-5D79-ACE7-3FE2-C049AF91982C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2828528830" sldId="2147483686"/>
          </pc:sldLayoutMkLst>
          <pc:picChg chg="add">
            <ac:chgData name="Jay" userId="ee8e7794-d418-4050-a45e-67762d108ce3" providerId="ADAL" clId="{A763F83F-80D6-4023-B2C2-C60A76F728A0}" dt="2026-08-23T09:18:04.468" v="90" actId="22"/>
            <ac:picMkLst>
              <pc:docMk/>
              <pc:sldMasterMk cId="3804677287" sldId="2147483648"/>
              <pc:sldLayoutMk cId="2828528830" sldId="2147483686"/>
              <ac:picMk id="3" creationId="{E22630FA-7131-52F4-8C15-C8462851C2E4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3613229410" sldId="2147483687"/>
          </pc:sldLayoutMkLst>
          <pc:picChg chg="add">
            <ac:chgData name="Jay" userId="ee8e7794-d418-4050-a45e-67762d108ce3" providerId="ADAL" clId="{A763F83F-80D6-4023-B2C2-C60A76F728A0}" dt="2026-08-23T09:18:05.579" v="91" actId="22"/>
            <ac:picMkLst>
              <pc:docMk/>
              <pc:sldMasterMk cId="3804677287" sldId="2147483648"/>
              <pc:sldLayoutMk cId="3613229410" sldId="2147483687"/>
              <ac:picMk id="4" creationId="{12EE4A3B-18F3-C175-1D6C-A9F34F4E90E5}"/>
            </ac:picMkLst>
          </pc:picChg>
        </pc:sldLayoutChg>
        <pc:sldLayoutChg chg="addSp mod replId">
          <pc:chgData name="Jay" userId="ee8e7794-d418-4050-a45e-67762d108ce3" providerId="ADAL" clId="{A763F83F-80D6-4023-B2C2-C60A76F728A0}" dt="2026-08-23T11:48:18.725" v="93" actId="26606"/>
          <pc:sldLayoutMkLst>
            <pc:docMk/>
            <pc:sldMasterMk cId="3804677287" sldId="2147483648"/>
            <pc:sldLayoutMk cId="1213657607" sldId="2147483688"/>
          </pc:sldLayoutMkLst>
          <pc:picChg chg="add">
            <ac:chgData name="Jay" userId="ee8e7794-d418-4050-a45e-67762d108ce3" providerId="ADAL" clId="{A763F83F-80D6-4023-B2C2-C60A76F728A0}" dt="2026-08-23T09:18:06.133" v="92" actId="22"/>
            <ac:picMkLst>
              <pc:docMk/>
              <pc:sldMasterMk cId="3804677287" sldId="2147483648"/>
              <pc:sldLayoutMk cId="1213657607" sldId="2147483688"/>
              <ac:picMk id="8" creationId="{7FB8820F-02BC-4B66-8F42-58738A66C7D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E29C4-7E94-4E9F-A046-F3B150659ADB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49F0-C21E-4605-8211-AED7380F65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35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PL-7008 모듈 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altLang="en-US" sz="880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강사</a:t>
            </a:r>
            <a:r>
              <a:rPr lang="en-US" altLang="ko-KR" sz="880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</a:t>
            </a:r>
            <a:r>
              <a:rPr lang="ko-KR" altLang="en-US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 모듈에서는 토픽</a:t>
            </a:r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, </a:t>
            </a:r>
            <a:r>
              <a:rPr lang="ko-KR" altLang="en-US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사용자와 에이전트 간의 대화</a:t>
            </a:r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, </a:t>
            </a:r>
            <a:r>
              <a:rPr lang="ko-KR" altLang="en-US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그리고 이를 만드는 방법을 소개합니다</a:t>
            </a:r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.</a:t>
            </a:r>
          </a:p>
          <a:p>
            <a:pPr algn="l"/>
            <a:endParaRPr lang="ko-KR" altLang="en-US" sz="880"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ko-KR" altLang="en-US" sz="880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 내용은 두 번째 모듈인 </a:t>
            </a:r>
            <a:r>
              <a:rPr lang="ko-KR" altLang="en-US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토픽을 사용하여 에이전트 대화 설계하기</a:t>
            </a:r>
            <a:r>
              <a:rPr lang="ko-KR" altLang="en-US" sz="880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와 관련되어 있습니다</a:t>
            </a:r>
            <a:r>
              <a:rPr lang="en-US" altLang="ko-KR" sz="880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.</a:t>
            </a:r>
          </a:p>
          <a:p>
            <a:pPr algn="l"/>
            <a:r>
              <a:rPr lang="en-US" alt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https://learn.microsoft.com/training/modules/copilot-studio-topics/</a:t>
            </a:r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32742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</a:pP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Learn의 수강생 코스웨어에 연결</a:t>
            </a:r>
          </a:p>
          <a:p>
            <a:pPr algn="l"/>
            <a:r>
              <a:rPr lang="ko-KR" sz="88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토픽을 사용하여 에이전트 대화 설계하기</a:t>
            </a:r>
          </a:p>
          <a:p>
            <a:pPr algn="l"/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https://learn.microsoft.com/training/modules/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copilot-studio-topics</a:t>
            </a: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/</a:t>
            </a:r>
          </a:p>
          <a:p>
            <a:pPr marL="0" marR="0" algn="l" defTabSz="932742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</a:pPr>
            <a:endParaRPr lang="en-US" sz="880" kern="120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00" b="0" i="0" strike="noStrike" cap="none" baseline="0">
                <a:solidFill>
                  <a:srgbClr val="000000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에이전트 토픽 및 트리거 만들기 및 구성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Studio에서 에이전트의 토픽과 트리거를 생성하고 구성하는 방법을 학습합니다.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00" kern="1200">
              <a:solidFill>
                <a:schemeClr val="tx1"/>
              </a:solidFill>
              <a:highlight>
                <a:srgbClr val="1F1F1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00" b="0" i="0" strike="noStrike" cap="none" baseline="0">
                <a:solidFill>
                  <a:srgbClr val="000000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강사 참고: 토픽은 1장에서 소개되었으며, 이 단원을 시작하기 전에 간단한 요약을 다시 확인하면 도움이 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00" kern="1200">
              <a:solidFill>
                <a:schemeClr val="tx1"/>
              </a:solidFill>
              <a:highlight>
                <a:srgbClr val="1F1F1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00" b="0" i="0" strike="noStrike" cap="none" baseline="0">
                <a:solidFill>
                  <a:srgbClr val="000000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핵심 내용</a:t>
            </a:r>
          </a:p>
          <a:p>
            <a:pPr marL="171450" indent="-171450" algn="l">
              <a:spcBef>
                <a:spcPts val="600"/>
              </a:spcBef>
              <a:buFont typeface="Segoe UI" panose="020B0604020202020204" pitchFamily="34" charset="0"/>
              <a:buChar char="•"/>
            </a:pPr>
            <a:r>
              <a:rPr lang="ko-KR" sz="900" b="1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토픽</a:t>
            </a:r>
            <a:r>
              <a:rPr lang="ko-KR" sz="900" b="0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으로 에이전트 상호 작용을 위한 대화 흐름 정의</a:t>
            </a:r>
          </a:p>
          <a:p>
            <a:pPr marL="171450" indent="-171450" algn="l">
              <a:spcBef>
                <a:spcPts val="600"/>
              </a:spcBef>
              <a:buFont typeface="Segoe UI" panose="020B0604020202020204" pitchFamily="34" charset="0"/>
              <a:buChar char="•"/>
            </a:pPr>
            <a:r>
              <a:rPr lang="ko-KR" sz="900" b="1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토픽</a:t>
            </a:r>
            <a:r>
              <a:rPr lang="ko-KR" sz="900" b="0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은 </a:t>
            </a:r>
            <a:r>
              <a:rPr lang="ko-KR" sz="900" b="1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트리거</a:t>
            </a:r>
            <a:r>
              <a:rPr lang="ko-KR" sz="900" b="0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에 의해 시작되며, 트리거는 사용자 입력이나 오류와 같은 이벤트가 될 수 있습니다.</a:t>
            </a:r>
          </a:p>
          <a:p>
            <a:pPr marL="171450" indent="-171450">
              <a:spcBef>
                <a:spcPts val="600"/>
              </a:spcBef>
              <a:buFont typeface="Segoe UI" panose="020B0604020202020204" pitchFamily="34" charset="0"/>
              <a:buChar char="•"/>
            </a:pPr>
            <a:r>
              <a:rPr lang="ko-KR" sz="900" b="1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토픽</a:t>
            </a:r>
            <a:r>
              <a:rPr lang="ko-KR" sz="900" b="0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은 </a:t>
            </a:r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더 많은 제어가 필요할 때 생성형 AI 응답을 보완하기 위해 사용하는 특정하고 선별된 주제</a:t>
            </a:r>
            <a:r>
              <a:rPr lang="ko-KR" sz="900" b="0" i="0" strike="noStrike" cap="none" baseline="0">
                <a:solidFill>
                  <a:srgbClr val="323130"/>
                </a:solidFill>
                <a:effectLst/>
                <a:latin typeface="Segoe UI"/>
                <a:ea typeface="Segoe UI"/>
                <a:cs typeface="Segoe UI"/>
              </a:rPr>
              <a:t>를 제공합니다.</a:t>
            </a:r>
          </a:p>
          <a:p>
            <a:pPr marL="171450" indent="-171450">
              <a:spcBef>
                <a:spcPts val="600"/>
              </a:spcBef>
              <a:buFont typeface="Segoe UI" panose="020B0604020202020204" pitchFamily="34" charset="0"/>
              <a:buChar char="•"/>
            </a:pPr>
            <a:endParaRPr lang="en-GB" sz="9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spcBef>
                <a:spcPts val="600"/>
              </a:spcBef>
              <a:buFont typeface="Segoe UI" panose="020B0604020202020204" pitchFamily="34" charset="0"/>
              <a:buNone/>
            </a:pPr>
            <a:r>
              <a:rPr lang="ko-KR" sz="9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AI 오케스트레이션</a:t>
            </a:r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을 사용하는 경우, 반드시 토픽이 필요한 것은 아닙니다. 에이전트는 도구와 지식을 사용하여 응답을 제공합니다. 하지만 대화에 대한 더 많은 제어가 필요한 경우에는 여전히 토픽이 필요합니다.</a:t>
            </a:r>
          </a:p>
          <a:p>
            <a:pPr marL="0" indent="0">
              <a:spcBef>
                <a:spcPts val="600"/>
              </a:spcBef>
              <a:buFont typeface="Segoe UI" panose="020B0604020202020204" pitchFamily="34" charset="0"/>
              <a:buNone/>
            </a:pPr>
            <a:r>
              <a:rPr lang="ko-KR" sz="9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클래식 오케스트레이션</a:t>
            </a:r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을 사용하는 경우 대화를 처리하기 위해 반드시 토픽을 만들어야 합니다.</a:t>
            </a:r>
          </a:p>
          <a:p>
            <a:pPr marL="0" indent="0">
              <a:spcBef>
                <a:spcPts val="600"/>
              </a:spcBef>
              <a:buFont typeface="Segoe UI" panose="020B0604020202020204" pitchFamily="34" charset="0"/>
              <a:buNone/>
            </a:pPr>
            <a:endParaRPr lang="en-GB" sz="9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에이전트에는 시작하는 데 도움이 되도록 여러 개의 미리 정의된 토픽이 포함되어 있습니다. 이러한 미리 정의된 토픽은 두 가지 유형으로 구분됩니다.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9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시스템</a:t>
            </a:r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사람과 대화하거나 대화를 종료하라는 사용자 지정 요청과 같은 필수 동작을 지원하는 항목입니다. 일부 토픽에는 에이전트의 요구 사항에 맞게 사용자 지정할 수 있는 트리거 문구가 있습니다.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9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사용자 지정</a:t>
            </a:r>
            <a:r>
              <a:rPr lang="ko-KR" sz="9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– 미리 만들어진 토픽에는 인사, 작별 인사, 처음부터 다시 시작과 같은 핵심 에이전트 요소가 포함되어 있으며, 이를 통해 노드를 활용해 에이전트 대화를 구성하는 단순한 방법과 복잡한 방법을 이해할 수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8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토픽을 만들려면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탭을 선택한 다음 페이지 상단에서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추가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를 선택합니다. 토픽을 생성하는 데에는 두 가지 옵션이 있습니다.</a:t>
            </a: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빈 페이지에서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새로운 빈 토픽을 엽니다. 트리거부터 대화 흐름 등 모든 것을 직접 만듭니다.</a:t>
            </a: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Copilot을 사용하여 설명에서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Copilot을 사용하여 토픽 생성 작업을 도와줍니다. 원하는 내용을 간단히 입력하면 해당 내용을 기반으로 토픽이 생성됩니다.</a:t>
            </a:r>
          </a:p>
          <a:p>
            <a:endParaRPr lang="en-GB" sz="882" b="1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 교육에서는 생성형 AI 오케스트레이션이 활성화된 상태로 토픽을 만든 다음, 클래식 오케스트레이션과 어떤 차이가 있는지 설명합니다.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새 UI에서는 이 옵션이 '처음부터 만들기'로 표시될 수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endParaRPr lang="en-GB" sz="880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endParaRPr lang="en-GB" sz="88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Copilot 사용</a:t>
            </a: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을 살펴보겠습니다. 자연어를 사용하여 항목 작성</a:t>
            </a:r>
          </a:p>
          <a:p>
            <a:endParaRPr lang="en-GB" sz="880"/>
          </a:p>
          <a:p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일반적으로 토픽을 수동으로 만들고 편집할 수 있지만 Copilot Studio를 사용하면 설명을 사용하여 토픽을 만들고 반복할 수 있습니다. 원하는 것을 설명하고 AI를 빌드하면 에이전트 토픽을 만들고 업데이트하는 시간이 절약됩니다.</a:t>
            </a:r>
          </a:p>
          <a:p>
            <a:endParaRPr lang="en-GB" sz="880"/>
          </a:p>
          <a:p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토픽에서 수행할 작업을 설명하고 Copilot Studio에서 해당 작업을 만듭니다. 에이전트에는 대화형 응답과 여러 유형의 노드가 포함됩니다. 제안된 기본 토픽을 있는 사용하거나 추가 개발을 위한 시작 지점으로 사용합니다.</a:t>
            </a:r>
          </a:p>
          <a:p>
            <a:endParaRPr lang="en-GB" sz="880"/>
          </a:p>
          <a:p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https://learn.microsoft.com/microsoft-copilot-studio/nlu-authoring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NLU(자연어 이해)의 기능을 사용하여 토픽을 변경할 수 있습니다.</a:t>
            </a:r>
          </a:p>
          <a:p>
            <a:endParaRPr lang="en-GB"/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Copilot을 사용하는 편집 패널과 원하는 작업은 무엇인가요? 필드에서 변경하고자 하는 내용을 설명합니다.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0" b="0" i="0" strike="noStrike" cap="none" baseline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Copilot으로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토픽 만들기</a:t>
            </a:r>
          </a:p>
          <a:p>
            <a:pPr algn="l"/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- </a:t>
            </a:r>
            <a:r>
              <a:rPr lang="ko-KR" sz="880" b="1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추가</a:t>
            </a: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를 선택하고 </a:t>
            </a:r>
            <a:r>
              <a:rPr lang="ko-KR" sz="880" b="1" i="0" strike="noStrike" cap="none" baseline="0" err="1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Copilot을</a:t>
            </a:r>
            <a:r>
              <a:rPr lang="ko-KR" sz="880" b="1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사용하는 설명으로 만들기</a:t>
            </a: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를 선택합니다.</a:t>
            </a:r>
          </a:p>
          <a:p>
            <a:pPr marL="345600" indent="-171450" algn="l">
              <a:buFont typeface="Segoe UI" panose="020B0604020202020204" pitchFamily="34" charset="0"/>
              <a:buChar char="•"/>
            </a:pPr>
            <a:r>
              <a:rPr lang="ko-KR" sz="880" b="1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이름 지정 필드</a:t>
            </a:r>
            <a:r>
              <a:rPr lang="en-US" alt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</a:t>
            </a: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"고객 세부 정보" 텍스트를 입력합니다.</a:t>
            </a:r>
          </a:p>
          <a:p>
            <a:pPr marL="345600" indent="-171450" algn="l">
              <a:buFont typeface="Segoe UI" panose="020B0604020202020204" pitchFamily="34" charset="0"/>
              <a:buChar char="•"/>
            </a:pPr>
            <a:r>
              <a:rPr lang="ko-KR" sz="880" b="1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만들기...</a:t>
            </a: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필드에 "고객에게 이름 및 이메일 주소 요청" 텍스트를 입력합니다.</a:t>
            </a:r>
          </a:p>
          <a:p>
            <a:endParaRPr lang="en-GB" sz="880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880" b="0" i="0" strike="noStrike" cap="none" baseline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Copilot를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사용하여 토픽 편집</a:t>
            </a:r>
          </a:p>
          <a:p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- 두 번째 질문 노드 </a:t>
            </a:r>
            <a:r>
              <a:rPr lang="ko-KR" sz="880" b="1" i="0" strike="noStrike" cap="none" baseline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이메일 주소는 </a:t>
            </a:r>
            <a:r>
              <a:rPr lang="ko-KR" sz="880" b="1" i="0" strike="noStrike" cap="none" baseline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무엇인가요?</a:t>
            </a:r>
            <a:r>
              <a:rPr lang="ko-KR" sz="880" b="0" i="0" strike="noStrike" cap="none" baseline="0" err="1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를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선택합니다.</a:t>
            </a:r>
            <a:endParaRPr lang="en-GB" sz="880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5600" indent="-172800">
              <a:buFont typeface="Segoe UI" panose="020B0604020202020204" pitchFamily="34" charset="0"/>
              <a:buChar char="•"/>
            </a:pPr>
            <a:r>
              <a:rPr lang="ko-KR" sz="880" b="1" i="0" strike="noStrike" cap="none" baseline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Copilot을</a:t>
            </a:r>
            <a:r>
              <a:rPr lang="ko-KR" sz="880" b="1" i="0" strike="noStrike" cap="none" baseline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사용하는 편집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패널과 </a:t>
            </a:r>
            <a:r>
              <a:rPr lang="ko-KR" sz="880" b="1" i="0" strike="noStrike" cap="none" baseline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원하는 작업은 무엇인가요?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 필드에 다음 텍스트를 입력합니다.</a:t>
            </a:r>
            <a:br>
              <a:rPr lang="en-US" alt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</a:b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"</a:t>
            </a:r>
            <a:r>
              <a:rPr lang="ko-KR" sz="880" b="0" i="0" strike="noStrike" cap="none" baseline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이 질문 노드의 메시지를 업데이트하여 이전 노드의 이름 변수에 감사를 표시한 다음, 이메일 주소 질문 요청으로 진행하기"</a:t>
            </a:r>
            <a:endParaRPr lang="en-GB" sz="880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- </a:t>
            </a:r>
            <a:r>
              <a:rPr lang="ko-KR" sz="880" b="1" i="0" strike="noStrike" cap="none" baseline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업데이트</a:t>
            </a:r>
            <a:r>
              <a:rPr lang="ko-KR" sz="88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를 선택합니다.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데모 – Copilot Studio에 액세스할 수 없는 경우 이 슬라이드를 사용합니다.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도구 모음에서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세부 정보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를 선택하여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세부 정보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패널을 엽니다.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세부 정보 창에는 다음 정보가 표시됩니다.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Copilot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Studio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내부에서 해당 토픽을 식별하는 데 사용하는 이름입니다. 이 이름은 토픽의 왼쪽 상단에 입력한 것과 동일한 이름입니다.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설명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Copilot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Studio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내부에서 해당 토픽을 설명하는 데 사용하는 설명입니다.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endParaRPr 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모델 표시 이름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에이전트가 해당 토픽을 선택할 때 사용하는 토픽 이름입니다. 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AI가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이 토픽을 언제 사용할지 판단하는 데 도움이 됩니다. 기본적으로 </a:t>
            </a:r>
            <a:r>
              <a:rPr lang="ko-KR" sz="882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과 동일한 값으로 설정됩니다.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endParaRPr 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모델 설명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에이전트가 해당 토픽을 선택할 때 사용하는 토픽 설명입니다. 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AI가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이 토픽을 언제 사용할지 판단하는 데 도움이 됩니다. </a:t>
            </a:r>
            <a:r>
              <a:rPr lang="ko-KR" sz="882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토픽이 수행하는 작업 설명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 입력한 내용입니다.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endParaRPr 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도구 실행 전에 사용자에게 묻기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사용자가 이 토픽의 사용 여부를 확인하도록 요청할지 여부를 지정합니다. 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옵션은 기본적으로 해제되어 있습니다. 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민감하거나 규제가 적용되는 영역의 작업을 수행하거나, 사용자를 대신하여 변경 작업을 수행하는 경우에는 이 옵션을 사용하는 것이 좋습니다.</a:t>
            </a:r>
            <a:b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endParaRPr 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상태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- 기본적으로 사용으로 설정되어 있으며, 이 옵션을 끄면 해당 토픽이 비활성화되어 에이전트 대화에서 사용되거나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트리거되지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않도록 할 수 있습니다.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클래식 오케스트레이션이 활성화된 상태에서 빈 토픽을 생성하는 경우에는 트리거 문구를 직접 추가해야 합니다. 트리거 문구는 사용자가 특정 요구 사항을 표현할 때 사용할 수 있는 문구, 키워드 또는 질문의 집합입니다. 에이전트는 이러한 트리거 문구를 사용하여 사용자의 의도에 가장 적합한 토픽을 판단합니다.</a:t>
            </a:r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 에이전트의 토픽에 대화 노드를 추가하는 방법을 알아봅니다.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 에이전트에서 다단계 대화를 구현할 수 있도록 토픽에 분기 논리를 추가하는 방법을 알아봅니다.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82" b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 슬라이드는 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9개의 노드 유형을 5개 계열로 묶어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놓았습니다. 그룹 제목을 다루고, 수업에서 필요한 부분만 확장해서 설명하세요.</a:t>
            </a: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메시지 보내기: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사용자에게 메시지를 표시합니다. 메시지에는 기본 서식과 번호 매기기를 포함될 수 있으며, 이미지, 비디오, 빠른 응답, 카드도 포함될 수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질문하기: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사용자의 정보를 캡처합니다. 응답은 대화의 흐름에 영향을 주거나 에이전트의 다른 부분에서 변수로 사용될 수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적응형 카드로 질문하기: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JSON 코드 조각으로 정의된 적응형 카드를 사용하여 입력을 캡처하며, 호스트 앱에서 네이티브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UI로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렌더링됩니다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조건 추가: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토픽 흐름에 조건을 추가하여, 조건이 충족되었는지 여부에 따라 사용자를 특정 경로로 안내합니다.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 관리: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값을 설정하거나, 값을 구문 분석하거나, 모든 변수를 지웁니다.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관리: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사용자를 다른 토픽으로 리디렉션하거나, 라이브 에이전트로 전송하거나, 토픽 또는 대화를 종료합니다.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도구 추가: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외부 시스템과 상호 작용하기 위해 워크플로, 커넥터 작업, 프롬프트 또는 MCP 도구를 호출합니다.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에이전트 추가: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다른 에이전트를 호출합니다.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고급: 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생성형 답변, HTTP 요청, 이벤트 등입니다.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https://learn.microsoft.com/microsoft-copilot-studio/authoring-create-edit-topics#node-types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새 토픽을 생성하면 트리거 노드가 기본적으로 포함됩니다. 노드 간 또는 이후  또는 분기에서 더하기(+) 아이콘을 선택하여 더 많은 노드를 추가할 수 있습니다.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B1C4D-E8C1-C5BA-002E-26585018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메시지 노드는 사용자에게 세부 정보나 정보를 제공하려는 경우에 사용합니다.</a:t>
            </a:r>
          </a:p>
          <a:p>
            <a:pPr algn="l"/>
            <a:endParaRPr lang="en-GB" sz="882" b="0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pPr algn="l"/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메시지는 단순한 텍스트 메시지일 수도 있지만, 필요에 따라 이미지, 비디오, 빠른 회신, 카드와 같은 더욱 풍부한 구성 요소를 포함할 수도 있습니다.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각 질문 노드에는 다음 세 개의 기본 필드가 포함됩니다.</a:t>
            </a:r>
          </a:p>
          <a:p>
            <a:pPr marL="171450" indent="-171450" algn="l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질문하기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사용자에게 제시하려는 질문 텍스트입니다.</a:t>
            </a:r>
          </a:p>
          <a:p>
            <a:pPr marL="171450" indent="-171450" algn="l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식별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사용자의 응답에서 에이전트가 수신 대기해야 하는 항목을 정의합니다. 예를 들어, 객관식 옵션, 숫자 또는 특정 문자열일 수 있습니다.</a:t>
            </a:r>
          </a:p>
          <a:p>
            <a:pPr marL="171450" indent="-171450" algn="l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다음으로 응답 저장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: 나중에 변수로 사용할 수 있도록 질문에서 캡처한 데이터를 저장하는 방법을 정의합니다.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식별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필드에서 선택할 수 있는 미리 정의된 옵션이 여러 개 있습니다. 이러한 옵션은 에이전트와 상호작용하는 경험을 더 쉽게 만들어줄 뿐만 아니라 에이전트 사용자의 응답에서 정확한 정보를 더 쉽게 추출할 수 있게 해줍니다.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식별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필드에 대해 선택한 항목에 따라, 항목에 대한 자세한 정보를 제공하는 데 도움이 되는 다른 필드 옵션이 표시될 수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https://learn.microsoft.com/microsoft-copilot-studio/authoring-ask-a-question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질문을 만드는 또 다른 측면 질문 동작 속성을 정의하는 것입니다.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이러한 속성을 사용하면 에이전트가 유효하지 않은 응답을 처리하는 방법이나 사용자 입력의 유효성을 검사하는 방법 등 질문 노드의 다양한 측면을 보다 세부적으로 제어할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예를 들어 예약 질문을 만들 때 예약을 요청할 수 있는 사람의 수를 제한하고 싶을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 동작을 사용하여 그 수를 정의하고 그 수를 초과할 때 수행할 작업을 지정할 수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질문 속성으로 작업하면서 정의할 수 있는 항목은 여러 가지가 있습니다.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건너뛰기 동작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질문 노드와 연결된 변수에 이전 질문에서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캡처된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것과 같이 대화 초기에 이미 값이 있는 경우 에이전트가 해야 할 일을 정의합니다. 여기에서 선택할 수 있는 옵션은 두 가지입니다.</a:t>
            </a:r>
          </a:p>
          <a:p>
            <a:pPr marL="384432" lvl="1" indent="-171450">
              <a:buFont typeface="Segoe UI" panose="020B0604020202020204" pitchFamily="34" charset="0"/>
              <a:buChar char="•"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질문 건너뛰기 허용: 변수에 값이 있으면 질문을 건너뜁니다.</a:t>
            </a:r>
          </a:p>
          <a:p>
            <a:pPr marL="384432" lvl="1" indent="-171450">
              <a:buFont typeface="Segoe UI" panose="020B0604020202020204" pitchFamily="34" charset="0"/>
              <a:buChar char="•"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매번 묻기: 변수에 값이 있더라도 질문을 합니다.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384432" lvl="1" indent="-171450">
              <a:buFont typeface="Segoe UI" panose="020B0604020202020204" pitchFamily="34" charset="0"/>
              <a:buChar char="•"/>
            </a:pPr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메시지 다시 표시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사용자로부터 유효한 답변을 얻지 못한 경우 에이전트가 어떻게 반응해야 하는지 정의합니다. </a:t>
            </a:r>
            <a:br>
              <a:rPr lang="en-US" alt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한 번, 두 번 다시 시도하거나 답을 얻지 않고 계속 진행하도록 지시할 수 있습니다. 사용자 지정 메시지를 만들 수도 있습니다.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추가 엔티티 유효성 검사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기본 테스트에 조건을 추가할 수 있습니다. </a:t>
            </a:r>
            <a:br>
              <a:rPr lang="en-US" alt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예를 들어 숫자를 허용하는 질문 노드가 있는데 그 숫자가 10보다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작은지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확인하고 싶을 수 있습니다. 사용자가 올바른 응답을 입력하도록 프롬프트를 변경할 수도 있습니다. </a:t>
            </a:r>
            <a:br>
              <a:rPr lang="en-US" alt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부울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값(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true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또는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false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)을 반환하는 Power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Fx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수식을 정의할 수 있습니다. 예: Topic.Var1 &lt; 10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유효한 </a:t>
            </a:r>
            <a:r>
              <a:rPr lang="ko-KR" sz="1800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엔터티를</a:t>
            </a: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찾을 수 없음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에이전트가 사용자로부터 유효한 응답을 얻으려고 하지 않을 때 수행할 작업을 정의합니다. </a:t>
            </a:r>
            <a:br>
              <a:rPr lang="en-US" alt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에이전트에게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에스컬레이션하거나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지금은 기본값을 제공할 수 있습니다. 프롬프트를 변경하여 사용자에게 알릴 수도 있습니다.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중단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사용자가 질문 중에 다른 토픽으로 전환할 수 있는지 여부를 결정합니다.</a:t>
            </a:r>
          </a:p>
          <a:p>
            <a:pPr marL="0" indent="0">
              <a:buFont typeface="Segoe UI" panose="020B0604020202020204" pitchFamily="34" charset="0"/>
              <a:buNone/>
            </a:pP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Segoe UI" panose="020B0604020202020204" pitchFamily="34" charset="0"/>
              <a:buNone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https://learn.microsoft.com/microsoft-copilot-studio/authoring-ask-a-question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적응형 카드는 필요에 맞게 조정할 수 있는 플랫폼에 구애 받지 않는 카드입니다.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특정 앱에 전달되면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JSON은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주변 환경에 자동으로 적응하는 기본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UI로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변환됩니다.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예를 들어 예측을 더 자세히 표시하는 그래픽 및 애니메이션이 포함된 날씨 카드를 만들 수 있습니다.</a:t>
            </a:r>
          </a:p>
          <a:p>
            <a:endParaRPr lang="en-GB" dirty="0"/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적응형 카드 디자이너를 사용하여 카드를 디자인하거나 직접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JSON을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작성할 수 있습니다. 적응형 카드 디자이너 사용에 대한 자세한 내용은 적응형 카드 디자이너를 참조하세요.</a:t>
            </a:r>
          </a:p>
          <a:p>
            <a:endParaRPr lang="en-GB" dirty="0"/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적응형 카드를 디자인할 때 [JSON 편집]에서 카드의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JSON을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입력합니다. 더 많은 공간이 필요한 경우 확장 아이콘을 선택하여 JSON 편집기의 더 큰 보기를 열 수 있습니다.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간의 흐름을 제어합니다.</a:t>
            </a: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가장 일반적으로 다른 토픽으로 리디렉션하는 데 사용됩니다.</a:t>
            </a:r>
          </a:p>
          <a:p>
            <a:endParaRPr lang="en-GB"/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https://learn.microsoft.com/microsoft-copilot-studio/authoring-topic-management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조건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노드를 사용하여 한 변수의 값을 다른 변수의 값이나 특정 값과 비교하여 토픽에 분기를 추가할 수 있습니다.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토픽에 분기를 추가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하는 것이 실제로 단방향 경로에서 다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층 대화로 전환하는 방법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입니다.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포크와 경로가 다르면 고객에게 현재 상황에 따른 데이터와 해결 방법이 제공됩니다.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 노드의 식별 필드에서 무엇을 선택했는지에 따라 분기가 자동으로 발생할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다중 선택 옵션을 선택하는 경우에 항상 해당되는 사항입니다.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FCAB4-4E30-8C28-E999-1D49383B2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세 가지 탭에서 서로 다른 유형의 도구를 확인할 수 있습니다.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기본 도구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커넥터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도구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도구 탭</a:t>
            </a: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도구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탭에서는 에이전트에 추가된 MCP 도구, 프롬프트 도구 또는 워크플로를 선택할 수 있습니다. 기존 도구를 추가하거나 새 도구를 만들 수도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워크플로를 토픽의 도구로 추가할 때는 변수 또는 고정 값을 사용하여 워크플로의 입력 매개 변수를 지정할 수 있습니다.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Font typeface="+mj-lt"/>
              <a:buAutoNum type="arabicPeriod"/>
            </a:pP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메시지 보내기 노드 추가</a:t>
            </a:r>
          </a:p>
          <a:p>
            <a:pPr marL="228600" indent="-228600" algn="l">
              <a:buFont typeface="+mj-lt"/>
              <a:buAutoNum type="arabicPeriod"/>
            </a:pP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질문하기 노드 추가</a:t>
            </a:r>
          </a:p>
          <a:p>
            <a:pPr marL="228600" indent="-228600" algn="l">
              <a:buFont typeface="+mj-lt"/>
              <a:buAutoNum type="arabicPeriod"/>
            </a:pPr>
            <a:r>
              <a:rPr lang="ko-KR" sz="880" b="0" i="0" strike="noStrike" cap="none" baseline="0">
                <a:solidFill>
                  <a:srgbClr val="171717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조건 노드 추가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 에이전트에서 토픽 상태를 관리하는 방법을 알아봅니다.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컨텍스트에 따라 관리 및 유지 관리가 가능한 방식으로 토픽을 만들고 구성합니다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토픽은 다음의 </a:t>
            </a: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세 가지 방식으로 </a:t>
            </a:r>
            <a:r>
              <a:rPr lang="ko-KR" sz="1800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될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수 있습니다.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285750" indent="-285750">
              <a:buFont typeface="Segoe UI" panose="020B0604020202020204" pitchFamily="34" charset="0"/>
              <a:buChar char="•"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사용자가 자연어 이해를 통해 발언하거나,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285750" indent="-285750">
              <a:buFont typeface="Segoe UI" panose="020B0604020202020204" pitchFamily="34" charset="0"/>
              <a:buChar char="•"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다른 토픽에서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리디렉션되거나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,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285750" indent="-285750">
              <a:buFont typeface="Segoe UI" panose="020B0604020202020204" pitchFamily="34" charset="0"/>
              <a:buChar char="•"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비활동이나 사용자 지정 이벤트와 같은 이벤트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의한 방식입니다.</a:t>
            </a:r>
          </a:p>
          <a:p>
            <a:endParaRPr lang="en-GB" b="0" dirty="0"/>
          </a:p>
          <a:p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토픽을 짧게 만듭니다. </a:t>
            </a:r>
            <a:endParaRPr lang="en-US" altLang="ko-KR" sz="1800" b="1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큰 토픽을 특히 논리가 공유되는 더 작은 토픽으로 나눌 수 있습니다.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리디렉션으로만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도달하는 토픽은 트리거 구절이 필요하지 않습니다.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재사용 가능한 토픽을 만듭니다. </a:t>
            </a:r>
            <a:endParaRPr lang="en-US" altLang="ko-KR" sz="1800" b="1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공유된 메시지나 논리를 하나의 토픽으로 묶어 한 번의 업데이트가 모든 곳에 적용되도록 합니다.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중복 방지: </a:t>
            </a:r>
            <a:endParaRPr lang="en-US" altLang="ko-KR" sz="1800" b="1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중복되는 트리거 문구는 '여러 토픽 일치(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Multiple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Topics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Matched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)'(인가요?) 프롬프트로 이어집니다. 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간 의도 의미의 중복을 줄이세요.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endParaRPr 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수를 줄이려면 엔티티를 사용합니다.</a:t>
            </a:r>
            <a:endParaRPr lang="en-US" altLang="ko-KR" sz="1800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피자 주문, 버거 주문, 음료 주문 대신 </a:t>
            </a: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한 개의 주문 토픽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과 </a:t>
            </a: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한 개의 </a:t>
            </a:r>
            <a:r>
              <a:rPr lang="ko-KR" sz="1800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FoodType</a:t>
            </a: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엔티티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를 만드세요.</a:t>
            </a:r>
          </a:p>
          <a:p>
            <a:endParaRPr lang="en-GB" b="0" dirty="0"/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전달 팁: 이 내용을 네 개의 헤드라인으로 제시하고 슬라이드를 약 2분 이내로 유지하세요.</a:t>
            </a:r>
          </a:p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https://learn.microsoft.com/microsoft-copilot-studio/guidance/topic-authoring-best-practices</a:t>
            </a:r>
            <a:endParaRPr lang="en-GB" b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샘플 토픽은 새 에이전트에 포함되어 있습니다. 이는 삭제하여 제거할 수 있습니다.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시스템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은 삭제할 수 없지만, 필요하지 않은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은 비활성화할 수 있습니다.</a:t>
            </a:r>
            <a:endParaRPr lang="en-GB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Microsoft Copilot Studio 에이전트에서 엔터티를 사용하는 방법을 알아봅니다.</a:t>
            </a:r>
          </a:p>
          <a:p>
            <a:endParaRPr lang="en-GB" sz="882" b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강사 참고: 엔터티에 대해서는 너무 많은 시간을 할애하지 마세요.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에이전트 대화는 자연어 이해를 사용하여 사용자 의도를 파악합니다.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endParaRPr lang="en-US" altLang="ko-KR" sz="882" b="0" i="0" strike="noStrike" cap="none" baseline="0">
              <a:solidFill>
                <a:srgbClr val="000000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예를 들어, 사용자가 "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기프트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카드를 사용하려고 했지만 작동하지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않는다"고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입력하면,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에이전트는 해당 문구가 트리거 문구가 아니더라도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기프트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카드 토픽으로 라우팅할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엔터티는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전화 번호, 우편 번호, 도시 또는 사람의 이름과 같은 특정 유형의 실제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주제를 나타내는 정보 단위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로 생각할 수 있습니다.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엔티티는 에이전트가 사용자 입력에서 관련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정보를 인식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하고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나중에 사용하기 위해 저장할 수 있게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해줍니다.</a:t>
            </a:r>
          </a:p>
          <a:p>
            <a:endParaRPr lang="en-US" altLang="ko-KR" sz="20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en-US" altLang="ko-KR" sz="20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----</a:t>
            </a:r>
          </a:p>
          <a:p>
            <a:pPr fontAlgn="t"/>
            <a:r>
              <a:rPr lang="ko-KR" altLang="ko-KR" sz="900" b="1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회의실 예약 </a:t>
            </a:r>
            <a:r>
              <a:rPr lang="ko-KR" altLang="ko-KR" sz="900" b="1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Agent</a:t>
            </a:r>
            <a:endParaRPr lang="ko-KR" altLang="ko-KR" sz="900" b="1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사용자:</a:t>
            </a:r>
            <a:r>
              <a:rPr lang="en-US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내일 오후 3시에 서울 회의실 예약해줘</a:t>
            </a:r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endParaRPr lang="ko-KR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Agent가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실제 예약 시스템을 호출하려면 아래 값이 필요합니다.</a:t>
            </a: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location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": "Seoul",</a:t>
            </a: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date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": "2026-08-24",</a:t>
            </a: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time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": "15:00"</a:t>
            </a:r>
          </a:p>
          <a:p>
            <a:pPr fontAlgn="t"/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여기서 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Entity가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없으면</a:t>
            </a:r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endParaRPr lang="ko-KR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lvl="0"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서울</a:t>
            </a:r>
          </a:p>
          <a:p>
            <a:pPr lvl="0"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Seoul</a:t>
            </a:r>
          </a:p>
          <a:p>
            <a:pPr lvl="0"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SEOUL</a:t>
            </a:r>
          </a:p>
          <a:p>
            <a:pPr lvl="0"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서울 오피스</a:t>
            </a:r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lvl="0" fontAlgn="t"/>
            <a:endParaRPr lang="ko-KR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등을 모두 다른 값으로 인식할 수 있습니다.</a:t>
            </a:r>
            <a:r>
              <a:rPr lang="en-US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</a:p>
          <a:p>
            <a:pPr fontAlgn="t"/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609448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AI 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언어"를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"시스템 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언어"로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번역하는 다리 역할</a:t>
            </a:r>
          </a:p>
          <a:p>
            <a:pPr marL="0" marR="0" lvl="0" indent="0" algn="l" defTabSz="609448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Entity는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자연어를 시스템이 사용할 수 있는 구조화된 데이터로 변환하기 위한 기능이며, </a:t>
            </a:r>
            <a:endParaRPr lang="en-US" altLang="ko-KR" sz="900" b="0" i="0" kern="1200" dirty="0">
              <a:solidFill>
                <a:schemeClr val="tx1"/>
              </a:solidFill>
              <a:effectLst/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pPr marL="0" marR="0" lvl="0" indent="0" algn="l" defTabSz="609448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Generative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ko-KR" altLang="ko-KR" sz="900" b="0" i="0" kern="120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Orchestration에서는</a:t>
            </a:r>
            <a:r>
              <a:rPr lang="ko-KR" altLang="ko-KR" sz="900" b="0" i="0" kern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n-lt"/>
                <a:ea typeface="+mn-ea"/>
                <a:cs typeface="+mn-cs"/>
              </a:rPr>
              <a:t> 필요성이 줄었지만 정확한 데이터 검증이나 API 연동이 필요한 시나리오에서는 여전히 매우 중요합니다.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토픽에 질문 노드를 삽입할 때 질문의 식별 섹션에서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엔터티를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사용할 수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예를 들어, 사용자에게 거주하는 도시를 묻고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Identified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to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City를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설정하면, 에이전트가 사용자가 입력한 내용에서 도시를 추출합니다.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사용자가 "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Our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business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headquarters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is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in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Seattle"을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입력하면, 에이전트는 다른 텍스트로 둘러싸여 있음에도 불구하고 시애틀을 변수에 저장합니다.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fontAlgn="t"/>
            <a:endParaRPr lang="ko-KR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Microsoft Copilot Studio에는 미리 빌드된 엔터티 세트가 기본적으로 제공됩니다. 연령, 색, 숫자 및 이름과 같은 실제 대화 상자에서 가장 많이 사용되는 정보 중 일부를 나타냅니다.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비공개 목록 엔티티는 앞서 언급한 아웃도어 회사의 예와 같이, 고객과 상호 작용할 때 유용할 수 있는 작은 항목 목록을 정의하려는 경우에 가장 잘 사용됩니다.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이미지에는 아웃도어 제품 카테고리 이름 목록이 포함된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Outdoor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Store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Categories라는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비공개 목록 사용자 지정 엔티티가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동의어를 추가하여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엔터티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목록의 각 항목에 대한 일치 논리를 수동으로 확장할 수 있습니다. 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스마트 매칭은 에이전트의 언어 이해 모델이 지원하는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인텔리전스의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일부입니다.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 옵션을 활성화하면 에이전트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엔터티에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나열된 항목을 기반으로 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퍼지 논리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를 사용하여 사용자 입력을 해석합니다.</a:t>
            </a:r>
            <a:r>
              <a:rPr lang="en-US" alt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</a:t>
            </a:r>
          </a:p>
          <a:p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fontAlgn="t"/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퍼지 로직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"100% 맞음" 또는 "100%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틀림"만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보지 않고 얼마나 가까운지도 판단하는 방식</a:t>
            </a:r>
          </a:p>
          <a:p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endParaRPr lang="en-US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cs typeface="Segoe UI"/>
              </a:rPr>
              <a:t>-----------------------</a:t>
            </a:r>
          </a:p>
          <a:p>
            <a:pPr fontAlgn="t"/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 매칭은 "정확히 같은 값을 찾는 </a:t>
            </a:r>
            <a:r>
              <a:rPr lang="ko-KR" altLang="ko-KR" sz="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기능"이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 "사용자가 말한 값과 가장 비슷한 엔티티 값을 </a:t>
            </a:r>
            <a:r>
              <a:rPr lang="ko-KR" altLang="ko-KR" sz="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AI가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추론하는 </a:t>
            </a:r>
            <a:r>
              <a:rPr lang="ko-KR" altLang="ko-KR" sz="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기능"입니다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사람 이름,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국가명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제품명처럼 표현이 다양한 데이터에는 매우 유용하지만,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ID나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ID처럼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 글자만 틀려도 안 되는 식별자에는 사용하지 않는 것이 좋습니다</a:t>
            </a:r>
          </a:p>
          <a:p>
            <a:pPr marL="0" marR="0" lvl="0" indent="0" algn="l" defTabSz="609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Segoe UI" panose="020B0604020202020204" pitchFamily="34" charset="0"/>
              <a:buChar char="•"/>
            </a:pP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엔티티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(Country): 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Korea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United States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Japan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Australia</a:t>
            </a:r>
            <a:endParaRPr lang="en-US" altLang="ko-KR" sz="8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Segoe UI" panose="020B0604020202020204" pitchFamily="34" charset="0"/>
              <a:buChar char="•"/>
            </a:pP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사용자: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South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Korea</a:t>
            </a:r>
            <a:endParaRPr lang="ko-KR" altLang="ko-KR" sz="8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Studio는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내부적으로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South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Korea ≈ 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Korea</a:t>
            </a:r>
          </a:p>
          <a:p>
            <a:pPr marL="0" marR="0" lvl="0" indent="0" algn="l" defTabSz="609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--</a:t>
            </a:r>
          </a:p>
          <a:p>
            <a:pPr marL="0" marR="0" lvl="0" indent="0" algn="l" defTabSz="609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로직 (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컴퓨터는 모든 것을 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참(</a:t>
            </a:r>
            <a:r>
              <a:rPr lang="ko-KR" altLang="ko-KR" sz="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또는 거짓(</a:t>
            </a:r>
            <a:r>
              <a:rPr lang="ko-KR" altLang="ko-KR" sz="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ko-KR" sz="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으로 판단합니다</a:t>
            </a:r>
          </a:p>
          <a:p>
            <a:pPr marL="0" marR="0" lvl="0" indent="0" algn="l" defTabSz="609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식별에 비공개 목록 엔터티를 사용하는 경우 엔터티에서 목록 값을 선택해야 합니다.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이전 단원에서 설명한 미리 빌드된 엔터티는 많은 일반적인 정보 유형을 다룹니다. 그러나 조직에서 보다 독특한 시나리오를 위 언어 이해가 필요한 경우가 있을 수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endParaRPr lang="en-GB" sz="88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사용자 지정 엔터티는 설정 버튼을 선택한 다음 엔터티 탭으로 이동하여 엔터티 추가를 선택하면 만들 수 있습니다. 사용자 지정 엔티티를 만들 때는 만들려는 엔티티의 유형을 정의해야 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endParaRPr lang="en-GB" sz="88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None/>
              <a:defRPr/>
            </a:pP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만들 수 있는 엔티티 유형에는 두 가지가 있습니다.</a:t>
            </a:r>
          </a:p>
          <a:p>
            <a:pPr marL="171450" marR="0" lvl="0" indent="-1714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88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비공개 목록</a:t>
            </a: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크기, 부서 또는 위치 목록과 같은 작은 항목 목록을 정의하는 데 사용됩니다.</a:t>
            </a:r>
          </a:p>
          <a:p>
            <a:pPr marL="171450" marR="0" lvl="0" indent="-1714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88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정규식(regex)</a:t>
            </a:r>
            <a:r>
              <a:rPr lang="ko-KR" sz="88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ID 번호, 신용카드 번호 또는 IP 주소와 같은 특정 논리 패턴을 정의하는 데 사용됩니다.</a:t>
            </a:r>
          </a:p>
          <a:p>
            <a:endParaRPr lang="en-GB" sz="88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정규식(regex) 엔터티를 사용하면 입력에서 정보를 일치시키고 추출하는 데 사용할 수 있는 논리적 패턴을 정의할 수 있습니다. Regex 엔터티는 사용자 입력에 대한 복잡한 패턴 일치에 적합하거나 사용자가 대화에서 입력 형식을 지정하거나 입력하는 방법의 특정 변형을 허용해야 하는 경우에 적합합니다.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정규식은 텍스트를 처리하는 강력하고 유연하며 효율적인 방법을 제공합니다. 정규식의 광범위한 패턴 일치 표기법을 사용하면 많은 양의 텍스트를 빠르게 구문 분석하여 다음을 할 수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특정 문자 패턴을 찾습니다.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텍스트의 유효성을 검사하여 미리 정의된 패턴(예: 전자 메일 주소)과 일치하는지 확인합니다.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텍스트 하위 문자열을 추출, 편집, 바꾸기 또는 삭제합니다.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Copilot Studio regex 엔티티는 .NET 정규식 구문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(https://learn.microsoft.com/dotnet/standard/base-types/regular-expressions)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을 사용합니다.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 에이전트에서 에이전트 및 토픽 변수로 작업하는 방법을 알아봅니다.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82" b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Studio에서는 변수를 사용하여 고객이 입력한 중요한 정보를 저장하고 나중에 활용할 수 있습니다. 예를 들어, 고객의 이름을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varName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이라는 변수에 저장할 수 있습니다. 이 변수는 대화 노드에 삽입하여 고객에게 더욱 개인화된 경험을 제공하는 데 사용할 수 있습니다. 예를 들어 메시지 노드에 삽입하면, 에이전트가 대화가 진행되는 동안 고객의 이름을 사용해 고객을 호칭할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변수는 고객을 서로 다른 대화 경로로 동적으로 안내하는 데 사용할 수 있습니다. 또한 변수는 워크플로의 입력 매개 변수로 전달할 수도 있습니다. 예를 들어, 고객이 거주하는 도시는 변수에 저장할 수 있습니다. 워크플로가 실행될 때 이 변수는 입력 매개 변수로 전달될 수 있으며, 이를 통해 날씨 서비스가 해당 고객의 지역에 대한 올바른 예보 정보를 제공하도록 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많은 변수 유형은 에이전트에 정의된 기본 제공 엔터티 및 사용자 지정 엔터티와 연결되어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82" b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변수는 토픽에 질문 노드를 추가할 때 자동으로 생성되며,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사용자 응답 저장 위치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섹션에서 편집할 수 있습니다.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기본적으로 질문 노드를 삽입하면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다중 선택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옵션을 사용하는 형태로 생성됩니다.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그러나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식별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에서 선택하면 기본 제공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엔터티나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사용자 지정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엔터티를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사용할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변수 이름 변경</a:t>
            </a: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변수가 자동으로 생성되면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Var1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,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Var2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등과 같이 설명력이 부족한 기본 이름이 지정됩니다.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원하는 경우 변수를 선택한 다음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변수 속성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창에서 새 이름을 입력하여 변수 이름을 변경할 수 있습니다. 이렇게 하면 나중에 필요할 때 더 쉽게 식별할 수 있습니다.</a:t>
            </a:r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</a:p>
          <a:p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0" marR="0" lvl="0" indent="0" algn="l" defTabSz="609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ko-KR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endParaRPr lang="ko-KR" altLang="ko-KR" sz="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변수가 생성되면 해당 토픽 내에서 사용할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전역 변수는 모든 토픽에서 사용할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메시지 또는 질문 노드로 작업하는 동안 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{</a:t>
            </a:r>
            <a:r>
              <a:rPr lang="ko-KR" sz="1800" b="1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x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}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버튼을 선택합니다.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그러면 이 토픽에서 사용할 수 있는 모든 변수의 목록이 표시됩니다.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변수는 알파벳순으로 정렬됩니다.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간 변수 전달</a:t>
            </a: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Microsoft Copilot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Studio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에이전트의 일반 작업 중 하나는 사용자에게 첫 인사를 전한 후 매장 영업 시간 토픽으로 안내하는 것과 같이 한 토픽에서 다른 토픽으로 리디렉션하는 것입니다.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다른 토픽으로 리디렉션할 때 대상 토픽의 변수에 값을 전달할 수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원래 토픽의 변수로 값을 다시 전달할 수도 있습니다.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 간에 변수를 전달하는 것은 토픽에 필요한 정보가 이미 있는 경우 특히 유용합니다.</a:t>
            </a:r>
          </a:p>
          <a:p>
            <a:pPr algn="l"/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다른 토픽에서 값 수신</a:t>
            </a: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(예를 들어 질문 노드를 삽입하여) 토픽에서 변수를 정의할 때 질문에 대한 사용자의 대답은 해당 질문과 연결된 변수로 채워집니다.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값이 이미 있으므로 다시 질문할 이유가 없습니다. </a:t>
            </a:r>
            <a:endParaRPr lang="en-US" altLang="ko-KR" sz="1800" b="0" i="0" strike="noStrike" cap="none" baseline="0">
              <a:solidFill>
                <a:srgbClr val="161616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이러한 경우 변수를 </a:t>
            </a:r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다른 토픽에서 값 받기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와 같이 정의할 수 있습니다.</a:t>
            </a:r>
          </a:p>
          <a:p>
            <a:pPr algn="l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ko-KR" sz="1800" b="1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원본 토픽으로 값 반환</a:t>
            </a:r>
          </a:p>
          <a:p>
            <a:pPr algn="l"/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토픽이 질문을 하거나 다른 방법으로 작업에서 변수를 얻으면 변수는 </a:t>
            </a:r>
            <a:r>
              <a:rPr lang="ko-KR" sz="1800" b="0" i="0" strike="noStrike" cap="none" baseline="0" err="1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리디렉션된</a:t>
            </a:r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원래 토픽으로 반환될 수 있습니다.</a:t>
            </a:r>
          </a:p>
          <a:p>
            <a:pPr algn="l"/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기본적으로 변수의 값은 변수가 생성되는 토픽에서만 사용할 수 있습니다. 이를 주제(제한된 범위) 변수라고 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전역 변수는 에이전트 내 모든 토픽에서 사용할 수 있으며, 대화 동안 값을 유지합니다. 이름에는 접두사 Global이 붙습니다.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시스템 변수는 Copilot Studio에서 제공하며, 예를 들어 System.Conversation.Id 및 System.User.Language가 있습니다. 읽기 전용입니다.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환경 변수는 Power Platform에서 가져오며, 환경에 따라 다른 구성 값을 유지합니다.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모범 사례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임시로 사용되는 토픽별 데이터에는 토픽 변수를 사용합니다.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세션 전반이나 여러 토픽에서 사용하는 데이터에는 전역 변수를 사용합니다.</a:t>
            </a:r>
          </a:p>
          <a:p>
            <a:r>
              <a:rPr lang="ko-KR" sz="1800" b="0" i="0" strike="noStrike" cap="none" baseline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배포 환경별 구성 정보에는 환경 변수를 사용하여 마이그레이션과 업데이트를 간소화합니다.</a:t>
            </a:r>
            <a:endParaRPr lang="en-GB" b="1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CD08E-1E63-818A-9EF9-59C2C0E87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변수를 전역 변수로 정의하려면 노드에서 해당 변수를 직접 선택하거나 상단 메뉴 모음의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메뉴에서 선택합니다. 일반적으로 작업하려는 변수를 처음 참조하는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질문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노드로 이동합니다.</a:t>
            </a: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 속성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창의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사용 범위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에서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전역(모든 토픽에서 액세스 가능)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을 선택합니다.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토픽 변수를 전역 변수로 변환할 때는 변수 이름이 모든 토픽에서 고유하도록 해야 합니다. 이름 충돌이 발생하면 변경 사항을 저장하기 전에 변수 이름을 변경해야 합니다.</a:t>
            </a:r>
            <a:endParaRPr lang="en-GB" sz="882" b="0" i="0" kern="1200">
              <a:solidFill>
                <a:schemeClr val="tx1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D330C-610B-B0DB-CD29-9BA47B211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Copilot Studio 에이전트에서 토픽을 사용하는 방법과, 인식되지 않은 사용자 입력에 대응하기 위해 대화 향상 토픽 및 대체 토픽을 사용자 지정하는 방법을 알아봅니다.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토픽은 사용자가 에이전트와 상호 작용할 때 접하게 될 가능성이 높은 일반적인 시나리오를 다룹니다.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각 토픽에는 해당 시나리오에 맞게 미리 정의된 구조가 포함되어 있으며, 이를 기반으로 필요에 따라 수정하여 사용할 수 있습니다.</a:t>
            </a: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b="0" i="0">
              <a:solidFill>
                <a:srgbClr val="161616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시작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사용자에게 인사하고 에이전트 및 그 기능을 소개합니다. 에이전트가 사용자와 처음 대화할 때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</a:t>
            </a:r>
            <a:r>
              <a:rPr lang="ko-KR" sz="1800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부스팅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외부 데이터 원본에서 생성형 답변을 만듭니다. 에이전트에서 사용자 쿼리에 대한 일치 항목을 찾을 수 없는 경우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종료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쿼리가 응답되었음을 고객과 확인합니다.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리디렉션에서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 대화를 종료 사용자 지정 토픽에서 이 토픽을 호출해야 합니다.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에스컬레이션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고객에게 상담원이 필요한지 알려줍니다. "에이전트와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대화"이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일치하거나  시스템 이벤트가 호출될 때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사용자에게 사용자 쿼리를 토픽과 일치시킬 수 없음을 알리고 다시 시도하도록 요청합니다. 에이전트가 사용자의 질문 또는 메시지를 토픽과 일치시킬 수 없을 때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복수 토픽 일치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사용자에게 원하는 토픽을 선택하라는 메시지를 표시하고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토픽을 식별하는 시스템 변수를 설정합니다. 사용자의 메시지가 여러 토픽과 거의 일치하는 경우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오류 발생 시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고객에게 오류가 발생했음을 알립니다. 대화 중 오류가 발생하면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초기화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변수 값을 지우고 에이전트가 최신 게시된 에이전트 콘텐츠를 사용하도록 강제하여 대화를 초기화합니다.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리디렉션을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사용하여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pPr marL="285750" marR="0" lvl="0" indent="-28575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 typeface="Segoe UI" panose="020B0604020202020204" pitchFamily="34" charset="0"/>
              <a:buChar char="•"/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로그인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사용자 인증이 활성화된 경우 고객에게 로그인하라는 메시지를 표시합니다. 사용자가 로그인해야 하거나 대화가 인증 변수를 사용하는 노드에 도달할 때 대화 시작 시 </a:t>
            </a:r>
            <a:r>
              <a:rPr lang="ko-KR" sz="1800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C8365-F24F-B078-5AD8-21820563C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시작 토픽은 사용자가 채팅 창을 열자마자, 또는 테스트 창에서 새 테스트 세션 시작을 선택할 때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트리거됩니다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시작 토픽:</a:t>
            </a: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에이전트가 처음으로 보낸 메시지(환영 메시지)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를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포함합니다.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에이전트의 초기 동작을 변경하도록 사용자 지정하거나 사용하지 않도록 설정할 수 있습니다.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토픽은 모든 대화 시작 시 실행되므로, 사용하지 않도록 설정하면 비용을 줄일 수 있습니다.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토픽은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On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Conversation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Start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트리거를 사용하며 환영 메시지가 있는 단일 메시지 노드를 포함하고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노드를 추가하여 메시지를 업데이트하고 에이전트의 초기 동작을 변경할 수 있습니다. 예를 들어 환영 텍스트를 수정하거나, 응답에 따라 사용자를 다른 토픽으로 리디렉션하는 질문 노드를 추가합니다.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참고: 이 토픽은 인사말 토픽과 같은 것이 아닙니다.</a:t>
            </a:r>
            <a:endParaRPr lang="en-GB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대화형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부스팅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On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Unknown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Intent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트리거를 사용하며 생성형 답변 노드를 포함합니다.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다른 토픽이 사용자의 쿼리와 일치하지 않을 때는, 에이전트가 이해하지 못한다고 말하는 대신 에이전트의 지식 원본을 사용하여 응답합니다.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답변 노드에 설정된 지식 원본은 에이전트 수준에서 지정된 원본보다 우선 적용됩니다.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답변 노드의 옵션: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지식 추가 -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응답을 생성하는 데 사용되는 문서 및 기타 지식 원본을 추가합니다.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선택된 원본만 검색 -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응답을 에이전트에 추가된 특정 지식 원본으로 제한합니다.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웹 검색 -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공개 웹 결과를 응답에 사용하도록 허용합니다.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AI가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자체 일반 지식을 사용하도록 허용 -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선택된 원본에 답변이 없을 때 모델이 자체 학습 지식으로 답변하도록 허용합니다.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콘텐츠 조정 수준 -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답변이 원본과 얼마나 엄격하게 일치해야 하는지 제어합니다. 설정이 높을수록 답변 수는 적지만 더 관련성 높은 답변을 반환합니다.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LLM 응답 저장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- 전체 응답을 선택하면 답변, 인용, 원본 메타데이터를 저장합니다. 텍스트만을 선택하면 답변과 인용을 저장합니다.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일반적인 구성 지침: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지식 원본을 제한하고, 웹 검색을 끄고, 콘텐츠 조정을 높음으로 설정하고, 전체 응답으로 저장합니다.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에이전트가 일치하는 토픽을 찾지 못했을 때 호출됩니다.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알 수 없는 의도 시 트리거를 사용하며, 사용자의 질문과 일치하는 토픽을 찾을 수 없음을 알리고 다시 시도하도록 안내합니다.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중요: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</a:t>
            </a:r>
            <a:r>
              <a:rPr lang="ko-KR" altLang="ko-KR" sz="882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부스팅</a:t>
            </a:r>
            <a:r>
              <a:rPr lang="en-US" alt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(</a:t>
            </a:r>
            <a:r>
              <a:rPr lang="ko-KR" altLang="en-US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답변</a:t>
            </a:r>
            <a:r>
              <a:rPr lang="en-US" alt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)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토픽과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모두 알 수 없는 의도 시 트리거를 사용합니다.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en-US" alt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1)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</a:t>
            </a:r>
            <a:r>
              <a:rPr lang="ko-KR" sz="882" b="1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부스팅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토픽이 먼저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트리거되며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,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   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토픽이 응답을 제공하지 못하는 경우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2)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토픽이 호출됩니다.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대화형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부스팅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토픽의 생성형 답변 노드가 답변을 제공하기 때문에 대체 토픽을 호출하기는 어렵습니다.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토픽에는 죄송합니다. 해당 내용에 대해서는 도움을 드릴 수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없습니다.라는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메시지가 포함된 메시지 노드가 있습니다. 다시 표현해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주시겠어요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?</a:t>
            </a:r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기본적으로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대체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토픽은 사용자에게 두 번 다시 시도하도록 요청한 후,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171450" indent="-171450">
              <a:buFontTx/>
              <a:buChar char="-"/>
            </a:pPr>
            <a:r>
              <a:rPr lang="en-US" alt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-&gt;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에스컬레이션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토픽으로 전환합니다.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에이전트에 참여 허브가 구성되어 있지 않아 상담원에게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에스컬레이션할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수 없는 경우에는 </a:t>
            </a:r>
            <a:r>
              <a:rPr lang="ko-KR" sz="882" b="0" i="0" strike="noStrike" cap="none" baseline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리디렉션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노드를 </a:t>
            </a: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생성형 답변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노드로 대체할 수 있습니다. </a:t>
            </a:r>
            <a:endParaRPr lang="en-US" altLang="ko-KR" sz="882" b="0" i="0" strike="noStrike" cap="none" baseline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노드에서는 사용할 지식 원본과 웹 검색 사용 여부를 구성할 수 있습니다.</a:t>
            </a:r>
          </a:p>
          <a:p>
            <a:endParaRPr lang="en-GB" sz="880" i="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Copilot Studio에서는 음성 지원 에이전트를 만들 수 있습니다. 음성 지원 에이전트는 전화로 이용할 수 있는 효과적인 셀프 서비스형 핸즈프리 솔루션을 제공할 수 있습니다. 음성 지원 에이전트는 통화량을 줄이고 고객 서비스 담당자의 생산성을 향상시킵니다. 사용자는 자연어로 에이전트와 상호 작용하고 터치톤 메뉴에서 옵션을 선택하여 문제를 더 빠르게 해결할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Copilot Studio는 음성 및 DTMF(이중 톤 다중 주파수) 입력, 컨텍스트 변수, 콜 전환, 그리고 음성 및 DTMF 사용자 지정 기능을 포함한 IVR(대화형 음성 응답) 기능을 지원합니다.</a:t>
            </a: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에이전트에서 음성 기능을 활성화할 수 있습니다. 음성 지원 에이전트는 채팅 기반 에이전트와 다릅니다. 음성 지원 에이전트에는 음성 시나리오를 처리하기 위한 전용 음성 토픽이 포함되어 있습니다. 채팅 기반 에이전트는 기본적으로 텍스트 형식을 사용합니다. 음성 지원 에이전트는 음성 및 DTMF 형식을 사용합니다.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에이전트 설정에서 음성에 최적화 옵션을 활성화하거나, 에이전트를 만들 때 음성 템플릿을 사용할 수 있습니다.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음성 지원 에이전트에는 다음과 같은 음성 관련 기능이 포함되어 있습니다.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전화 통신</a:t>
            </a: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채널은 기본적으로 활성화되어 있습니다.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음성 및 DTMF(이중 톤 다중 주파수)를 통해 사용자 입력을 수집합니다.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질문 노드에서는 DTMF를 지원하는 다중 선택 옵션을 사용할 수 있습니다.</a:t>
            </a:r>
          </a:p>
          <a:p>
            <a:pPr marL="171450" indent="-171450">
              <a:buFont typeface="Segoe UI" panose="020B0604020202020204" pitchFamily="34" charset="0"/>
              <a:buChar char="•"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사용자가 말을 멈춘 시점을 감지하여 시스템이 적절하게 응답할 수 있도록 합니다.</a:t>
            </a:r>
          </a:p>
          <a:p>
            <a:endParaRPr lang="en-GB" sz="882" b="0" i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23160-EE46-C87B-BF78-BF5544133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음성 지원 에이전트는 텍스트 기반 에이전트와 동일한 토픽 프레임워크를 사용하며, 여기에 음성 전용 동작과 토픽이 추가됩니다.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GB" sz="882" b="0" kern="120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음성 지원 에이전트에는 서로 다른 미리 정의된 토픽 세트가 포함되어 있습니다.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기본 메뉴 토픽은 DTMF 키 입력 신호가 수신되면 트리거됩니다.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 시작 토픽은 메인 메뉴 토픽으로 리디렉션됩니다.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무음 감지 토픽은 호출자가 응답하지 않을 때 사용됩니다.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음성 인식 실패 토픽은 음성 입력을 이해할 수 없을 때 사용됩니다.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알 수 없는 다이얼 패드 입력 토픽은 매핑되지 않은 DTMF 입력에 사용됩니다.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자동 응답기 감지 토픽.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대화형 부스팅 토픽은 포함되어 있지 않습니다.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882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샘플 학습 토픽은 음성 및 DTMF 키 입력 신호와 함께 토픽이 작동하는 방식을 보여줍니다.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이 랩에서는 토픽, 노드 및 변수를 다룹니다.</a:t>
            </a:r>
          </a:p>
          <a:p>
            <a:r>
              <a:rPr lang="ko-KR" sz="1800" b="0" i="0" strike="noStrike" cap="none" baseline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에이전트를 생성하고 에이전트에 토픽을 추가합니다.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WWL은 7~10개 슬라이드마다, 가급적 각 섹션이 끝날 때 설문 조사를 실시할 것을 권장합니다. 이렇게 하면 수업을 나누고 특히 원격 수업에서 더 많은 대화형 작업을 추가하는 데 도움이 됩니다.</a:t>
            </a: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대화형 작업을 촉진하기 위해 WWL은 Mentimeter, Kahoot 또는 이와 유사한 설문 조사 기술을 사용할 것을 제안합니다. 필요에 따라 이 슬라이드를 자유롭게 조정하고 선택한 설문 조사 도구에 따라 지침을 채워 넣으세요.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endParaRPr lang="en-US" sz="1800">
              <a:effectLst/>
              <a:latin typeface="Segoe UI" panose="020B0502040204020203" pitchFamily="34" charset="0"/>
              <a:ea typeface="Segoe UI" panose="020F0502020204030204" pitchFamily="34" charset="0"/>
              <a:cs typeface="Segoe UI" panose="020B0502040204020203" pitchFamily="34" charset="0"/>
            </a:endParaRPr>
          </a:p>
          <a:p>
            <a:pPr defTabSz="932742">
              <a:spcAft>
                <a:spcPts val="340"/>
              </a:spcAft>
              <a:defRPr/>
            </a:pPr>
            <a:r>
              <a:rPr lang="ko-KR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Learn 참고: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Learn에는 Learn 모듈을 통해 개별적으로 수행되는 지식 검사가 있습니다.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이 질문들 중 일부는 Learn 모듈에서 가져온 것입니다.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Segoe UI"/>
                <a:ea typeface="Segoe UI"/>
                <a:cs typeface="Segoe UI"/>
              </a:rPr>
              <a:t>대체 토픽은 에이전트에서 사용자의 질문이나 메시지를 토픽과 일치시킬 수 없을 때 트리거됩니다. 더 많은 질문을 하도록 이 토픽을 구성합니다. 대화형 부스팅이 먼저 실행되고, 해당 토픽에서 응답을 생성하지 못하면 대체 토픽이 실행됩니다.</a:t>
            </a:r>
            <a:endParaRPr lang="en-GB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107C1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대화 노드는 대화의 흐름을 제어합니다. 이들은 메시지를 표시하거나 데이터를 캡처하며, 도구 추가 노드의 경우 날씨 서비스와 같은 외부 서비스와 상호작용하는 워크플로나 커넥터 작업을 호출합니다.</a:t>
            </a:r>
            <a:endParaRPr lang="en-GB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ko-KR" sz="1800" b="0" i="0" strike="noStrike" cap="none" baseline="0">
                <a:solidFill>
                  <a:srgbClr val="107C10"/>
                </a:solidFill>
                <a:effectLst/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변수가 전역으로 정의될 경우, 그 이름에는 Global 접두사가 포함되며(예: Global.UserName), 에이전트 내 모든 토픽에서 사용할 수 있습니다.</a:t>
            </a:r>
            <a:endParaRPr lang="en-GB" b="0">
              <a:solidFill>
                <a:srgbClr val="CCCCCC"/>
              </a:solidFill>
              <a:effectLst/>
              <a:highlight>
                <a:srgbClr val="1F1F1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D591B-8593-817D-FD22-31123C722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5E8CD9-95F5-4D57-AE08-DEF2E9E3B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2F107-FEFB-612D-9A61-40A76F1E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16CFF-8E1A-4DBD-B83D-5B8E06E4F034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2DBCF-A27C-D606-D4F7-1E84C760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21623-2444-4AFE-3F3B-1A7579EA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25D57-AC11-4849-955F-6A85E3BF2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5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adi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71D777-B835-0A62-E34D-B42F23B47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4" t="1099" r="412"/>
          <a:stretch>
            <a:fillRect/>
          </a:stretch>
        </p:blipFill>
        <p:spPr>
          <a:xfrm>
            <a:off x="5081" y="0"/>
            <a:ext cx="12186920" cy="6858000"/>
          </a:xfrm>
          <a:prstGeom prst="rect">
            <a:avLst/>
          </a:prstGeom>
        </p:spPr>
      </p:pic>
      <p:pic>
        <p:nvPicPr>
          <p:cNvPr id="7" name="MS logo gray - EMF">
            <a:extLst>
              <a:ext uri="{FF2B5EF4-FFF2-40B4-BE49-F238E27FC236}">
                <a16:creationId xmlns:a16="http://schemas.microsoft.com/office/drawing/2014/main" id="{1A134BE8-0BA3-4A4E-8C07-9127207B8A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EDF3DE4-8628-A0E3-0518-AA5354E77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2892424"/>
            <a:ext cx="8193024" cy="1107739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999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A1ADBE6-5E29-7A6B-E210-597F443C7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15827"/>
            <a:ext cx="8193024" cy="221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F62B460-7838-D919-2107-2AE2DB807F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2043" y="6446520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4E53D-428B-872F-679F-3347A7E78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71054" y="6446520"/>
            <a:ext cx="633679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5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3E920D-D690-EAFC-6A45-5076BB2F0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446295"/>
            <a:ext cx="8193024" cy="55387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000" b="0" i="0" spc="-50" baseline="0">
                <a:solidFill>
                  <a:schemeClr val="tx1"/>
                </a:solidFill>
                <a:latin typeface="Segoe UI"/>
                <a:cs typeface="Segoe UI" pitchFamily="34" charset="0"/>
              </a:defRPr>
            </a:lvl1pPr>
          </a:lstStyle>
          <a:p>
            <a:r>
              <a:rPr lang="en-US" sz="3000"/>
              <a:t>Section divider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9CC4CD7-01CD-2983-6312-47D1240CC9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15830"/>
            <a:ext cx="8193024" cy="221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600" spc="0" baseline="0">
                <a:solidFill>
                  <a:schemeClr val="tx1"/>
                </a:solidFill>
                <a:latin typeface="Segoe UI"/>
                <a:cs typeface="Segoe UI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07477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1DDBC-3184-D08B-F049-49535B030C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142078-5242-E431-964F-14F16B92A8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61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8"/>
            <a:ext cx="8193024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Segoe UI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1"/>
            <a:ext cx="8193024" cy="15311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6"/>
            <a:ext cx="8193024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Segoe UI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9"/>
            <a:ext cx="8193024" cy="15311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B7E10C-738C-3F21-D168-5B89155DAB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34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0A27A0-BABE-7F57-3A02-FCB65FC244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5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D05805-29A4-F858-B474-D556F99F5A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" y="-1"/>
            <a:ext cx="12186714" cy="6860978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F76B388-5DEE-0A88-F0D1-66406E019C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482" y="1443265"/>
            <a:ext cx="10777993" cy="1426936"/>
          </a:xfr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ct val="0"/>
              </a:spcBef>
              <a:buNone/>
              <a:defRPr sz="4400" b="0" i="0">
                <a:solidFill>
                  <a:schemeClr val="tx1"/>
                </a:solidFill>
                <a:latin typeface="Segoe UI" pitchFamily="2" charset="0"/>
                <a:cs typeface="Segoe UI" pitchFamily="2" charset="0"/>
              </a:defRPr>
            </a:lvl1pPr>
            <a:lvl2pPr>
              <a:buNone/>
              <a:defRPr b="0" i="0">
                <a:latin typeface="Segoe UI" pitchFamily="2" charset="0"/>
                <a:cs typeface="Segoe UI" pitchFamily="2" charset="0"/>
              </a:defRPr>
            </a:lvl2pPr>
            <a:lvl3pPr>
              <a:buNone/>
              <a:defRPr b="0" i="0">
                <a:latin typeface="Segoe UI" pitchFamily="2" charset="0"/>
                <a:cs typeface="Segoe UI" pitchFamily="2" charset="0"/>
              </a:defRPr>
            </a:lvl3pPr>
            <a:lvl4pPr>
              <a:buNone/>
              <a:defRPr b="0" i="0">
                <a:latin typeface="Segoe UI" pitchFamily="2" charset="0"/>
                <a:cs typeface="Segoe UI" pitchFamily="2" charset="0"/>
              </a:defRPr>
            </a:lvl4pPr>
            <a:lvl5pPr>
              <a:buNone/>
              <a:defRPr b="0" i="0">
                <a:latin typeface="Segoe UI" pitchFamily="2" charset="0"/>
                <a:cs typeface="Segoe UI" pitchFamily="2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1798894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B19F3EF-E352-4C65-98EB-C1D64E0A72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3C46D7-E811-4904-971C-BDAE52869A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84EFDE3-C2B4-4663-8852-A0D2423EB1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8D09561-FD4E-3066-64C2-824D667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67A521-F4FD-E8EE-E376-D23CEA34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4A61D4-2EBC-3C89-B9B9-A7E300634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C7F07-21BA-232C-099C-2DFC7076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3CAEDE5-D681-6991-8E0F-74C0DC181C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329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239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7958667" y="1348400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249" tIns="0" rIns="274249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19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999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>
            <a:fillRect/>
          </a:stretch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6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8"/>
            <a:ext cx="5652201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6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6"/>
            <a:ext cx="5652201" cy="12177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589" y="6421083"/>
            <a:ext cx="4152393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C22B6C-B60D-5384-145D-05CC1C1B3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0896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1" y="1594156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6"/>
            <a:ext cx="3172811" cy="1605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930746-1ABC-7475-9B13-D1EFB79541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49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5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6456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A35CC4-D06B-40B4-91B1-CDA133426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2205973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309426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9B8E47-3705-4496-95DB-2F04B395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306177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165232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1F4189-FC32-45CA-8DDD-889412FB1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391758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021038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EE9FF8-98D9-46AE-9E3D-2F72E00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4773391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389460" y="4876845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826457-AD96-78F4-E9DC-B4CC7DCC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D2038C-EC82-C72B-50B4-053B0C1F1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706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1" y="1594156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6"/>
            <a:ext cx="5217510" cy="1605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1" y="1594156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5" y="2085766"/>
            <a:ext cx="5187106" cy="1605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339101-D52F-BFA4-091E-3EC4EFE85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1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Segoe UI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19" indent="0">
              <a:buFont typeface="Segoe UI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357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6" y="5357442"/>
            <a:ext cx="5357598" cy="2308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Segoe UI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19" indent="0">
              <a:buFont typeface="Segoe UI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357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1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58CC77-BB90-04C9-024C-D298EFB02F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7806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8"/>
            <a:ext cx="4710689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1" y="1594156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6"/>
            <a:ext cx="4712685" cy="1605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spcAft>
                <a:spcPct val="0"/>
              </a:spcAft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1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E50A79-5D79-ACE7-3FE2-C049AF919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89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4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DF9284C-6F78-4885-87E1-4AAD9E809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9EA958-BE84-43C9-98F0-0C08E8ED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0E35C16-1FD5-43B8-8A48-E2CAEC4A6E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4"/>
              </a:lnSpc>
              <a:spcBef>
                <a:spcPts val="882"/>
              </a:spcBef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78D634-25BA-4087-A772-1E555254B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F7B3EC7-70FC-4307-BB11-53CB4E14FF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E9993-705A-488D-910E-290FD0A52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89695" y="445894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C5585A5-DAB7-4EFE-A980-497178E03B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591438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093" rtl="0" eaLnBrk="1" fontAlgn="auto" latinLnBrk="0" hangingPunct="1">
              <a:lnSpc>
                <a:spcPts val="1764"/>
              </a:lnSpc>
              <a:spcBef>
                <a:spcPts val="882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568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09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90000"/>
              <a:buFont typeface="Segoe UI" panose="020B0604020202020204" pitchFamily="34" charset="0"/>
              <a:buNone/>
              <a:defRPr sz="1799" b="0">
                <a:solidFill>
                  <a:schemeClr val="tx1"/>
                </a:solidFill>
              </a:defRPr>
            </a:lvl2pPr>
            <a:lvl3pPr marL="448059" indent="0">
              <a:buNone/>
              <a:defRPr/>
            </a:lvl3pPr>
            <a:lvl4pPr marL="672088" indent="0">
              <a:buNone/>
              <a:defRPr/>
            </a:lvl4pPr>
            <a:lvl5pPr marL="896117" indent="0">
              <a:buNone/>
              <a:defRPr/>
            </a:lvl5pPr>
          </a:lstStyle>
          <a:p>
            <a:pPr marL="0" marR="0" lvl="1" indent="0" algn="l" defTabSz="914093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Segoe UI" panose="020B0604020202020204" pitchFamily="34" charset="0"/>
              <a:buNone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F58DC3-B4E8-1391-2AF6-4FE98943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B21E8C-92C0-72B7-D04D-01894741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2630FA-7131-52F4-8C15-C8462851C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2883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2EE4A3B-18F3-C175-1D6C-A9F34F4E90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8"/>
            <a:ext cx="8193024" cy="307777"/>
          </a:xfrm>
        </p:spPr>
        <p:txBody>
          <a:bodyPr/>
          <a:lstStyle>
            <a:lvl1pPr>
              <a:defRPr sz="1999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8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192" fontAlgn="base">
              <a:spcBef>
                <a:spcPct val="0"/>
              </a:spcBef>
              <a:spcAft>
                <a:spcPct val="0"/>
              </a:spcAft>
            </a:pPr>
            <a:endParaRPr lang="en-US" sz="239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40" y="1926473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30" y="2578102"/>
            <a:ext cx="5361973" cy="12177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19" indent="-137119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096" indent="-127978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9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322941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 userDrawn="1"/>
        </p:nvSpPr>
        <p:spPr>
          <a:xfrm>
            <a:off x="588262" y="1292745"/>
            <a:ext cx="10074975" cy="4749970"/>
          </a:xfrm>
          <a:prstGeom prst="roundRect">
            <a:avLst>
              <a:gd name="adj" fmla="val 3877"/>
            </a:avLst>
          </a:prstGeom>
          <a:solidFill>
            <a:schemeClr val="bg1"/>
          </a:solidFill>
          <a:ln w="15875">
            <a:solidFill>
              <a:srgbClr val="E8E6D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32" tIns="274249" rIns="274249" bIns="182832" rtlCol="0" anchor="t"/>
          <a:lstStyle/>
          <a:p>
            <a:pPr marL="0" marR="0" lvl="0" indent="0" algn="l" defTabSz="9324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7"/>
            <a:ext cx="8193024" cy="430887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pPr defTabSz="914093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2"/>
            <a:ext cx="8778782" cy="21544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6" y="1994124"/>
            <a:ext cx="8775098" cy="286232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19" indent="-137119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096" indent="-127978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21544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6" y="4898755"/>
            <a:ext cx="8775098" cy="286232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19" indent="-137119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096" indent="-127978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1"/>
            <a:ext cx="8778782" cy="21544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6" y="3449013"/>
            <a:ext cx="8775098" cy="286232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19" indent="-137119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096" indent="-127978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3933" indent="-11883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B8820F-02BC-4B66-8F42-58738A66C7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16"/>
            <a:ext cx="12192000" cy="68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5760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80344-BFAF-8FB1-EEA9-96C5DCAC4A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15"/>
            <a:ext cx="12195176" cy="6856371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42DFEDAB-397E-31AB-2574-8EE00665076A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584200" y="6448008"/>
            <a:ext cx="8193024" cy="152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010" eaLnBrk="0" hangingPunct="0"/>
            <a:r>
              <a:rPr lang="en-US" altLang="ko-KR" sz="1000" b="0" i="0" strike="noStrike" cap="none" baseline="0">
                <a:solidFill>
                  <a:srgbClr val="000000"/>
                </a:solidFill>
                <a:effectLst/>
                <a:latin typeface="+mn-lt"/>
                <a:ea typeface="Segoe UI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3424B465-806A-5CD0-733B-73A59D9E82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59" y="588591"/>
            <a:ext cx="1371954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2591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A55AE2-1DEB-EE85-DE4B-829C7B79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7AB9CB-04DF-95F7-37B7-03188BD9A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A5A70-EFA2-33C5-569F-4C70A6225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16CFF-8E1A-4DBD-B83D-5B8E06E4F034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432F16-2558-C439-4CB9-B1382D672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66B578-27DF-CCC9-FAC6-16912690D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25D57-AC11-4849-955F-6A85E3BF2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67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6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Segoe UI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Segoe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training/modules/copilot-studio-topi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tags" Target="../tags/tag4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notesSlide" Target="../notesSlides/notesSlide5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slideLayout" Target="../slideLayouts/slideLayout17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26" Type="http://schemas.openxmlformats.org/officeDocument/2006/relationships/tags" Target="../tags/tag68.xml"/><Relationship Id="rId39" Type="http://schemas.openxmlformats.org/officeDocument/2006/relationships/tags" Target="../tags/tag81.xml"/><Relationship Id="rId21" Type="http://schemas.openxmlformats.org/officeDocument/2006/relationships/tags" Target="../tags/tag63.xml"/><Relationship Id="rId34" Type="http://schemas.openxmlformats.org/officeDocument/2006/relationships/tags" Target="../tags/tag76.xml"/><Relationship Id="rId42" Type="http://schemas.openxmlformats.org/officeDocument/2006/relationships/tags" Target="../tags/tag84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29" Type="http://schemas.openxmlformats.org/officeDocument/2006/relationships/tags" Target="../tags/tag71.xml"/><Relationship Id="rId41" Type="http://schemas.openxmlformats.org/officeDocument/2006/relationships/tags" Target="../tags/tag83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tags" Target="../tags/tag66.xml"/><Relationship Id="rId32" Type="http://schemas.openxmlformats.org/officeDocument/2006/relationships/tags" Target="../tags/tag74.xml"/><Relationship Id="rId37" Type="http://schemas.openxmlformats.org/officeDocument/2006/relationships/tags" Target="../tags/tag79.xml"/><Relationship Id="rId40" Type="http://schemas.openxmlformats.org/officeDocument/2006/relationships/tags" Target="../tags/tag82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tags" Target="../tags/tag65.xml"/><Relationship Id="rId28" Type="http://schemas.openxmlformats.org/officeDocument/2006/relationships/tags" Target="../tags/tag70.xml"/><Relationship Id="rId36" Type="http://schemas.openxmlformats.org/officeDocument/2006/relationships/tags" Target="../tags/tag78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31" Type="http://schemas.openxmlformats.org/officeDocument/2006/relationships/tags" Target="../tags/tag73.xml"/><Relationship Id="rId44" Type="http://schemas.openxmlformats.org/officeDocument/2006/relationships/notesSlide" Target="../notesSlides/notesSlide5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tags" Target="../tags/tag64.xml"/><Relationship Id="rId27" Type="http://schemas.openxmlformats.org/officeDocument/2006/relationships/tags" Target="../tags/tag69.xml"/><Relationship Id="rId30" Type="http://schemas.openxmlformats.org/officeDocument/2006/relationships/tags" Target="../tags/tag72.xml"/><Relationship Id="rId35" Type="http://schemas.openxmlformats.org/officeDocument/2006/relationships/tags" Target="../tags/tag77.xml"/><Relationship Id="rId43" Type="http://schemas.openxmlformats.org/officeDocument/2006/relationships/slideLayout" Target="../slideLayouts/slideLayout17.xml"/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5" Type="http://schemas.openxmlformats.org/officeDocument/2006/relationships/tags" Target="../tags/tag67.xml"/><Relationship Id="rId33" Type="http://schemas.openxmlformats.org/officeDocument/2006/relationships/tags" Target="../tags/tag75.xml"/><Relationship Id="rId38" Type="http://schemas.openxmlformats.org/officeDocument/2006/relationships/tags" Target="../tags/tag80.xm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26" Type="http://schemas.openxmlformats.org/officeDocument/2006/relationships/tags" Target="../tags/tag110.xml"/><Relationship Id="rId39" Type="http://schemas.openxmlformats.org/officeDocument/2006/relationships/tags" Target="../tags/tag123.xml"/><Relationship Id="rId21" Type="http://schemas.openxmlformats.org/officeDocument/2006/relationships/tags" Target="../tags/tag105.xml"/><Relationship Id="rId34" Type="http://schemas.openxmlformats.org/officeDocument/2006/relationships/tags" Target="../tags/tag118.xml"/><Relationship Id="rId42" Type="http://schemas.openxmlformats.org/officeDocument/2006/relationships/tags" Target="../tags/tag126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0" Type="http://schemas.openxmlformats.org/officeDocument/2006/relationships/tags" Target="../tags/tag104.xml"/><Relationship Id="rId29" Type="http://schemas.openxmlformats.org/officeDocument/2006/relationships/tags" Target="../tags/tag113.xml"/><Relationship Id="rId41" Type="http://schemas.openxmlformats.org/officeDocument/2006/relationships/tags" Target="../tags/tag125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24" Type="http://schemas.openxmlformats.org/officeDocument/2006/relationships/tags" Target="../tags/tag108.xml"/><Relationship Id="rId32" Type="http://schemas.openxmlformats.org/officeDocument/2006/relationships/tags" Target="../tags/tag116.xml"/><Relationship Id="rId37" Type="http://schemas.openxmlformats.org/officeDocument/2006/relationships/tags" Target="../tags/tag121.xml"/><Relationship Id="rId40" Type="http://schemas.openxmlformats.org/officeDocument/2006/relationships/tags" Target="../tags/tag124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23" Type="http://schemas.openxmlformats.org/officeDocument/2006/relationships/tags" Target="../tags/tag107.xml"/><Relationship Id="rId28" Type="http://schemas.openxmlformats.org/officeDocument/2006/relationships/tags" Target="../tags/tag112.xml"/><Relationship Id="rId36" Type="http://schemas.openxmlformats.org/officeDocument/2006/relationships/tags" Target="../tags/tag120.xml"/><Relationship Id="rId10" Type="http://schemas.openxmlformats.org/officeDocument/2006/relationships/tags" Target="../tags/tag94.xml"/><Relationship Id="rId19" Type="http://schemas.openxmlformats.org/officeDocument/2006/relationships/tags" Target="../tags/tag103.xml"/><Relationship Id="rId31" Type="http://schemas.openxmlformats.org/officeDocument/2006/relationships/tags" Target="../tags/tag115.xml"/><Relationship Id="rId44" Type="http://schemas.openxmlformats.org/officeDocument/2006/relationships/notesSlide" Target="../notesSlides/notesSlide52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Relationship Id="rId22" Type="http://schemas.openxmlformats.org/officeDocument/2006/relationships/tags" Target="../tags/tag106.xml"/><Relationship Id="rId27" Type="http://schemas.openxmlformats.org/officeDocument/2006/relationships/tags" Target="../tags/tag111.xml"/><Relationship Id="rId30" Type="http://schemas.openxmlformats.org/officeDocument/2006/relationships/tags" Target="../tags/tag114.xml"/><Relationship Id="rId35" Type="http://schemas.openxmlformats.org/officeDocument/2006/relationships/tags" Target="../tags/tag119.xml"/><Relationship Id="rId43" Type="http://schemas.openxmlformats.org/officeDocument/2006/relationships/slideLayout" Target="../slideLayouts/slideLayout17.xml"/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5" Type="http://schemas.openxmlformats.org/officeDocument/2006/relationships/tags" Target="../tags/tag109.xml"/><Relationship Id="rId33" Type="http://schemas.openxmlformats.org/officeDocument/2006/relationships/tags" Target="../tags/tag117.xml"/><Relationship Id="rId38" Type="http://schemas.openxmlformats.org/officeDocument/2006/relationships/tags" Target="../tags/tag12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25" y="2797202"/>
            <a:ext cx="7202488" cy="1661993"/>
          </a:xfrm>
        </p:spPr>
        <p:txBody>
          <a:bodyPr/>
          <a:lstStyle/>
          <a:p>
            <a:r>
              <a:rPr lang="en-US" altLang="ko-KR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PL-7008: </a:t>
            </a:r>
            <a:br>
              <a:rPr lang="en-US" sz="3000">
                <a:latin typeface="Segoe UI" panose="020B0502040204020203" pitchFamily="34" charset="0"/>
                <a:ea typeface="Segoe UI" panose="020B0503020000020004" pitchFamily="34" charset="-127"/>
              </a:rPr>
            </a:br>
            <a:r>
              <a:rPr lang="en-US" altLang="ko-KR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Microsoft Copilot Studio</a:t>
            </a:r>
            <a:r>
              <a:rPr lang="ko-KR" altLang="en-US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에서 </a:t>
            </a:r>
            <a:br>
              <a:rPr lang="en-US" altLang="ko-KR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</a:br>
            <a:r>
              <a:rPr lang="ko-KR" altLang="en-US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 만들기</a:t>
            </a:r>
          </a:p>
          <a:p>
            <a:endParaRPr lang="en-GB" sz="30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7738" y="6446521"/>
            <a:ext cx="1645920" cy="138499"/>
          </a:xfrm>
        </p:spPr>
        <p:txBody>
          <a:bodyPr/>
          <a:lstStyle/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날짜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C0A207-555E-B81B-6A8B-4CE15E7A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62" y="3521334"/>
            <a:ext cx="6000570" cy="830997"/>
          </a:xfrm>
        </p:spPr>
        <p:txBody>
          <a:bodyPr/>
          <a:lstStyle/>
          <a:p>
            <a:r>
              <a:rPr lang="ko-KR" altLang="en-US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토픽을 사용하여 에이전트 대화</a:t>
            </a:r>
            <a:br>
              <a:rPr lang="en-US" altLang="ko-KR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</a:br>
            <a:r>
              <a:rPr lang="ko-KR" altLang="en-US" sz="3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설계하기</a:t>
            </a:r>
            <a:endParaRPr lang="en-US" sz="300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113E56-F513-D59F-E675-7E43DB72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학습 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5EA66-EEE9-0165-8828-21EA4B565587}"/>
              </a:ext>
            </a:extLst>
          </p:cNvPr>
          <p:cNvSpPr txBox="1"/>
          <p:nvPr/>
        </p:nvSpPr>
        <p:spPr>
          <a:xfrm>
            <a:off x="912383" y="1210022"/>
            <a:ext cx="11022012" cy="335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ko-KR" altLang="en-US" sz="22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 모듈을 완료하면 다음을 수행할 수 있습니다</a:t>
            </a:r>
            <a:r>
              <a:rPr lang="en-US" altLang="ko-KR" sz="22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716E65-BA2D-B219-B229-B6ACC0973052}"/>
              </a:ext>
            </a:extLst>
          </p:cNvPr>
          <p:cNvSpPr/>
          <p:nvPr/>
        </p:nvSpPr>
        <p:spPr bwMode="auto">
          <a:xfrm>
            <a:off x="838200" y="2030393"/>
            <a:ext cx="389967" cy="365760"/>
          </a:xfrm>
          <a:prstGeom prst="ellipse">
            <a:avLst/>
          </a:prstGeom>
          <a:solidFill>
            <a:srgbClr val="FFA388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CA283-DF27-EA93-FF8E-5B3AFE6D61C2}"/>
              </a:ext>
            </a:extLst>
          </p:cNvPr>
          <p:cNvSpPr txBox="1"/>
          <p:nvPr/>
        </p:nvSpPr>
        <p:spPr>
          <a:xfrm>
            <a:off x="1280621" y="2044072"/>
            <a:ext cx="804998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altLang="ko-KR" sz="18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Microsoft Copilot </a:t>
            </a:r>
            <a:r>
              <a:rPr lang="en-US" altLang="ko-KR" sz="180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Studio</a:t>
            </a:r>
            <a:r>
              <a:rPr lang="ko-KR" altLang="en-US" sz="180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에서</a:t>
            </a:r>
            <a:r>
              <a:rPr lang="ko-KR" altLang="en-US" sz="18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 만들기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FF6C7E-CC64-C85D-C182-170917036B18}"/>
              </a:ext>
            </a:extLst>
          </p:cNvPr>
          <p:cNvSpPr/>
          <p:nvPr/>
        </p:nvSpPr>
        <p:spPr bwMode="auto">
          <a:xfrm>
            <a:off x="838200" y="2841464"/>
            <a:ext cx="389967" cy="365760"/>
          </a:xfrm>
          <a:prstGeom prst="ellipse">
            <a:avLst/>
          </a:prstGeom>
          <a:solidFill>
            <a:srgbClr val="FFA388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5DD59-3A00-4A05-E3A0-01A45B4069FA}"/>
              </a:ext>
            </a:extLst>
          </p:cNvPr>
          <p:cNvSpPr txBox="1"/>
          <p:nvPr/>
        </p:nvSpPr>
        <p:spPr>
          <a:xfrm>
            <a:off x="1280621" y="2855143"/>
            <a:ext cx="804998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l"/>
            <a:r>
              <a:rPr lang="ko-KR" altLang="en-US" sz="1800">
                <a:solidFill>
                  <a:srgbClr val="161616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노드를 사용하여 대화 흐름을 정의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1229D9-D852-1AB1-9610-0F33DB7A9E24}"/>
              </a:ext>
            </a:extLst>
          </p:cNvPr>
          <p:cNvSpPr/>
          <p:nvPr/>
        </p:nvSpPr>
        <p:spPr bwMode="auto">
          <a:xfrm>
            <a:off x="838200" y="3652535"/>
            <a:ext cx="389967" cy="365760"/>
          </a:xfrm>
          <a:prstGeom prst="ellipse">
            <a:avLst/>
          </a:prstGeom>
          <a:solidFill>
            <a:srgbClr val="FFA388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CFF65-91C5-4177-9F45-2862B5A23402}"/>
              </a:ext>
            </a:extLst>
          </p:cNvPr>
          <p:cNvSpPr txBox="1"/>
          <p:nvPr/>
        </p:nvSpPr>
        <p:spPr>
          <a:xfrm>
            <a:off x="1280621" y="3666214"/>
            <a:ext cx="804998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관리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246568-0CE0-747F-5310-FED5D625F564}"/>
              </a:ext>
            </a:extLst>
          </p:cNvPr>
          <p:cNvSpPr/>
          <p:nvPr/>
        </p:nvSpPr>
        <p:spPr bwMode="auto">
          <a:xfrm>
            <a:off x="838200" y="4463606"/>
            <a:ext cx="389967" cy="365760"/>
          </a:xfrm>
          <a:prstGeom prst="ellipse">
            <a:avLst/>
          </a:prstGeom>
          <a:solidFill>
            <a:srgbClr val="FFA388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911F5-AECD-C608-6F33-50F6B0C17686}"/>
              </a:ext>
            </a:extLst>
          </p:cNvPr>
          <p:cNvSpPr txBox="1"/>
          <p:nvPr/>
        </p:nvSpPr>
        <p:spPr>
          <a:xfrm>
            <a:off x="1280621" y="4477285"/>
            <a:ext cx="804998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작업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0C9021-F92F-F97B-8D35-9CE447366D3B}"/>
              </a:ext>
            </a:extLst>
          </p:cNvPr>
          <p:cNvSpPr/>
          <p:nvPr/>
        </p:nvSpPr>
        <p:spPr bwMode="auto">
          <a:xfrm>
            <a:off x="838200" y="5274677"/>
            <a:ext cx="389967" cy="365760"/>
          </a:xfrm>
          <a:prstGeom prst="ellipse">
            <a:avLst/>
          </a:prstGeom>
          <a:solidFill>
            <a:srgbClr val="FFA388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A2530-BE63-1EAC-EB9C-5A76DD606D04}"/>
              </a:ext>
            </a:extLst>
          </p:cNvPr>
          <p:cNvSpPr txBox="1"/>
          <p:nvPr/>
        </p:nvSpPr>
        <p:spPr>
          <a:xfrm>
            <a:off x="1280621" y="5282218"/>
            <a:ext cx="804998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 작업</a:t>
            </a:r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68E99FAA-1E92-2FC6-ECC7-3C94139EB642}"/>
              </a:ext>
            </a:extLst>
          </p:cNvPr>
          <p:cNvSpPr txBox="1">
            <a:spLocks/>
          </p:cNvSpPr>
          <p:nvPr/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07D465-5D56-0B41-96C4-901FFC24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50" y="585216"/>
            <a:ext cx="11011600" cy="307648"/>
          </a:xfrm>
        </p:spPr>
        <p:txBody>
          <a:bodyPr>
            <a:normAutofit fontScale="90000"/>
          </a:bodyPr>
          <a:lstStyle/>
          <a:p>
            <a:r>
              <a:rPr lang="en-US" altLang="ko-KR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Microsoft Learn </a:t>
            </a:r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모듈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FD9358-0F0F-DD41-8430-DD40142A33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598712"/>
            <a:ext cx="8193087" cy="304699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토픽을 사용하여 에이전트 대화 설계하기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5BE1A3-D13B-0DD6-6EF6-FF0E24A051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978" y="2081711"/>
            <a:ext cx="5979511" cy="590931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  <a:hlinkClick r:id="rId3" history="0"/>
              </a:rPr>
              <a:t>https://learn.microsoft.com/training/modules/copilot-studio-topics</a:t>
            </a:r>
            <a:endParaRPr lang="en-US" sz="180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6DB22-DB75-5013-A2B5-37844CF5D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779544" y="1752600"/>
            <a:ext cx="3657600" cy="36576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58D322-C82C-A281-8BB6-DA1E82C55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5180" y="2676628"/>
            <a:ext cx="2366328" cy="1809546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0085" y="457975"/>
            <a:ext cx="11061359" cy="461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defRPr>
            </a:lvl1pPr>
          </a:lstStyle>
          <a:p>
            <a:r>
              <a:rPr lang="ko-KR" altLang="en-US"/>
              <a:t>토픽</a:t>
            </a:r>
            <a:r>
              <a:rPr lang="en-US" altLang="ko-KR"/>
              <a:t>(Topic)</a:t>
            </a:r>
            <a:r>
              <a:rPr lang="ko-KR" altLang="en-US"/>
              <a:t>이란 무엇인가</a:t>
            </a:r>
            <a:r>
              <a:rPr lang="en-US" altLang="ko-KR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086" y="1463553"/>
            <a:ext cx="7221879" cy="246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특정 질문이나 작업에 응답하도록 설계된 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'</a:t>
            </a:r>
            <a:r>
              <a:rPr lang="ko-KR" altLang="en-US" sz="1600" b="1">
                <a:solidFill>
                  <a:srgbClr val="0A3D6B"/>
                </a:solidFill>
                <a:latin typeface="Segoe UI"/>
              </a:rPr>
              <a:t>구조화된 대화</a:t>
            </a:r>
            <a:r>
              <a:rPr lang="en-US" altLang="ko-KR" sz="1600" b="1">
                <a:solidFill>
                  <a:srgbClr val="0A3D6B"/>
                </a:solidFill>
                <a:latin typeface="Segoe UI"/>
              </a:rPr>
              <a:t>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086" y="1920634"/>
            <a:ext cx="7221879" cy="487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99"/>
              </a:lnSpc>
            </a:pPr>
            <a:r>
              <a:rPr lang="ko-KR" altLang="en-US" sz="1300">
                <a:solidFill>
                  <a:srgbClr val="5A6270"/>
                </a:solidFill>
                <a:latin typeface="Segoe UI"/>
              </a:rPr>
              <a:t>토픽은 에이전트가 처리할 수 있는 하나의 미니 대화 또는 작업</a:t>
            </a:r>
            <a:r>
              <a:rPr lang="en-US" altLang="ko-KR" sz="1300">
                <a:solidFill>
                  <a:srgbClr val="5A6270"/>
                </a:solidFill>
                <a:latin typeface="Segoe UI"/>
              </a:rPr>
              <a:t>(mini-conversation or task)</a:t>
            </a:r>
            <a:r>
              <a:rPr lang="ko-KR" altLang="en-US" sz="1300">
                <a:solidFill>
                  <a:srgbClr val="5A6270"/>
                </a:solidFill>
                <a:latin typeface="Segoe UI"/>
              </a:rPr>
              <a:t>입니다</a:t>
            </a:r>
            <a:r>
              <a:rPr lang="en-US" altLang="ko-KR" sz="130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300">
                <a:solidFill>
                  <a:srgbClr val="5A6270"/>
                </a:solidFill>
                <a:latin typeface="Segoe UI"/>
              </a:rPr>
              <a:t>각 토픽은 하나의 사용자 요청에 대응하도록 설계됩니다</a:t>
            </a:r>
            <a:r>
              <a:rPr lang="en-US" altLang="ko-KR" sz="130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86" y="2789087"/>
            <a:ext cx="7221879" cy="215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토픽의 세 가지 목적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086" y="3200460"/>
            <a:ext cx="7221879" cy="895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0" name="Rounded Rectangle 9"/>
          <p:cNvSpPr/>
          <p:nvPr/>
        </p:nvSpPr>
        <p:spPr>
          <a:xfrm>
            <a:off x="550085" y="3200460"/>
            <a:ext cx="91416" cy="895879"/>
          </a:xfrm>
          <a:prstGeom prst="roundRect">
            <a:avLst>
              <a:gd name="adj" fmla="val 30000"/>
            </a:avLst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1" name="TextBox 10"/>
          <p:cNvSpPr txBox="1"/>
          <p:nvPr/>
        </p:nvSpPr>
        <p:spPr>
          <a:xfrm>
            <a:off x="915749" y="3319302"/>
            <a:ext cx="3656648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정보 제공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Informational)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813" y="3346727"/>
            <a:ext cx="2925318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질문에 답하기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49" y="3675823"/>
            <a:ext cx="6581966" cy="176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이 무엇인가요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?” · “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언제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되나요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?” · “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왜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인가요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86" y="4206038"/>
            <a:ext cx="7221879" cy="895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5" name="Rounded Rectangle 14"/>
          <p:cNvSpPr/>
          <p:nvPr/>
        </p:nvSpPr>
        <p:spPr>
          <a:xfrm>
            <a:off x="550085" y="4206038"/>
            <a:ext cx="91416" cy="895879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6" name="TextBox 15"/>
          <p:cNvSpPr txBox="1"/>
          <p:nvPr/>
        </p:nvSpPr>
        <p:spPr>
          <a:xfrm>
            <a:off x="915749" y="4324880"/>
            <a:ext cx="3656648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작업 완료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Task completion)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813" y="4352305"/>
            <a:ext cx="2925318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사용자가 무언가를 하도록 돕기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49" y="4681401"/>
            <a:ext cx="6581966" cy="176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하고 싶어요”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어떻게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하나요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?” · “…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이 필요해요”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0086" y="5211616"/>
            <a:ext cx="7221879" cy="895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0" name="Rounded Rectangle 19"/>
          <p:cNvSpPr/>
          <p:nvPr/>
        </p:nvSpPr>
        <p:spPr>
          <a:xfrm>
            <a:off x="550085" y="5211616"/>
            <a:ext cx="91416" cy="895879"/>
          </a:xfrm>
          <a:prstGeom prst="roundRect">
            <a:avLst>
              <a:gd name="adj" fmla="val 30000"/>
            </a:avLst>
          </a:prstGeom>
          <a:solidFill>
            <a:srgbClr val="0A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1" name="TextBox 20"/>
          <p:cNvSpPr txBox="1"/>
          <p:nvPr/>
        </p:nvSpPr>
        <p:spPr>
          <a:xfrm>
            <a:off x="915749" y="5330458"/>
            <a:ext cx="3656648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문제 해결 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350" b="1">
                <a:solidFill>
                  <a:srgbClr val="0A3D6B"/>
                </a:solidFill>
                <a:latin typeface="Segoe UI"/>
              </a:rPr>
              <a:t>Troubleshooting)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813" y="5357883"/>
            <a:ext cx="2925318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8B5CF6"/>
                </a:solidFill>
                <a:latin typeface="Segoe UI"/>
              </a:rPr>
              <a:t>문제를 해결하기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749" y="5686980"/>
            <a:ext cx="6581966" cy="176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50">
                <a:solidFill>
                  <a:srgbClr val="5A6270"/>
                </a:solidFill>
                <a:latin typeface="Segoe UI"/>
              </a:rPr>
              <a:t>“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…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이 작동하지 않아요”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오류 메시지가 떠요” </a:t>
            </a:r>
            <a:r>
              <a:rPr lang="en-US" altLang="ko-KR" sz="1150">
                <a:solidFill>
                  <a:srgbClr val="5A6270"/>
                </a:solidFill>
                <a:latin typeface="Segoe UI"/>
              </a:rPr>
              <a:t>· “</a:t>
            </a:r>
            <a:r>
              <a:rPr lang="ko-KR" altLang="en-US" sz="1150">
                <a:solidFill>
                  <a:srgbClr val="5A6270"/>
                </a:solidFill>
                <a:latin typeface="Segoe UI"/>
              </a:rPr>
              <a:t>이상한 게 보여요”</a:t>
            </a:r>
          </a:p>
        </p:txBody>
      </p:sp>
      <p:pic>
        <p:nvPicPr>
          <p:cNvPr id="24" name="Picture 23" descr="0d6cf863b02a46de.jpg"/>
          <p:cNvPicPr>
            <a:picLocks noChangeAspect="1"/>
          </p:cNvPicPr>
          <p:nvPr/>
        </p:nvPicPr>
        <p:blipFill>
          <a:blip r:embed="rId2"/>
          <a:srcRect t="427" b="427"/>
          <a:stretch>
            <a:fillRect/>
          </a:stretch>
        </p:blipFill>
        <p:spPr>
          <a:xfrm>
            <a:off x="8046213" y="1463553"/>
            <a:ext cx="3565231" cy="265106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046213" y="4297454"/>
            <a:ext cx="3565231" cy="1782616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6" name="TextBox 25"/>
          <p:cNvSpPr txBox="1"/>
          <p:nvPr/>
        </p:nvSpPr>
        <p:spPr>
          <a:xfrm>
            <a:off x="8320461" y="4525996"/>
            <a:ext cx="3016734" cy="976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99"/>
              </a:lnSpc>
            </a:pP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토픽 </a:t>
            </a:r>
            <a:r>
              <a:rPr lang="en-US" altLang="ko-KR" sz="1300" b="1">
                <a:solidFill>
                  <a:srgbClr val="6EC6FF"/>
                </a:solidFill>
                <a:latin typeface="Segoe UI"/>
              </a:rPr>
              <a:t>vs </a:t>
            </a:r>
            <a:r>
              <a:rPr lang="ko-KR" altLang="en-US" sz="1300" b="1">
                <a:solidFill>
                  <a:srgbClr val="6EC6FF"/>
                </a:solidFill>
                <a:latin typeface="Segoe UI"/>
              </a:rPr>
              <a:t>생성형 답변</a:t>
            </a:r>
          </a:p>
          <a:p>
            <a:pPr>
              <a:lnSpc>
                <a:spcPts val="1799"/>
              </a:lnSpc>
              <a:spcBef>
                <a:spcPts val="600"/>
              </a:spcBef>
            </a:pPr>
            <a:r>
              <a:rPr lang="ko-KR" altLang="en-US" sz="1150">
                <a:solidFill>
                  <a:srgbClr val="D6E4F5"/>
                </a:solidFill>
                <a:latin typeface="Segoe UI"/>
              </a:rPr>
              <a:t>지식 기반 생성형 답변은 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유연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하고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토픽은 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정확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합니다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150">
                <a:solidFill>
                  <a:srgbClr val="D6E4F5"/>
                </a:solidFill>
                <a:latin typeface="Segoe UI"/>
              </a:rPr>
              <a:t>반드시 정해진 절차대로 처리해야 하는 요청은 토픽으로 설계합니다</a:t>
            </a:r>
            <a:r>
              <a:rPr lang="en-US" altLang="ko-KR" sz="115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8698" y="6418309"/>
            <a:ext cx="914162" cy="15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>
                <a:solidFill>
                  <a:srgbClr val="9AA1AC"/>
                </a:solidFill>
                <a:latin typeface="Segoe UI"/>
              </a:rPr>
              <a:t>58</a:t>
            </a:r>
          </a:p>
        </p:txBody>
      </p:sp>
      <p:sp>
        <p:nvSpPr>
          <p:cNvPr id="27" name="Footer Placeholder 10">
            <a:extLst>
              <a:ext uri="{FF2B5EF4-FFF2-40B4-BE49-F238E27FC236}">
                <a16:creationId xmlns:a16="http://schemas.microsoft.com/office/drawing/2014/main" id="{52AE2AE9-E5FB-5604-EC5B-2CB1856FF458}"/>
              </a:ext>
            </a:extLst>
          </p:cNvPr>
          <p:cNvSpPr txBox="1">
            <a:spLocks/>
          </p:cNvSpPr>
          <p:nvPr/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0085" y="457975"/>
            <a:ext cx="11061359" cy="461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defRPr>
            </a:lvl1pPr>
          </a:lstStyle>
          <a:p>
            <a:r>
              <a:rPr lang="ko-KR" altLang="en-US"/>
              <a:t>토픽의 구조 </a:t>
            </a:r>
            <a:r>
              <a:rPr lang="en-US" altLang="ko-KR"/>
              <a:t>· </a:t>
            </a:r>
            <a:r>
              <a:rPr lang="ko-KR" altLang="en-US"/>
              <a:t>트리거 </a:t>
            </a:r>
            <a:r>
              <a:rPr lang="en-US" altLang="ko-KR"/>
              <a:t>+ </a:t>
            </a:r>
            <a:r>
              <a:rPr lang="ko-KR" altLang="en-US"/>
              <a:t>대화 노드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086" y="1554969"/>
            <a:ext cx="5484971" cy="2285405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42" y="1829217"/>
            <a:ext cx="420514" cy="4205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4247" y="1847500"/>
            <a:ext cx="4296561" cy="23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6EC6FF"/>
                </a:solidFill>
                <a:latin typeface="Segoe UI"/>
              </a:rPr>
              <a:t>트리거 </a:t>
            </a:r>
            <a:r>
              <a:rPr lang="en-US" altLang="ko-KR" sz="150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6EC6FF"/>
                </a:solidFill>
                <a:latin typeface="Segoe UI"/>
              </a:rPr>
              <a:t>Trigger)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041" y="2395999"/>
            <a:ext cx="4845058" cy="67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99"/>
              </a:lnSpc>
            </a:pPr>
            <a:r>
              <a:rPr lang="ko-KR" altLang="en-US" sz="1200">
                <a:solidFill>
                  <a:srgbClr val="D6E4F5"/>
                </a:solidFill>
                <a:latin typeface="Segoe UI"/>
              </a:rPr>
              <a:t>토픽이 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'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언제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' 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실행될지 결정합니다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. 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클래식 오케스트레이션에서는 사용자가 특정 문구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(trigger phrase)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를 말할 때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생성형 오케스트레이션에서는 에이전트가 토픽의 이름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·</a:t>
            </a:r>
            <a:r>
              <a:rPr lang="ko-KR" altLang="en-US" sz="1200">
                <a:solidFill>
                  <a:srgbClr val="D6E4F5"/>
                </a:solidFill>
                <a:latin typeface="Segoe UI"/>
              </a:rPr>
              <a:t>설명을 보고 스스로 선택할 때 실행됩니다</a:t>
            </a:r>
            <a:r>
              <a:rPr lang="en-US" altLang="ko-KR" sz="1200">
                <a:solidFill>
                  <a:srgbClr val="D6E4F5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889" y="1554969"/>
            <a:ext cx="5393555" cy="228540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845" y="1829217"/>
            <a:ext cx="420514" cy="4205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051" y="1847500"/>
            <a:ext cx="4205145" cy="23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A3D6B"/>
                </a:solidFill>
                <a:latin typeface="Segoe UI"/>
              </a:rPr>
              <a:t>대화 노드 </a:t>
            </a:r>
            <a:r>
              <a:rPr lang="en-US" altLang="ko-KR" sz="1500" b="1">
                <a:solidFill>
                  <a:srgbClr val="0A3D6B"/>
                </a:solidFill>
                <a:latin typeface="Segoe UI"/>
              </a:rPr>
              <a:t>(</a:t>
            </a:r>
            <a:r>
              <a:rPr lang="en-US" sz="1500" b="1">
                <a:solidFill>
                  <a:srgbClr val="0A3D6B"/>
                </a:solidFill>
                <a:latin typeface="Segoe UI"/>
              </a:rPr>
              <a:t>Conversation nodes)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845" y="2395998"/>
            <a:ext cx="4753642" cy="670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99"/>
              </a:lnSpc>
            </a:pPr>
            <a:r>
              <a:rPr lang="ko-KR" altLang="en-US" sz="1200">
                <a:solidFill>
                  <a:srgbClr val="5A6270"/>
                </a:solidFill>
                <a:latin typeface="Segoe UI"/>
              </a:rPr>
              <a:t>트리거 이후 대화가 흘러가는 단계들입니다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.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메시지를 보내고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질문하고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조건으로 분기하고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변수에 저장하고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도구를 호출하는 블록을 이어 붙여 흐름을 만듭니다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85" y="4023205"/>
            <a:ext cx="11061359" cy="215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F6CBD"/>
                </a:solidFill>
                <a:latin typeface="Segoe UI"/>
              </a:rPr>
              <a:t>자주 쓰는 노드 유형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085" y="4434578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6" name="TextBox 15"/>
          <p:cNvSpPr txBox="1"/>
          <p:nvPr/>
        </p:nvSpPr>
        <p:spPr>
          <a:xfrm>
            <a:off x="824332" y="4544279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32" y="4845952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에이전트가 사용자에게 문장을 보냄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724" y="4434578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9" name="TextBox 18"/>
          <p:cNvSpPr txBox="1"/>
          <p:nvPr/>
        </p:nvSpPr>
        <p:spPr>
          <a:xfrm>
            <a:off x="4544972" y="4544279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972" y="4845952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사용자에게 묻고 답을 변수에 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363" y="4434578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2" name="TextBox 21"/>
          <p:cNvSpPr txBox="1"/>
          <p:nvPr/>
        </p:nvSpPr>
        <p:spPr>
          <a:xfrm>
            <a:off x="8265611" y="4544279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조건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5611" y="4845952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값에 따라 대화 경로를 분기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085" y="5348740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5" name="TextBox 24"/>
          <p:cNvSpPr txBox="1"/>
          <p:nvPr/>
        </p:nvSpPr>
        <p:spPr>
          <a:xfrm>
            <a:off x="824332" y="5458441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변수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32" y="5760114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값을 계산하거나 지정해 저장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724" y="5348740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8" name="TextBox 27"/>
          <p:cNvSpPr txBox="1"/>
          <p:nvPr/>
        </p:nvSpPr>
        <p:spPr>
          <a:xfrm>
            <a:off x="4544972" y="5458441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도구 </a:t>
            </a:r>
            <a:r>
              <a:rPr lang="en-US" altLang="ko-KR" sz="1300" b="1">
                <a:solidFill>
                  <a:srgbClr val="0A3D6B"/>
                </a:solidFill>
                <a:latin typeface="Segoe UI"/>
              </a:rPr>
              <a:t>· </a:t>
            </a:r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액션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972" y="5760114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커넥터</a:t>
            </a:r>
            <a:r>
              <a:rPr lang="en-US" altLang="ko-KR" sz="110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100">
                <a:solidFill>
                  <a:srgbClr val="5A6270"/>
                </a:solidFill>
                <a:latin typeface="Segoe UI"/>
              </a:rPr>
              <a:t>에이전트 플로우 호출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363" y="5348740"/>
            <a:ext cx="3537806" cy="777038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1" name="TextBox 30"/>
          <p:cNvSpPr txBox="1"/>
          <p:nvPr/>
        </p:nvSpPr>
        <p:spPr>
          <a:xfrm>
            <a:off x="8265611" y="5458441"/>
            <a:ext cx="3016734" cy="200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A3D6B"/>
                </a:solidFill>
                <a:latin typeface="Segoe UI"/>
              </a:rPr>
              <a:t>토픽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5611" y="5760114"/>
            <a:ext cx="3016734" cy="169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A6270"/>
                </a:solidFill>
                <a:latin typeface="Segoe UI"/>
              </a:rPr>
              <a:t>다른 토픽으로 이동하거나 대화 종료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8698" y="6418309"/>
            <a:ext cx="914162" cy="15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>
                <a:solidFill>
                  <a:srgbClr val="9AA1AC"/>
                </a:solidFill>
                <a:latin typeface="Segoe UI"/>
              </a:rPr>
              <a:t>59</a:t>
            </a:r>
          </a:p>
        </p:txBody>
      </p:sp>
      <p:sp>
        <p:nvSpPr>
          <p:cNvPr id="33" name="Footer Placeholder 10">
            <a:extLst>
              <a:ext uri="{FF2B5EF4-FFF2-40B4-BE49-F238E27FC236}">
                <a16:creationId xmlns:a16="http://schemas.microsoft.com/office/drawing/2014/main" id="{84D2B08B-D42E-B5A6-CEBC-F074E9206B93}"/>
              </a:ext>
            </a:extLst>
          </p:cNvPr>
          <p:cNvSpPr txBox="1">
            <a:spLocks/>
          </p:cNvSpPr>
          <p:nvPr/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0085" y="457975"/>
            <a:ext cx="11061359" cy="461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defRPr>
            </a:lvl1pPr>
          </a:lstStyle>
          <a:p>
            <a:r>
              <a:rPr lang="en-US" altLang="ko-KR"/>
              <a:t>Power Fx</a:t>
            </a:r>
            <a:r>
              <a:rPr lang="ko-KR" altLang="en-US"/>
              <a:t>로 노드에 동적 로직 더하기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085" y="1554969"/>
            <a:ext cx="6947630" cy="1371243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7780">
            <a:solidFill>
              <a:srgbClr val="BB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7" name="TextBox 6"/>
          <p:cNvSpPr txBox="1"/>
          <p:nvPr/>
        </p:nvSpPr>
        <p:spPr>
          <a:xfrm>
            <a:off x="870042" y="1756085"/>
            <a:ext cx="6399133" cy="705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99"/>
              </a:lnSpc>
            </a:pP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Power Fx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는 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Excel </a:t>
            </a:r>
            <a:r>
              <a:rPr lang="ko-KR" altLang="en-US" sz="1450" b="1">
                <a:solidFill>
                  <a:srgbClr val="0A3D6B"/>
                </a:solidFill>
                <a:latin typeface="Segoe UI"/>
              </a:rPr>
              <a:t>수식과 닮은 로우코드 수식 언어입니다</a:t>
            </a:r>
            <a:r>
              <a:rPr lang="en-US" altLang="ko-KR" sz="1450" b="1">
                <a:solidFill>
                  <a:srgbClr val="0A3D6B"/>
                </a:solidFill>
                <a:latin typeface="Segoe UI"/>
              </a:rPr>
              <a:t>.</a:t>
            </a:r>
          </a:p>
          <a:p>
            <a:pPr>
              <a:lnSpc>
                <a:spcPts val="1899"/>
              </a:lnSpc>
            </a:pPr>
            <a:r>
              <a:rPr lang="ko-KR" altLang="en-US" sz="1200">
                <a:solidFill>
                  <a:srgbClr val="5A6270"/>
                </a:solidFill>
                <a:latin typeface="Segoe UI"/>
              </a:rPr>
              <a:t>노드 안에서 값을 계산하고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조건을 판정하고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, 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목록을 필터링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·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서식화해 대화를 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고정된 시나리오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에서 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데이터에 반응하는 대화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'</a:t>
            </a:r>
            <a:r>
              <a:rPr lang="ko-KR" altLang="en-US" sz="1200">
                <a:solidFill>
                  <a:srgbClr val="5A6270"/>
                </a:solidFill>
                <a:latin typeface="Segoe UI"/>
              </a:rPr>
              <a:t>로 바꿉니다</a:t>
            </a:r>
            <a:r>
              <a:rPr lang="en-US" altLang="ko-KR" sz="1200">
                <a:solidFill>
                  <a:srgbClr val="5A627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086" y="3109043"/>
            <a:ext cx="3382399" cy="10969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9" name="Rounded Rectangle 8"/>
          <p:cNvSpPr/>
          <p:nvPr/>
        </p:nvSpPr>
        <p:spPr>
          <a:xfrm>
            <a:off x="550086" y="3109044"/>
            <a:ext cx="3382399" cy="82275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10" name="Picture 9" descr="icon-braces-variable-65dd4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1" y="3401576"/>
            <a:ext cx="402231" cy="4022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2831" y="3383292"/>
            <a:ext cx="2376821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변수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2831" y="3694107"/>
            <a:ext cx="2376821" cy="1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100">
                <a:solidFill>
                  <a:srgbClr val="5A6270"/>
                </a:solidFill>
                <a:latin typeface="Segoe UI"/>
              </a:rPr>
              <a:t>입력값을 가공해 새 변수에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5317" y="3109043"/>
            <a:ext cx="3382399" cy="10969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4" name="Rounded Rectangle 13"/>
          <p:cNvSpPr/>
          <p:nvPr/>
        </p:nvSpPr>
        <p:spPr>
          <a:xfrm>
            <a:off x="4115317" y="3109044"/>
            <a:ext cx="3382399" cy="82275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282" y="3401576"/>
            <a:ext cx="402231" cy="4022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8063" y="3383292"/>
            <a:ext cx="2376821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조건 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8063" y="3694107"/>
            <a:ext cx="2376821" cy="1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100">
                <a:solidFill>
                  <a:srgbClr val="5A6270"/>
                </a:solidFill>
                <a:latin typeface="Segoe UI"/>
              </a:rPr>
              <a:t>IsBlank·If</a:t>
            </a:r>
            <a:r>
              <a:rPr lang="ko-KR" altLang="en-US" sz="1100">
                <a:solidFill>
                  <a:srgbClr val="5A6270"/>
                </a:solidFill>
                <a:latin typeface="Segoe UI"/>
              </a:rPr>
              <a:t>로 분기 조건을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86" y="4343162"/>
            <a:ext cx="3382399" cy="10969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19" name="Rounded Rectangle 18"/>
          <p:cNvSpPr/>
          <p:nvPr/>
        </p:nvSpPr>
        <p:spPr>
          <a:xfrm>
            <a:off x="550086" y="4343163"/>
            <a:ext cx="3382399" cy="82275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20" name="Picture 19" descr="icon-list-5681fb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1" y="4635695"/>
            <a:ext cx="402231" cy="4022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2831" y="4617412"/>
            <a:ext cx="2376821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목록 필터</a:t>
            </a:r>
            <a:r>
              <a:rPr lang="en-US" altLang="ko-KR" sz="1350" b="1">
                <a:solidFill>
                  <a:srgbClr val="0A3D6B"/>
                </a:solidFill>
                <a:latin typeface="Segoe UI"/>
              </a:rPr>
              <a:t>·</a:t>
            </a:r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정렬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2831" y="4928225"/>
            <a:ext cx="2376821" cy="177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100">
                <a:solidFill>
                  <a:srgbClr val="5A6270"/>
                </a:solidFill>
                <a:latin typeface="Segoe UI"/>
              </a:rPr>
              <a:t>가져온 데이터에서 필요한 항목만 추출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5317" y="4343162"/>
            <a:ext cx="3382399" cy="10969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4" name="Rounded Rectangle 23"/>
          <p:cNvSpPr/>
          <p:nvPr/>
        </p:nvSpPr>
        <p:spPr>
          <a:xfrm>
            <a:off x="4115317" y="4343163"/>
            <a:ext cx="3382399" cy="82275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25" name="Picture 24" descr="icon-info-b00237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282" y="4635695"/>
            <a:ext cx="402231" cy="40223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38063" y="4617412"/>
            <a:ext cx="2376821" cy="207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b="1">
                <a:solidFill>
                  <a:srgbClr val="0A3D6B"/>
                </a:solidFill>
                <a:latin typeface="Segoe UI"/>
              </a:rPr>
              <a:t>텍스트 서식화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8063" y="4928225"/>
            <a:ext cx="2376821" cy="1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100">
                <a:solidFill>
                  <a:srgbClr val="5A6270"/>
                </a:solidFill>
                <a:latin typeface="Segoe UI"/>
              </a:rPr>
              <a:t>답변 문장을 데이터로 조립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085" y="5577280"/>
            <a:ext cx="6947630" cy="777038"/>
          </a:xfrm>
          <a:prstGeom prst="roundRect">
            <a:avLst>
              <a:gd name="adj" fmla="val 6000"/>
            </a:avLst>
          </a:prstGeom>
          <a:solidFill>
            <a:srgbClr val="F5F0FF"/>
          </a:solidFill>
          <a:ln w="17780">
            <a:solidFill>
              <a:srgbClr val="D9C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29" name="TextBox 28"/>
          <p:cNvSpPr txBox="1"/>
          <p:nvPr/>
        </p:nvSpPr>
        <p:spPr>
          <a:xfrm>
            <a:off x="870042" y="5741830"/>
            <a:ext cx="6399133" cy="43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99"/>
              </a:lnSpc>
            </a:pP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Power Fx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가 없으면 토픽은 정적인 안내문에 그칩니다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 </a:t>
            </a:r>
            <a:r>
              <a:rPr lang="ko-KR" altLang="en-US" sz="1200" b="1">
                <a:solidFill>
                  <a:srgbClr val="4A2E86"/>
                </a:solidFill>
                <a:latin typeface="Segoe UI"/>
              </a:rPr>
              <a:t>있으면 실제 데이터를 반영하는 살아있는 대화가 됩니다</a:t>
            </a:r>
            <a:r>
              <a:rPr lang="en-US" altLang="ko-KR" sz="1200" b="1">
                <a:solidFill>
                  <a:srgbClr val="4A2E86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254" y="1554968"/>
            <a:ext cx="3885188" cy="4799350"/>
          </a:xfrm>
          <a:prstGeom prst="roundRect">
            <a:avLst>
              <a:gd name="adj" fmla="val 6000"/>
            </a:avLst>
          </a:prstGeom>
          <a:solidFill>
            <a:srgbClr val="0A3D6B"/>
          </a:solidFill>
          <a:ln w="17780">
            <a:solidFill>
              <a:srgbClr val="0A3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31" name="Picture 30" descr="icon-braces-variable-65dd4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213" y="1829218"/>
            <a:ext cx="457081" cy="45708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6213" y="2450847"/>
            <a:ext cx="3290983" cy="22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변수</a:t>
            </a:r>
            <a:r>
              <a:rPr lang="en-US" altLang="ko-KR" sz="1450" b="1">
                <a:solidFill>
                  <a:srgbClr val="6EC6FF"/>
                </a:solidFill>
                <a:latin typeface="Segoe UI"/>
              </a:rPr>
              <a:t>(</a:t>
            </a:r>
            <a:r>
              <a:rPr lang="en-US" sz="1450" b="1">
                <a:solidFill>
                  <a:srgbClr val="6EC6FF"/>
                </a:solidFill>
                <a:latin typeface="Segoe UI"/>
              </a:rPr>
              <a:t>Variable)</a:t>
            </a:r>
            <a:r>
              <a:rPr lang="ko-KR" altLang="en-US" sz="1450" b="1">
                <a:solidFill>
                  <a:srgbClr val="6EC6FF"/>
                </a:solidFill>
                <a:latin typeface="Segoe UI"/>
              </a:rPr>
              <a:t>의 역할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213" y="2971919"/>
            <a:ext cx="3199567" cy="73133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4" name="TextBox 33"/>
          <p:cNvSpPr txBox="1"/>
          <p:nvPr/>
        </p:nvSpPr>
        <p:spPr>
          <a:xfrm>
            <a:off x="8274752" y="3081618"/>
            <a:ext cx="2742486" cy="192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입력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FFFFFF"/>
                </a:solidFill>
                <a:latin typeface="Segoe UI"/>
              </a:rPr>
              <a:t>Input)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4752" y="3374152"/>
            <a:ext cx="2742486" cy="161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>
                <a:solidFill>
                  <a:srgbClr val="9CC4EE"/>
                </a:solidFill>
                <a:latin typeface="Segoe UI"/>
              </a:rPr>
              <a:t>트리거 시 토픽으로 전달되는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213" y="3840373"/>
            <a:ext cx="3199567" cy="73133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7" name="TextBox 36"/>
          <p:cNvSpPr txBox="1"/>
          <p:nvPr/>
        </p:nvSpPr>
        <p:spPr>
          <a:xfrm>
            <a:off x="8274752" y="3950072"/>
            <a:ext cx="2742486" cy="192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출력 </a:t>
            </a:r>
            <a:r>
              <a:rPr lang="en-US" altLang="ko-KR" sz="1250" b="1">
                <a:solidFill>
                  <a:srgbClr val="FFFFFF"/>
                </a:solidFill>
                <a:latin typeface="Segoe UI"/>
              </a:rPr>
              <a:t>(</a:t>
            </a:r>
            <a:r>
              <a:rPr lang="en-US" sz="1250" b="1">
                <a:solidFill>
                  <a:srgbClr val="FFFFFF"/>
                </a:solidFill>
                <a:latin typeface="Segoe UI"/>
              </a:rPr>
              <a:t>Output)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4752" y="4242606"/>
            <a:ext cx="2742486" cy="161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>
                <a:solidFill>
                  <a:srgbClr val="9CC4EE"/>
                </a:solidFill>
                <a:latin typeface="Segoe UI"/>
              </a:rPr>
              <a:t>토픽이 끝날 때 밖으로 넘기는 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213" y="4708826"/>
            <a:ext cx="3199567" cy="73133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0" name="TextBox 39"/>
          <p:cNvSpPr txBox="1"/>
          <p:nvPr/>
        </p:nvSpPr>
        <p:spPr>
          <a:xfrm>
            <a:off x="8274752" y="4818526"/>
            <a:ext cx="2742486" cy="192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토픽 변수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4752" y="5111059"/>
            <a:ext cx="2742486" cy="161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>
                <a:solidFill>
                  <a:srgbClr val="9CC4EE"/>
                </a:solidFill>
                <a:latin typeface="Segoe UI"/>
              </a:rPr>
              <a:t>해당 토픽 안에서만 유효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213" y="5577280"/>
            <a:ext cx="3199567" cy="731330"/>
          </a:xfrm>
          <a:prstGeom prst="roundRect">
            <a:avLst>
              <a:gd name="adj" fmla="val 10000"/>
            </a:avLst>
          </a:prstGeom>
          <a:solidFill>
            <a:srgbClr val="16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3" name="TextBox 42"/>
          <p:cNvSpPr txBox="1"/>
          <p:nvPr/>
        </p:nvSpPr>
        <p:spPr>
          <a:xfrm>
            <a:off x="8274752" y="5686980"/>
            <a:ext cx="2742486" cy="192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50" b="1">
                <a:solidFill>
                  <a:srgbClr val="FFFFFF"/>
                </a:solidFill>
                <a:latin typeface="Segoe UI"/>
              </a:rPr>
              <a:t>전역 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4752" y="5979513"/>
            <a:ext cx="2742486" cy="161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>
                <a:solidFill>
                  <a:srgbClr val="9CC4EE"/>
                </a:solidFill>
                <a:latin typeface="Segoe UI"/>
              </a:rPr>
              <a:t>대화 전체에서 공유되는 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8698" y="6418309"/>
            <a:ext cx="914162" cy="15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000">
                <a:solidFill>
                  <a:srgbClr val="9AA1AC"/>
                </a:solidFill>
                <a:latin typeface="Segoe UI"/>
              </a:rPr>
              <a:t>60</a:t>
            </a:r>
          </a:p>
        </p:txBody>
      </p:sp>
      <p:sp>
        <p:nvSpPr>
          <p:cNvPr id="45" name="Footer Placeholder 10">
            <a:extLst>
              <a:ext uri="{FF2B5EF4-FFF2-40B4-BE49-F238E27FC236}">
                <a16:creationId xmlns:a16="http://schemas.microsoft.com/office/drawing/2014/main" id="{59F8E3F9-1024-1F7D-45A7-0BED3749523A}"/>
              </a:ext>
            </a:extLst>
          </p:cNvPr>
          <p:cNvSpPr txBox="1">
            <a:spLocks/>
          </p:cNvSpPr>
          <p:nvPr/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BD452D-E07C-4996-2D71-FB7FD3D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 토픽 만들기 및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4B8756-D8E4-13E1-8F96-91BF099BD3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E14071B-D4EE-706F-B790-405ADBE83B74}"/>
              </a:ext>
            </a:extLst>
          </p:cNvPr>
          <p:cNvSpPr txBox="1">
            <a:spLocks/>
          </p:cNvSpPr>
          <p:nvPr/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07D465-5D56-0B41-96C4-901FFC24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Copilot Studio</a:t>
            </a:r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에서 토픽 추가</a:t>
            </a:r>
            <a:endParaRPr lang="en-US" sz="3000" b="1">
              <a:latin typeface="Segoe UI" panose="020B0702040204020203" pitchFamily="34" charset="0"/>
              <a:ea typeface="Segoe UI" panose="020B0503020000020004" pitchFamily="34" charset="-127"/>
            </a:endParaRPr>
          </a:p>
        </p:txBody>
      </p:sp>
      <p:grpSp>
        <p:nvGrpSpPr>
          <p:cNvPr id="44" name="Group 43" descr="Icon of a padlock">
            <a:extLst>
              <a:ext uri="{FF2B5EF4-FFF2-40B4-BE49-F238E27FC236}">
                <a16:creationId xmlns:a16="http://schemas.microsoft.com/office/drawing/2014/main" id="{377706F5-2697-B753-E4EF-F65411C0BFDE}"/>
              </a:ext>
            </a:extLst>
          </p:cNvPr>
          <p:cNvGrpSpPr/>
          <p:nvPr/>
        </p:nvGrpSpPr>
        <p:grpSpPr>
          <a:xfrm>
            <a:off x="589850" y="1546229"/>
            <a:ext cx="598490" cy="598574"/>
            <a:chOff x="-1064257" y="1455470"/>
            <a:chExt cx="814226" cy="81434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E770D2B-012C-0E1A-5E75-DBE512CF77A0}"/>
                </a:ext>
              </a:extLst>
            </p:cNvPr>
            <p:cNvSpPr/>
            <p:nvPr/>
          </p:nvSpPr>
          <p:spPr bwMode="auto">
            <a:xfrm>
              <a:off x="-1064257" y="1455470"/>
              <a:ext cx="814226" cy="814340"/>
            </a:xfrm>
            <a:prstGeom prst="ellipse">
              <a:avLst/>
            </a:prstGeom>
            <a:solidFill>
              <a:srgbClr val="FF5C39"/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12" name="Lock" title="Icon of a padlock">
              <a:extLst>
                <a:ext uri="{FF2B5EF4-FFF2-40B4-BE49-F238E27FC236}">
                  <a16:creationId xmlns:a16="http://schemas.microsoft.com/office/drawing/2014/main" id="{4040CEA9-E851-D7C5-81A3-2CAE4896CF7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800443" y="1662359"/>
              <a:ext cx="286598" cy="400562"/>
            </a:xfrm>
            <a:custGeom>
              <a:avLst/>
              <a:gdLst>
                <a:gd name="T0" fmla="*/ 239 w 239"/>
                <a:gd name="T1" fmla="*/ 335 h 335"/>
                <a:gd name="T2" fmla="*/ 0 w 239"/>
                <a:gd name="T3" fmla="*/ 335 h 335"/>
                <a:gd name="T4" fmla="*/ 0 w 239"/>
                <a:gd name="T5" fmla="*/ 157 h 335"/>
                <a:gd name="T6" fmla="*/ 239 w 239"/>
                <a:gd name="T7" fmla="*/ 157 h 335"/>
                <a:gd name="T8" fmla="*/ 239 w 239"/>
                <a:gd name="T9" fmla="*/ 335 h 335"/>
                <a:gd name="T10" fmla="*/ 196 w 239"/>
                <a:gd name="T11" fmla="*/ 157 h 335"/>
                <a:gd name="T12" fmla="*/ 196 w 239"/>
                <a:gd name="T13" fmla="*/ 75 h 335"/>
                <a:gd name="T14" fmla="*/ 121 w 239"/>
                <a:gd name="T15" fmla="*/ 0 h 335"/>
                <a:gd name="T16" fmla="*/ 46 w 239"/>
                <a:gd name="T17" fmla="*/ 75 h 335"/>
                <a:gd name="T18" fmla="*/ 46 w 239"/>
                <a:gd name="T19" fmla="*/ 15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9" h="335">
                  <a:moveTo>
                    <a:pt x="239" y="335"/>
                  </a:moveTo>
                  <a:cubicBezTo>
                    <a:pt x="0" y="335"/>
                    <a:pt x="0" y="335"/>
                    <a:pt x="0" y="335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239" y="157"/>
                    <a:pt x="239" y="157"/>
                    <a:pt x="239" y="157"/>
                  </a:cubicBezTo>
                  <a:lnTo>
                    <a:pt x="239" y="335"/>
                  </a:lnTo>
                  <a:close/>
                  <a:moveTo>
                    <a:pt x="196" y="157"/>
                  </a:moveTo>
                  <a:cubicBezTo>
                    <a:pt x="196" y="75"/>
                    <a:pt x="196" y="75"/>
                    <a:pt x="196" y="75"/>
                  </a:cubicBezTo>
                  <a:cubicBezTo>
                    <a:pt x="196" y="34"/>
                    <a:pt x="163" y="0"/>
                    <a:pt x="121" y="0"/>
                  </a:cubicBezTo>
                  <a:cubicBezTo>
                    <a:pt x="79" y="0"/>
                    <a:pt x="46" y="34"/>
                    <a:pt x="46" y="75"/>
                  </a:cubicBezTo>
                  <a:cubicBezTo>
                    <a:pt x="46" y="157"/>
                    <a:pt x="46" y="157"/>
                    <a:pt x="46" y="157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1F09B-0637-E15C-8757-C542203473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빈 항목</a:t>
            </a:r>
            <a:r>
              <a:rPr lang="en-US" altLang="ko-KR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트리거 문구를 추가하여 토픽 만들기</a:t>
            </a:r>
            <a:endParaRPr lang="en-US" sz="180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grpSp>
        <p:nvGrpSpPr>
          <p:cNvPr id="45" name="Group 44" descr="Icon of a shield with an exclamation point inside">
            <a:extLst>
              <a:ext uri="{FF2B5EF4-FFF2-40B4-BE49-F238E27FC236}">
                <a16:creationId xmlns:a16="http://schemas.microsoft.com/office/drawing/2014/main" id="{B8D8B15B-CB65-412E-997A-84A9C56FA702}"/>
              </a:ext>
            </a:extLst>
          </p:cNvPr>
          <p:cNvGrpSpPr/>
          <p:nvPr/>
        </p:nvGrpSpPr>
        <p:grpSpPr>
          <a:xfrm>
            <a:off x="589850" y="2590419"/>
            <a:ext cx="598490" cy="598574"/>
            <a:chOff x="-1064257" y="2470750"/>
            <a:chExt cx="814226" cy="81434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F169C97-0AFE-89BB-7E4C-A9DEC6300678}"/>
                </a:ext>
              </a:extLst>
            </p:cNvPr>
            <p:cNvSpPr/>
            <p:nvPr/>
          </p:nvSpPr>
          <p:spPr bwMode="auto">
            <a:xfrm>
              <a:off x="-1064257" y="2470750"/>
              <a:ext cx="814226" cy="814340"/>
            </a:xfrm>
            <a:prstGeom prst="ellipse">
              <a:avLst/>
            </a:prstGeom>
            <a:solidFill>
              <a:srgbClr val="C73ECC"/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7" name="shield_3" title="Icon of a shield with an exclamation point inside">
              <a:extLst>
                <a:ext uri="{FF2B5EF4-FFF2-40B4-BE49-F238E27FC236}">
                  <a16:creationId xmlns:a16="http://schemas.microsoft.com/office/drawing/2014/main" id="{04DCD9F5-D441-ECA2-310F-593832530CA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852327" y="2680101"/>
              <a:ext cx="390366" cy="395638"/>
            </a:xfrm>
            <a:custGeom>
              <a:avLst/>
              <a:gdLst>
                <a:gd name="T0" fmla="*/ 55 w 322"/>
                <a:gd name="T1" fmla="*/ 246 h 329"/>
                <a:gd name="T2" fmla="*/ 4 w 322"/>
                <a:gd name="T3" fmla="*/ 101 h 329"/>
                <a:gd name="T4" fmla="*/ 4 w 322"/>
                <a:gd name="T5" fmla="*/ 44 h 329"/>
                <a:gd name="T6" fmla="*/ 72 w 322"/>
                <a:gd name="T7" fmla="*/ 34 h 329"/>
                <a:gd name="T8" fmla="*/ 161 w 322"/>
                <a:gd name="T9" fmla="*/ 0 h 329"/>
                <a:gd name="T10" fmla="*/ 250 w 322"/>
                <a:gd name="T11" fmla="*/ 34 h 329"/>
                <a:gd name="T12" fmla="*/ 318 w 322"/>
                <a:gd name="T13" fmla="*/ 44 h 329"/>
                <a:gd name="T14" fmla="*/ 318 w 322"/>
                <a:gd name="T15" fmla="*/ 101 h 329"/>
                <a:gd name="T16" fmla="*/ 267 w 322"/>
                <a:gd name="T17" fmla="*/ 246 h 329"/>
                <a:gd name="T18" fmla="*/ 161 w 322"/>
                <a:gd name="T19" fmla="*/ 329 h 329"/>
                <a:gd name="T20" fmla="*/ 55 w 322"/>
                <a:gd name="T21" fmla="*/ 246 h 329"/>
                <a:gd name="T22" fmla="*/ 161 w 322"/>
                <a:gd name="T23" fmla="*/ 53 h 329"/>
                <a:gd name="T24" fmla="*/ 161 w 322"/>
                <a:gd name="T25" fmla="*/ 207 h 329"/>
                <a:gd name="T26" fmla="*/ 161 w 322"/>
                <a:gd name="T27" fmla="*/ 231 h 329"/>
                <a:gd name="T28" fmla="*/ 161 w 322"/>
                <a:gd name="T29" fmla="*/ 251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2" h="329">
                  <a:moveTo>
                    <a:pt x="55" y="246"/>
                  </a:moveTo>
                  <a:cubicBezTo>
                    <a:pt x="0" y="179"/>
                    <a:pt x="4" y="101"/>
                    <a:pt x="4" y="101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38" y="45"/>
                    <a:pt x="72" y="34"/>
                  </a:cubicBezTo>
                  <a:cubicBezTo>
                    <a:pt x="107" y="22"/>
                    <a:pt x="124" y="0"/>
                    <a:pt x="161" y="0"/>
                  </a:cubicBezTo>
                  <a:cubicBezTo>
                    <a:pt x="198" y="0"/>
                    <a:pt x="215" y="22"/>
                    <a:pt x="250" y="34"/>
                  </a:cubicBezTo>
                  <a:cubicBezTo>
                    <a:pt x="284" y="45"/>
                    <a:pt x="318" y="44"/>
                    <a:pt x="318" y="44"/>
                  </a:cubicBezTo>
                  <a:cubicBezTo>
                    <a:pt x="318" y="101"/>
                    <a:pt x="318" y="101"/>
                    <a:pt x="318" y="101"/>
                  </a:cubicBezTo>
                  <a:cubicBezTo>
                    <a:pt x="318" y="101"/>
                    <a:pt x="322" y="179"/>
                    <a:pt x="267" y="246"/>
                  </a:cubicBezTo>
                  <a:cubicBezTo>
                    <a:pt x="234" y="286"/>
                    <a:pt x="161" y="329"/>
                    <a:pt x="161" y="329"/>
                  </a:cubicBezTo>
                  <a:cubicBezTo>
                    <a:pt x="161" y="329"/>
                    <a:pt x="88" y="286"/>
                    <a:pt x="55" y="246"/>
                  </a:cubicBezTo>
                  <a:close/>
                  <a:moveTo>
                    <a:pt x="161" y="53"/>
                  </a:moveTo>
                  <a:cubicBezTo>
                    <a:pt x="161" y="207"/>
                    <a:pt x="161" y="207"/>
                    <a:pt x="161" y="207"/>
                  </a:cubicBezTo>
                  <a:moveTo>
                    <a:pt x="161" y="231"/>
                  </a:moveTo>
                  <a:cubicBezTo>
                    <a:pt x="161" y="251"/>
                    <a:pt x="161" y="251"/>
                    <a:pt x="161" y="251"/>
                  </a:cubicBezTo>
                </a:path>
              </a:pathLst>
            </a:custGeom>
            <a:noFill/>
            <a:ln w="15875" cap="sq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0962CEF-BA61-33E4-E35E-BF38F69DDA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Copilot</a:t>
            </a: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을 사용하여 설명에서</a:t>
            </a:r>
            <a:r>
              <a:rPr lang="en-US" altLang="ko-KR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자연어로 토픽을 작성</a:t>
            </a:r>
          </a:p>
        </p:txBody>
      </p:sp>
      <p:sp>
        <p:nvSpPr>
          <p:cNvPr id="46" name="Footer Placeholder 10">
            <a:extLst>
              <a:ext uri="{FF2B5EF4-FFF2-40B4-BE49-F238E27FC236}">
                <a16:creationId xmlns:a16="http://schemas.microsoft.com/office/drawing/2014/main" id="{98D09561-FD4E-3066-64C2-824D667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자연어를 사용하여 토픽 작성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85636" y="1594157"/>
            <a:ext cx="5653100" cy="307777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설명에서 만들기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87826" y="2085765"/>
            <a:ext cx="5650729" cy="129061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자연어로 토픽 설명</a:t>
            </a:r>
          </a:p>
          <a:p>
            <a:pPr marL="0" indent="0">
              <a:buNone/>
            </a:pPr>
            <a:endParaRPr lang="en-GB" sz="800">
              <a:latin typeface="Segoe UI" panose="020B0502040204020203" pitchFamily="34" charset="0"/>
              <a:ea typeface="Segoe UI" panose="020B0503020000020004" pitchFamily="34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대화형 응답 및 여러 유형의 노드를 사용하여 토픽 생성</a:t>
            </a: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8" name="Picture Placeholder 10" descr="Screenshot of create topic from description with Copilot dialof">
            <a:extLst>
              <a:ext uri="{FF2B5EF4-FFF2-40B4-BE49-F238E27FC236}">
                <a16:creationId xmlns:a16="http://schemas.microsoft.com/office/drawing/2014/main" id="{D2FE1005-A0F0-7A44-07B9-B61F6BE4B303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l="6618" t="14780" r="-87" b="-684"/>
          <a:stretch>
            <a:fillRect/>
          </a:stretch>
        </p:blipFill>
        <p:spPr>
          <a:xfrm>
            <a:off x="6681832" y="1532651"/>
            <a:ext cx="5180201" cy="2844742"/>
          </a:xfrm>
          <a:noFill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047B-7B8D-3046-A557-5223F799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자연어를 사용하여 노드 업데이트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A22E9-53BE-9050-73EE-93C3B4D7D6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28903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변경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EACAB-4A99-6492-7112-E49E1294CE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0389" y="1794102"/>
            <a:ext cx="5443921" cy="2395528"/>
          </a:xfrm>
        </p:spPr>
        <p:txBody>
          <a:bodyPr/>
          <a:lstStyle/>
          <a:p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Copilot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아이콘 선택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노드를 선택하여 노드 변경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노드를 추가할 캔버스 선택</a:t>
            </a:r>
          </a:p>
          <a:p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Copilot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으로 편집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변경하려는 내용 설명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단순하고 쉬운 언어를 사용하여 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AI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지시</a:t>
            </a:r>
          </a:p>
        </p:txBody>
      </p:sp>
      <p:pic>
        <p:nvPicPr>
          <p:cNvPr id="8" name="Picture 7" descr="Screenshot of Edit with Copilot icon">
            <a:extLst>
              <a:ext uri="{FF2B5EF4-FFF2-40B4-BE49-F238E27FC236}">
                <a16:creationId xmlns:a16="http://schemas.microsoft.com/office/drawing/2014/main" id="{228ABD71-36AB-19B2-FB98-6B3EC4ABC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71"/>
          <a:stretch>
            <a:fillRect/>
          </a:stretch>
        </p:blipFill>
        <p:spPr>
          <a:xfrm>
            <a:off x="7172587" y="1566650"/>
            <a:ext cx="4055336" cy="6857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Placeholder 6" descr="Screenshot of  Edit with Copilot pane">
            <a:extLst>
              <a:ext uri="{FF2B5EF4-FFF2-40B4-BE49-F238E27FC236}">
                <a16:creationId xmlns:a16="http://schemas.microsoft.com/office/drawing/2014/main" id="{D38E2B3C-D83A-C3E9-FA30-5450A14FAE83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/>
          <a:stretch>
            <a:fillRect/>
          </a:stretch>
        </p:blipFill>
        <p:spPr>
          <a:xfrm>
            <a:off x="7210570" y="2448941"/>
            <a:ext cx="3318446" cy="3089851"/>
          </a:xfrm>
          <a:ln>
            <a:solidFill>
              <a:schemeClr val="accent1"/>
            </a:solidFill>
          </a:ln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DE1ED1C0-AC49-B64D-1C30-C9E5FC4F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876" y="6421083"/>
            <a:ext cx="4150231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9537-2657-42F9-AB16-1E0D432A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데모 </a:t>
            </a:r>
            <a:r>
              <a:rPr lang="en-US" altLang="ko-KR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- Copilot</a:t>
            </a:r>
            <a:r>
              <a:rPr lang="ko-KR" altLang="en-US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을 사용하여 토픽 만들기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3A10E-BDCC-922A-A7BD-16959A6161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0EB1C8-95E3-F1DD-F683-21A4F67A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데모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160231-4BBA-A73B-6924-B59EAFE10B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669" y="1712014"/>
            <a:ext cx="3675492" cy="615553"/>
          </a:xfrm>
        </p:spPr>
        <p:txBody>
          <a:bodyPr>
            <a:normAutofit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예</a:t>
            </a:r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: Copilot </a:t>
            </a:r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사용하여 만든 토픽</a:t>
            </a: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5" name="Picture Placeholder 9" descr="Screenshot of a topic created with Copilot showing a trigger with phrases, and two question nodes">
            <a:extLst>
              <a:ext uri="{FF2B5EF4-FFF2-40B4-BE49-F238E27FC236}">
                <a16:creationId xmlns:a16="http://schemas.microsoft.com/office/drawing/2014/main" id="{3D85CA07-A9EF-84CF-B6A4-84E1142C7B9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tretch>
            <a:fillRect/>
          </a:stretch>
        </p:blipFill>
        <p:spPr>
          <a:xfrm>
            <a:off x="4546806" y="966756"/>
            <a:ext cx="7058520" cy="4990594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9EA3-1270-4697-3FF7-98655CA2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토픽 세부 정보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4EC97-CEBF-B1B7-A831-3149F2152E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554521"/>
            <a:ext cx="3174143" cy="246221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생성형 </a:t>
            </a:r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AI </a:t>
            </a:r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오케스트레이션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E7FE5-4C15-78C6-4217-3FAD1DF49C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4"/>
            <a:ext cx="3172811" cy="1363450"/>
          </a:xfrm>
        </p:spPr>
        <p:txBody>
          <a:bodyPr/>
          <a:lstStyle/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이름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설명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모델 표시 이름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모델 설명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879F4B96-9A89-39B6-C1DC-0FBC061B2EF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l="252" r="-973"/>
          <a:stretch>
            <a:fillRect/>
          </a:stretch>
        </p:blipFill>
        <p:spPr bwMode="ltGray">
          <a:xfrm>
            <a:off x="3118934" y="1828333"/>
            <a:ext cx="9073066" cy="3862507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  <p:pic>
        <p:nvPicPr>
          <p:cNvPr id="7" name="그림 6" descr="On&#10;&#10;AI 생성 콘텐츠는 정확하지 않을 수 있습니다.">
            <a:extLst>
              <a:ext uri="{FF2B5EF4-FFF2-40B4-BE49-F238E27FC236}">
                <a16:creationId xmlns:a16="http://schemas.microsoft.com/office/drawing/2014/main" id="{F150E686-E40B-0408-03F7-2831F706A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8782" y="5718431"/>
            <a:ext cx="2326921" cy="10280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35C0-96CE-0424-5975-40F96373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트리거 문구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F4819-2606-A5C7-770E-1724C543C4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cs typeface="Segoe UI"/>
              </a:rPr>
              <a:t>클래식 오케스트레이션</a:t>
            </a:r>
            <a:endParaRPr lang="en-GB" sz="2000" b="1">
              <a:solidFill>
                <a:srgbClr val="000000"/>
              </a:solidFill>
              <a:latin typeface="Segoe UI" panose="020B0702040204020203" pitchFamily="34" charset="0"/>
              <a:cs typeface="Segoe UI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35F28-6375-65DA-7126-0CA550B207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4"/>
            <a:ext cx="3172811" cy="313932"/>
          </a:xfrm>
        </p:spPr>
        <p:txBody>
          <a:bodyPr/>
          <a:lstStyle/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트리거 문구를 수동으로 추가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12" name="Picture Placeholder 6">
            <a:extLst>
              <a:ext uri="{FF2B5EF4-FFF2-40B4-BE49-F238E27FC236}">
                <a16:creationId xmlns:a16="http://schemas.microsoft.com/office/drawing/2014/main" id="{113C60E9-39E9-C2DD-EA56-BA0B6A38A4E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l="947" r="947"/>
          <a:stretch/>
        </p:blipFill>
        <p:spPr>
          <a:xfrm>
            <a:off x="4394167" y="1529284"/>
            <a:ext cx="7535863" cy="44307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0E163C9-9EB0-0BEB-45D5-372F44F781B5}"/>
              </a:ext>
            </a:extLst>
          </p:cNvPr>
          <p:cNvSpPr/>
          <p:nvPr/>
        </p:nvSpPr>
        <p:spPr bwMode="auto">
          <a:xfrm>
            <a:off x="8724263" y="1529283"/>
            <a:ext cx="3205767" cy="442599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BD452D-E07C-4996-2D71-FB7FD3D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토픽에 대화 노드 추가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19E16F-56E5-2251-9C72-903F11A56F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AFFAC6-4ED8-CBAD-B8EA-40792D6F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 형식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81C53EE-2B8B-4268-305C-249E883C29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89850" y="151924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225C51-B552-B1E5-AB57-078F68CD95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메시지 전송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사용자에게 메시지를 표시하며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선택적으로 서식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이미지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비디오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카드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빠른 답장을 제공합니다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B469091-D4C6-B79F-B559-D8F9B3D80306}"/>
              </a:ext>
            </a:extLst>
          </p:cNvPr>
          <p:cNvSpPr/>
          <p:nvPr/>
        </p:nvSpPr>
        <p:spPr bwMode="auto">
          <a:xfrm>
            <a:off x="589850" y="2378697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589915-8057-31FA-F40F-7FE4BBF5CA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질문하기 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/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적응형 카드로 질문하기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사용자의 정보를 캡처하여 변수에 질문 또는 적응형 카드로 저장합니다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3F01013-09B0-89F1-A879-8ADF77FB7898}"/>
              </a:ext>
            </a:extLst>
          </p:cNvPr>
          <p:cNvSpPr/>
          <p:nvPr/>
        </p:nvSpPr>
        <p:spPr bwMode="auto">
          <a:xfrm>
            <a:off x="589850" y="3238145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0D296B-6D3E-E30F-DA4B-50A85DA06F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조건 추가 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/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관리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흐름을 분기하고 변수 값을 설정 또는 파싱하거나 지웁니다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8DA1A3BC-A795-DB5F-969B-72290D57E029}"/>
              </a:ext>
            </a:extLst>
          </p:cNvPr>
          <p:cNvSpPr/>
          <p:nvPr/>
        </p:nvSpPr>
        <p:spPr bwMode="auto">
          <a:xfrm>
            <a:off x="589850" y="4097593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9DCC00-E8AC-2016-1FFB-EF002AB535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관리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다른 토픽으로 리디렉션하거나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라이브 에이전트로 전환하거나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또는 대화를 종료합니다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70BA3693-E71E-1FE7-B5D1-0F2F142D7D56}"/>
              </a:ext>
            </a:extLst>
          </p:cNvPr>
          <p:cNvSpPr/>
          <p:nvPr/>
        </p:nvSpPr>
        <p:spPr bwMode="auto">
          <a:xfrm>
            <a:off x="589850" y="4957041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5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864A54-4D08-0F46-87EB-674F4D3F74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도구 추가 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/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 추가 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/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고급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워크플로 또는 도구를 호출하거나 다른 에이전트를 호출하거나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생성형 답변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HTTP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요청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이벤트를 사용합니다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B5E632-AF14-088E-2166-B7C97F18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노드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CDF2CB-D763-1DB6-D9AC-94CC3160CB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 추가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6BEC3-FBA0-2AE2-9F0E-1FB3F0FC9E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2082" y="1692000"/>
            <a:ext cx="5341445" cy="1290610"/>
          </a:xfrm>
        </p:spPr>
        <p:txBody>
          <a:bodyPr/>
          <a:lstStyle/>
          <a:p>
            <a:r>
              <a:rPr lang="ko-KR" altLang="en-US" sz="2000">
                <a:solidFill>
                  <a:srgbClr val="161616"/>
                </a:solidFill>
                <a:highlight>
                  <a:srgbClr val="FFFFFF"/>
                </a:highlight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노드는 토픽의 대화 경로에 삽입할 수 있는 고객 상호 작용 또는 작업을 나타냅니다</a:t>
            </a:r>
            <a:r>
              <a:rPr lang="en-US" altLang="ko-KR" sz="2000">
                <a:solidFill>
                  <a:srgbClr val="161616"/>
                </a:solidFill>
                <a:highlight>
                  <a:srgbClr val="FFFFFF"/>
                </a:highlight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marL="0" indent="0">
              <a:buNone/>
            </a:pPr>
            <a:endParaRPr lang="en-GB" sz="800">
              <a:solidFill>
                <a:srgbClr val="161616"/>
              </a:solidFill>
              <a:highlight>
                <a:srgbClr val="FFFFFF"/>
              </a:highlight>
              <a:latin typeface="Segoe UI" panose="020B0502040204020203" pitchFamily="34" charset="0"/>
              <a:ea typeface="Segoe UI" panose="020B0503020000020004" pitchFamily="34" charset="-127"/>
            </a:endParaRPr>
          </a:p>
          <a:p>
            <a:r>
              <a:rPr lang="en-US" altLang="ko-KR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+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아이콘을 클릭하여 노드 추가</a:t>
            </a:r>
          </a:p>
        </p:txBody>
      </p:sp>
      <p:sp>
        <p:nvSpPr>
          <p:cNvPr id="102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4" name="Picture 2" descr="Screenshot of adding a node to a topic">
            <a:extLst>
              <a:ext uri="{FF2B5EF4-FFF2-40B4-BE49-F238E27FC236}">
                <a16:creationId xmlns:a16="http://schemas.microsoft.com/office/drawing/2014/main" id="{F164F89F-8E60-E745-6BE1-2269A24332AD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/>
          <a:stretch>
            <a:fillRect/>
          </a:stretch>
        </p:blipFill>
        <p:spPr bwMode="auto">
          <a:xfrm>
            <a:off x="6874226" y="972436"/>
            <a:ext cx="4403594" cy="449101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4A844F-FA9F-8F0A-86F3-D66D9848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메시지 노드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560B93-50E0-D4F2-1AE6-D275101B47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273934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메시지 속성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0D95CE-EC23-8FCB-52EA-D2A9CD601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645" y="1841399"/>
            <a:ext cx="5028934" cy="4847481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텍스트 상자에 에이전트가 보낼 메시지를 입력합니다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marL="0" indent="0">
              <a:buNone/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노드의 메뉴 모음에 있는 도구를 사용하여 다음 작업을 수행합니다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기본 서식 적용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굵게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기울임꼴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글머리 기호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번호 매기기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)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삽입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메시지 변형 추가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이미지 삽입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비디오 삽입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기본 카드 추가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적응형 카드 추가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빠른 회신 추가</a:t>
            </a: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4" name="Picture Placeholder 10">
            <a:extLst>
              <a:ext uri="{FF2B5EF4-FFF2-40B4-BE49-F238E27FC236}">
                <a16:creationId xmlns:a16="http://schemas.microsoft.com/office/drawing/2014/main" id="{FC196DE8-8FE1-0385-30A7-C017A2E35459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/>
          <a:stretch/>
        </p:blipFill>
        <p:spPr bwMode="ltGray">
          <a:xfrm>
            <a:off x="6686613" y="1841399"/>
            <a:ext cx="5187378" cy="2689245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9005F-1B2C-2650-055D-5DD896A9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노드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EEA1DA-16D3-2BCA-4038-99097992D3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273934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속성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8F6EF8-D593-0E85-BC23-5536AAC69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645" y="1841399"/>
            <a:ext cx="5028934" cy="2400657"/>
          </a:xfrm>
        </p:spPr>
        <p:txBody>
          <a:bodyPr/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질문하기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사용자에게 제시하려는 질문 텍스트입니다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식별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사용자의 응답에서 에이전트가 수신 대기해야 하는 항목을 정의합니다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lvl="1"/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사용자의 전체 응답</a:t>
            </a:r>
          </a:p>
          <a:p>
            <a:pPr lvl="1"/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Entity</a:t>
            </a:r>
          </a:p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다른 이름으로 응답 저장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</a:t>
            </a:r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4" name="Picture Placeholder 11" descr="Screenshot of Question node">
            <a:extLst>
              <a:ext uri="{FF2B5EF4-FFF2-40B4-BE49-F238E27FC236}">
                <a16:creationId xmlns:a16="http://schemas.microsoft.com/office/drawing/2014/main" id="{89E35407-8EDF-4901-EAA7-749E7303D95E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tretch>
            <a:fillRect/>
          </a:stretch>
        </p:blipFill>
        <p:spPr>
          <a:xfrm>
            <a:off x="6176704" y="996691"/>
            <a:ext cx="4515373" cy="4397849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497F-28E2-B193-2920-226C573D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노드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02A7B-EA3F-5A24-7806-F8C9AA6D49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동작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30DDE-5FCD-35C3-E127-04E0732E03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310" y="1754688"/>
            <a:ext cx="3172811" cy="1990288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건너뛰기 동작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메시지 다시 표시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추가 엔터티 유효성 검사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유효한 엔터티 없음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중단</a:t>
            </a:r>
          </a:p>
        </p:txBody>
      </p:sp>
      <p:sp>
        <p:nvSpPr>
          <p:cNvPr id="2051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question behavior properties pane.">
            <a:extLst>
              <a:ext uri="{FF2B5EF4-FFF2-40B4-BE49-F238E27FC236}">
                <a16:creationId xmlns:a16="http://schemas.microsoft.com/office/drawing/2014/main" id="{F12798B3-1128-E5E1-4766-0F7D16169788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5933" y="1459646"/>
            <a:ext cx="7012096" cy="412277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FCC7-15E8-4F33-ABE3-54558850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적응형 카드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FC321-8C1D-68AF-1ADB-31A5A6C4E2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9851" y="1231200"/>
            <a:ext cx="3172811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적응형 카드 속성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56B1E-20A5-D0C5-5FDE-C85B94DABB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851" y="1746806"/>
            <a:ext cx="3172811" cy="1328569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카드에 대한 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JSON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정의</a:t>
            </a:r>
          </a:p>
          <a:p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JSON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은 주변 환경에 자동으로 적응하는 기본 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UI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로 변환됩니다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3075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a Message node with an Adaptive Card, with the Expand icon highlighted.">
            <a:extLst>
              <a:ext uri="{FF2B5EF4-FFF2-40B4-BE49-F238E27FC236}">
                <a16:creationId xmlns:a16="http://schemas.microsoft.com/office/drawing/2014/main" id="{FF5CAD94-21F4-4F32-A97F-C08383542CF8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2056" y="1407009"/>
            <a:ext cx="6878090" cy="404398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E763-3EA5-23BE-ACA3-CFCB4692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관리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75E6D-BE23-CED0-BB21-B19E0A79C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73935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간의 흐름 제어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0A865-D3D5-E7E4-463C-91EFBB2BD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4"/>
            <a:ext cx="3172811" cy="2395528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다른 토픽으로 이동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단계로 이동</a:t>
            </a:r>
            <a:endParaRPr lang="en-GB" sz="2000">
              <a:latin typeface="Segoe UI" panose="020B0502040204020203" pitchFamily="34" charset="0"/>
              <a:ea typeface="Segoe UI" panose="020B0503020000020004" pitchFamily="34" charset="-127"/>
            </a:endParaRP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현재 토픽 종료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모든 토픽 종료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전송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종료</a:t>
            </a:r>
          </a:p>
        </p:txBody>
      </p:sp>
      <p:sp>
        <p:nvSpPr>
          <p:cNvPr id="4099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the select a topic pop up.">
            <a:extLst>
              <a:ext uri="{FF2B5EF4-FFF2-40B4-BE49-F238E27FC236}">
                <a16:creationId xmlns:a16="http://schemas.microsoft.com/office/drawing/2014/main" id="{5322D70A-D4BE-81DF-B298-5440B421F491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291" y="1413961"/>
            <a:ext cx="6854441" cy="403007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3D1F-E874-3946-FBA2-7937CC00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50" y="585216"/>
            <a:ext cx="11044938" cy="307648"/>
          </a:xfrm>
        </p:spPr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조건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4C431-F88F-C5BE-780C-DB91F57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분기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844F1-4EF0-3634-501B-C28B7F9129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46806"/>
            <a:ext cx="3172811" cy="885371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변수와 값 비교</a:t>
            </a:r>
          </a:p>
          <a:p>
            <a:endParaRPr lang="en-GB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A screenshot of bot conversation branches.">
            <a:extLst>
              <a:ext uri="{FF2B5EF4-FFF2-40B4-BE49-F238E27FC236}">
                <a16:creationId xmlns:a16="http://schemas.microsoft.com/office/drawing/2014/main" id="{89496423-290C-BE3E-7582-DC5BE2C0CFE7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71337" y="1213644"/>
            <a:ext cx="7535863" cy="443071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0113-4DA8-41CE-5712-74A839FD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50" y="585216"/>
            <a:ext cx="11044938" cy="307648"/>
          </a:xfrm>
        </p:spPr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도구 노드 추가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4A5DB-FF44-0BDF-C61C-16BB872F1F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탭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FDFCD-ED13-8C56-8DBF-8B8939D74C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46805"/>
            <a:ext cx="3172811" cy="1179810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기본 도구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커넥터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도구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02CE8A-29B5-6FF8-932E-D1B71C5405CB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/>
          <a:stretch/>
        </p:blipFill>
        <p:spPr bwMode="auto">
          <a:xfrm>
            <a:off x="4714577" y="1213644"/>
            <a:ext cx="6249380" cy="443071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9537-2657-42F9-AB16-1E0D432A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13448"/>
            <a:ext cx="6345239" cy="615553"/>
          </a:xfrm>
        </p:spPr>
        <p:txBody>
          <a:bodyPr wrap="square" anchor="ctr">
            <a:normAutofit/>
          </a:bodyPr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데모 </a:t>
            </a:r>
            <a:r>
              <a:rPr lang="en-US" altLang="ko-KR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– </a:t>
            </a:r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 추가</a:t>
            </a:r>
            <a:endParaRPr lang="en-US" sz="3000" b="1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918" y="6421100"/>
            <a:ext cx="4150187" cy="197968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BD452D-E07C-4996-2D71-FB7FD3D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관리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75509C-CAD1-3E59-2BAE-61F765C200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91D6-C5CD-691E-3F6C-631AF697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Copilot Studio</a:t>
            </a:r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에서 작성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A660E-2B65-C48B-05C2-A8AF0FD841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토픽 모범 사례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4858E-0B2F-41BB-DB4C-D5648B1D6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310" y="1691627"/>
            <a:ext cx="3172811" cy="2821285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컨텍스트에 따라 관리 및 유지 관리가 가능한 방식으로 토픽을 만들고 구성합니다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적당한 크기의 토픽 만들기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재사용 가능한 토픽 만들기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중복 방지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엔터티를 사용하여 토픽 수 줄이기</a:t>
            </a:r>
          </a:p>
        </p:txBody>
      </p:sp>
      <p:sp>
        <p:nvSpPr>
          <p:cNvPr id="102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1F94FC-F7FA-7D75-A3D8-DE1AA7305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354974" y="1231201"/>
            <a:ext cx="7250667" cy="506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16BE70-F282-DB2E-0F2C-88A91B906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관리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B824B-ABCE-7E6F-8896-0CDC5CE187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삭제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65379-09CB-11C5-3A7F-83F3CAAD1B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4"/>
            <a:ext cx="5217510" cy="313932"/>
          </a:xfrm>
        </p:spPr>
        <p:txBody>
          <a:bodyPr/>
          <a:lstStyle/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필요하지 않은  제거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D8459E-A9F0-2808-9AD2-B3C3E096C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2558" y="1594155"/>
            <a:ext cx="5219700" cy="24384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사용 안 함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03B842-91CA-F2BE-6982-476924D8B1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2558" y="2085764"/>
            <a:ext cx="5187106" cy="313932"/>
          </a:xfrm>
        </p:spPr>
        <p:txBody>
          <a:bodyPr/>
          <a:lstStyle/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필요하지 않은 토픽 끄기</a:t>
            </a: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15" name="Picture 14" descr="Screenshot of deleting a topic">
            <a:extLst>
              <a:ext uri="{FF2B5EF4-FFF2-40B4-BE49-F238E27FC236}">
                <a16:creationId xmlns:a16="http://schemas.microsoft.com/office/drawing/2014/main" id="{7F2AAAE3-1B17-4DE4-160A-8177F231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9" y="2530551"/>
            <a:ext cx="3499285" cy="2832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Screenshot of topic and their status">
            <a:extLst>
              <a:ext uri="{FF2B5EF4-FFF2-40B4-BE49-F238E27FC236}">
                <a16:creationId xmlns:a16="http://schemas.microsoft.com/office/drawing/2014/main" id="{6A0E288F-2AC1-AFE8-E2FE-899AF28D8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488" y="2530551"/>
            <a:ext cx="5938892" cy="29358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BD452D-E07C-4996-2D71-FB7FD3D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 작업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C69B198-B7E5-BB9B-DC41-E634253DFC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68834B-960B-6570-EF9A-AA2A7CEF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</a:t>
            </a:r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8" name="Picture 4" descr="Screenshot of the pre-built entity city.">
            <a:extLst>
              <a:ext uri="{FF2B5EF4-FFF2-40B4-BE49-F238E27FC236}">
                <a16:creationId xmlns:a16="http://schemas.microsoft.com/office/drawing/2014/main" id="{4823BC99-0A37-1D49-1779-36FEE57C6B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389" y="1359792"/>
            <a:ext cx="10331980" cy="363233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8A69-EEBE-7E8F-613A-A6B498C2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 사용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D817E-9BD9-4C95-1600-25B001CE9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노드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B7853-3C3E-1285-1E30-87B40E1623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310" y="1728000"/>
            <a:ext cx="3172811" cy="1605568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식별할 엔티티 선택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에이전트는 엔터티를 스마트하게 인식하고 사용자 입력에서 관련 정보를 추출하여 변수에 저장합니다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2051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a user variable question node.">
            <a:extLst>
              <a:ext uri="{FF2B5EF4-FFF2-40B4-BE49-F238E27FC236}">
                <a16:creationId xmlns:a16="http://schemas.microsoft.com/office/drawing/2014/main" id="{E7BB6033-AD9C-2065-206A-8413D6D65766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410" y="1207901"/>
            <a:ext cx="4553907" cy="37121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D5001E-A833-6FE3-EFB0-A34E4913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미리 빌드된 엔터티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0C3EE1-FE54-E32F-01B7-C795C25BDB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1"/>
            <a:ext cx="2148185" cy="615553"/>
          </a:xfrm>
        </p:spPr>
        <p:txBody>
          <a:bodyPr>
            <a:normAutofit lnSpcReduction="1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일반적으로 사용되는 정보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63D269-1C08-347E-879E-209D14F02A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8000"/>
            <a:ext cx="3172811" cy="1990288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사람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위치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숫자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날짜 및 시간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색</a:t>
            </a:r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40D5704A-8C71-2DFE-001F-9C22BB709769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30" b="230"/>
          <a:stretch/>
        </p:blipFill>
        <p:spPr>
          <a:xfrm>
            <a:off x="3335803" y="1231201"/>
            <a:ext cx="8452624" cy="44307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EE17-ED17-F3FE-FE8D-9490103F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닫힌 목록 엔터티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1846F-A1C6-41D7-0D05-6F5E75198E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1238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항목 목록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BC3FB-A6D6-2CC9-7D11-3B770AF2AC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9310" y="1786220"/>
            <a:ext cx="3172811" cy="774571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이름 추가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동의어 추가 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9" name="Picture 2" descr="Screenshot of a closed list entity.">
            <a:extLst>
              <a:ext uri="{FF2B5EF4-FFF2-40B4-BE49-F238E27FC236}">
                <a16:creationId xmlns:a16="http://schemas.microsoft.com/office/drawing/2014/main" id="{DFA553A5-9B44-310E-914D-8F5717A566C8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3904" y="831438"/>
            <a:ext cx="6381993" cy="502879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AFD7-3D7B-3261-CCF4-C08A25BE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닫힌 목록 엔터티 사용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B84DF-A7A7-F5BC-26B3-4FF36089BA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노드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83BD5-B879-6915-99F8-C012FA804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28001"/>
            <a:ext cx="3172811" cy="1328569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식별을 위해 닫힌 목록 엔터티 선택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엔티티에서 목록 값을 선택해야 함 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9" name="Picture Placeholder 6" descr="Screenshot of question node with a closed entity list used for identify">
            <a:extLst>
              <a:ext uri="{FF2B5EF4-FFF2-40B4-BE49-F238E27FC236}">
                <a16:creationId xmlns:a16="http://schemas.microsoft.com/office/drawing/2014/main" id="{BDDC903C-28D3-76B6-F482-81AB0CD3C9F3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14386" b="14386"/>
          <a:stretch>
            <a:fillRect/>
          </a:stretch>
        </p:blipFill>
        <p:spPr>
          <a:xfrm>
            <a:off x="4833719" y="1385361"/>
            <a:ext cx="6420890" cy="3775171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405D6-1601-00EF-658C-CB0E0D0E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 지정 엔터티 만들기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4D505-FC24-AB3D-7DE3-7A7C8E583B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 형식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5EE3E-DA2D-08D6-945F-124227B919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31041"/>
            <a:ext cx="3172811" cy="774571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닫힌 목록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정규식</a:t>
            </a:r>
          </a:p>
        </p:txBody>
      </p:sp>
      <p:sp>
        <p:nvSpPr>
          <p:cNvPr id="4099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the entity creation window, with the Closed list option highlighted.">
            <a:extLst>
              <a:ext uri="{FF2B5EF4-FFF2-40B4-BE49-F238E27FC236}">
                <a16:creationId xmlns:a16="http://schemas.microsoft.com/office/drawing/2014/main" id="{8F5FEF3F-E97C-B8D2-5CFC-752B95D275A7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2841" y="1316116"/>
            <a:ext cx="6714359" cy="39477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E5BD-DF19-6F63-AA72-F6F72CA6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정규식 엔터티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A0ED1-18BE-B5E6-12F6-B76C22A49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Regex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BF41B-D4F1-9403-1C5A-D3D7CBA140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645" y="1728000"/>
            <a:ext cx="7304252" cy="2120068"/>
          </a:xfrm>
        </p:spPr>
        <p:txBody>
          <a:bodyPr/>
          <a:lstStyle/>
          <a:p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regex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패턴 지정</a:t>
            </a:r>
          </a:p>
          <a:p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.NET 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정규식 구문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 사례</a:t>
            </a:r>
          </a:p>
          <a:p>
            <a:pPr marL="273600" lvl="1" indent="-136800"/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특정 문자 패턴 찾기</a:t>
            </a:r>
          </a:p>
          <a:p>
            <a:pPr marL="273600" lvl="1" indent="-136800"/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텍스트의 유효성을 검사하여 미리 정의된 패턴과 일치하는지 확인하기</a:t>
            </a:r>
          </a:p>
          <a:p>
            <a:pPr marL="273600" lvl="1" indent="-136800"/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텍스트 하위 문자열 추출</a:t>
            </a:r>
            <a:r>
              <a:rPr lang="en-US" altLang="ko-KR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편집</a:t>
            </a:r>
            <a:r>
              <a:rPr lang="en-US" altLang="ko-KR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sz="18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바꾸기 또는 삭제</a:t>
            </a:r>
          </a:p>
        </p:txBody>
      </p:sp>
      <p:sp>
        <p:nvSpPr>
          <p:cNvPr id="5123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the regex entity pane.">
            <a:extLst>
              <a:ext uri="{FF2B5EF4-FFF2-40B4-BE49-F238E27FC236}">
                <a16:creationId xmlns:a16="http://schemas.microsoft.com/office/drawing/2014/main" id="{51428713-1F94-35FB-4826-CDBC3E7AD83A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7058" y="496614"/>
            <a:ext cx="2172378" cy="53741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BD452D-E07C-4996-2D71-FB7FD3DF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Copilot Studio </a:t>
            </a:r>
            <a:r>
              <a:rPr lang="ko-KR" altLang="en-US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에이전트에서 </a:t>
            </a:r>
            <a:br>
              <a:rPr lang="en-US" altLang="ko-KR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</a:br>
            <a:r>
              <a:rPr lang="ko-KR" altLang="en-US" sz="3000" b="1">
                <a:solidFill>
                  <a:srgbClr val="091F2E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변수 사용하기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6214E8-0BC4-4A44-F4A8-48BCCEA791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F40B-982B-DBBC-C5E8-10E4A0A7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만들기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A7E81-1C8E-0770-5948-2405D33EA4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 노드 만들기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83FBF-5ACC-19B7-0F82-7E0DC464D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3727" y="1728001"/>
            <a:ext cx="3172811" cy="774571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자동으로 만들기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이름 바꾸기</a:t>
            </a:r>
          </a:p>
        </p:txBody>
      </p:sp>
      <p:sp>
        <p:nvSpPr>
          <p:cNvPr id="7171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the defined variable.">
            <a:extLst>
              <a:ext uri="{FF2B5EF4-FFF2-40B4-BE49-F238E27FC236}">
                <a16:creationId xmlns:a16="http://schemas.microsoft.com/office/drawing/2014/main" id="{6D22F9DC-CA5B-FEC4-F24D-D8167610E3D2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3061" y="1755928"/>
            <a:ext cx="6754529" cy="300787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90B2-BC53-0403-281D-09104C04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변수 사용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9D563-0CC9-B610-B2EF-111E5CE4C9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{x} </a:t>
            </a:r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아이콘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9AF3B-F161-E501-FB9A-EB5D2EAA66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70454"/>
            <a:ext cx="3172811" cy="369332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노드에 변수 삽입</a:t>
            </a:r>
          </a:p>
        </p:txBody>
      </p:sp>
      <p:sp>
        <p:nvSpPr>
          <p:cNvPr id="614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2" descr="Screenshot of the copilot variable settings.">
            <a:extLst>
              <a:ext uri="{FF2B5EF4-FFF2-40B4-BE49-F238E27FC236}">
                <a16:creationId xmlns:a16="http://schemas.microsoft.com/office/drawing/2014/main" id="{6F43BDE7-8C93-EA49-10E0-DFC280FD14C0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5103" y="1305775"/>
            <a:ext cx="7012096" cy="412277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FF45-1436-1A99-E6EB-E4A34837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간 변수 전달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83CB-01A5-EE09-C196-3659AF436D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646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속성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D1169-B045-BED0-91BC-59EAB9FDF1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3726" y="1728001"/>
            <a:ext cx="2669190" cy="774571"/>
          </a:xfrm>
        </p:spPr>
        <p:txBody>
          <a:bodyPr/>
          <a:lstStyle/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다른 토픽에서 값 수신</a:t>
            </a:r>
          </a:p>
          <a:p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원본 토픽으로 값 반환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9" name="Picture Placeholder 6" descr="Screesnhot of the variables pane showing topic variables">
            <a:extLst>
              <a:ext uri="{FF2B5EF4-FFF2-40B4-BE49-F238E27FC236}">
                <a16:creationId xmlns:a16="http://schemas.microsoft.com/office/drawing/2014/main" id="{5065F7ED-5C88-10B6-67B9-97AF1F4DD16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22" b="21922"/>
          <a:stretch>
            <a:fillRect/>
          </a:stretch>
        </p:blipFill>
        <p:spPr>
          <a:xfrm>
            <a:off x="4810072" y="1432500"/>
            <a:ext cx="6791379" cy="3993000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1F04B9-EA29-7BF3-E241-20375FA1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범위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FB09A-0A4E-09C2-690F-9DCC2DBBB4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31200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유형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08C8C-3FBE-254D-57EF-3C8C8E28B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1728000"/>
            <a:ext cx="3172811" cy="2101088"/>
          </a:xfrm>
        </p:spPr>
        <p:txBody>
          <a:bodyPr/>
          <a:lstStyle/>
          <a:p>
            <a:r>
              <a:rPr lang="ko-KR" altLang="en-US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</a:t>
            </a:r>
            <a:r>
              <a:rPr lang="en-US" altLang="ko-KR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</a:t>
            </a:r>
            <a:r>
              <a:rPr lang="ko-KR" altLang="en-US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제한된 범위</a:t>
            </a:r>
            <a:r>
              <a:rPr lang="en-US" altLang="ko-KR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)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전역</a:t>
            </a:r>
            <a:r>
              <a:rPr lang="en-US" altLang="ko-KR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(Global)</a:t>
            </a:r>
            <a:endParaRPr lang="ko-KR" altLang="en-US" sz="2000" dirty="0">
              <a:solidFill>
                <a:srgbClr val="000000"/>
              </a:solidFill>
              <a:latin typeface="Segoe UI" panose="020B0502040204020203" pitchFamily="34" charset="0"/>
              <a:ea typeface="Segoe UI" panose="020B0503020000020004" pitchFamily="34" charset="-127"/>
              <a:cs typeface="Segoe UI"/>
            </a:endParaRPr>
          </a:p>
          <a:p>
            <a:r>
              <a:rPr lang="ko-KR" altLang="en-US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시스템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환경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7" name="Picture Placeholder 11" descr="Screenshot of variables properties pane with scope set to Topic">
            <a:extLst>
              <a:ext uri="{FF2B5EF4-FFF2-40B4-BE49-F238E27FC236}">
                <a16:creationId xmlns:a16="http://schemas.microsoft.com/office/drawing/2014/main" id="{2A90455B-7F40-7928-AE60-24D95804BEF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tretch>
            <a:fillRect/>
          </a:stretch>
        </p:blipFill>
        <p:spPr>
          <a:xfrm>
            <a:off x="7898193" y="585217"/>
            <a:ext cx="3174143" cy="5396043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7728F0-FB28-34FD-8260-07B8C28E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전역 변수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0A2AB-C2CF-54CE-2CD6-2770EB6585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789" y="1594155"/>
            <a:ext cx="471466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이름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F91CB-4FB4-114B-3D01-E37BCAF4A8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5"/>
            <a:ext cx="4712685" cy="74539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이름에는 토픽 수준 변수와 구분하기 위해 </a:t>
            </a:r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전역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접두사가 포함됩니다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814BF0C6-5B79-C8C4-0D1D-0BFB7F41250C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l="610" t="-9330" r="9940" b="1"/>
          <a:stretch>
            <a:fillRect/>
          </a:stretch>
        </p:blipFill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7B060A-107F-57BF-AB56-29664286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 작업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1E0B141-AE73-1614-D2D6-90B228090A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7EF4DFD-8945-5F0C-AE5C-283762E450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4149725" cy="196850"/>
          </a:xfrm>
        </p:spPr>
        <p:txBody>
          <a:bodyPr/>
          <a:lstStyle/>
          <a:p>
            <a:r>
              <a:rPr lang="en-US" altLang="ko-KR" sz="1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AFFAC6-4ED8-CBAD-B8EA-40792D6F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81C53EE-2B8B-4268-305C-249E883C29C9}"/>
              </a:ext>
            </a:extLst>
          </p:cNvPr>
          <p:cNvSpPr/>
          <p:nvPr/>
        </p:nvSpPr>
        <p:spPr bwMode="auto">
          <a:xfrm>
            <a:off x="589850" y="151924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225C51-B552-B1E5-AB57-078F68CD95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90687" y="1519249"/>
            <a:ext cx="8821880" cy="645624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ko-KR" altLang="en-US" b="1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시작</a:t>
            </a:r>
            <a:r>
              <a:rPr lang="en-US" altLang="ko-KR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사용자에게 인사하고 에이전트 및 그 기능을 소개합니다</a:t>
            </a:r>
            <a:r>
              <a:rPr lang="en-US" altLang="ko-KR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에이전트가 사용자와 처음 대화할 때 </a:t>
            </a:r>
            <a:r>
              <a:rPr lang="ko-KR" altLang="en-US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트리거됩니다</a:t>
            </a:r>
            <a:r>
              <a:rPr lang="en-US" altLang="ko-KR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B469091-D4C6-B79F-B559-D8F9B3D80306}"/>
              </a:ext>
            </a:extLst>
          </p:cNvPr>
          <p:cNvSpPr/>
          <p:nvPr/>
        </p:nvSpPr>
        <p:spPr bwMode="auto">
          <a:xfrm>
            <a:off x="589850" y="2373197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589915-8057-31FA-F40F-7FE4BBF5CA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687" y="2371779"/>
            <a:ext cx="8821880" cy="64890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부스팅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외부 데이터 원본에서 생성형 답변을 만듭니다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에이전트에서 사용자 쿼리에 대한 일치 항목을 찾을 수 없는 경우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3F01013-09B0-89F1-A879-8ADF77FB7898}"/>
              </a:ext>
            </a:extLst>
          </p:cNvPr>
          <p:cNvSpPr/>
          <p:nvPr/>
        </p:nvSpPr>
        <p:spPr bwMode="auto">
          <a:xfrm>
            <a:off x="589850" y="3227145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0D296B-6D3E-E30F-DA4B-50A85DA06F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0687" y="3227585"/>
            <a:ext cx="8821880" cy="64890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종료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쿼리가 응답되었음을 고객과 확인합니다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리디렉션에서 트리거합니다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대화를 종료 사용자 지정 토픽에서 이 토픽을 호출해야 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8DA1A3BC-A795-DB5F-969B-72290D57E029}"/>
              </a:ext>
            </a:extLst>
          </p:cNvPr>
          <p:cNvSpPr/>
          <p:nvPr/>
        </p:nvSpPr>
        <p:spPr bwMode="auto">
          <a:xfrm>
            <a:off x="589850" y="408502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9DCC00-E8AC-2016-1FFB-EF002AB535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90687" y="4083391"/>
            <a:ext cx="8821880" cy="64890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에스컬레이션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고객에게 상담원이 필요한지 알려줍니다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"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에이전트와 대화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"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 일치하거나  시스템 이벤트가 호출될 때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992E902-D0F3-3920-A9D3-C4161245DAC3}"/>
              </a:ext>
            </a:extLst>
          </p:cNvPr>
          <p:cNvSpPr/>
          <p:nvPr/>
        </p:nvSpPr>
        <p:spPr bwMode="auto">
          <a:xfrm>
            <a:off x="589850" y="4940836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1E8F2C-897F-5C3C-B0EA-5F2639ECA6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90687" y="4876845"/>
            <a:ext cx="8821880" cy="64890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대체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사용자에게 사용자 쿼리를 토픽과 일치시킬 수 없음을 알리고 다시 시도하도록 요청합니다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에이전트가 사용자의 질문 또는 메시지를 토픽과 일치시킬 수 없을 때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F35BB3-9AA2-9D2C-A3C7-B1BE451C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776" y="1515035"/>
            <a:ext cx="1788006" cy="382793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AFFAC6-4ED8-CBAD-B8EA-40792D6F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토픽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81C53EE-2B8B-4268-305C-249E883C29C9}"/>
              </a:ext>
            </a:extLst>
          </p:cNvPr>
          <p:cNvSpPr/>
          <p:nvPr/>
        </p:nvSpPr>
        <p:spPr bwMode="auto">
          <a:xfrm>
            <a:off x="589850" y="151924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225C51-B552-B1E5-AB57-078F68CD95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복수 토픽 일치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사용자에게 원하는 토픽을 선택하라는 메시지를 표시하고 트리거된 토픽을 식별하는 시스템 변수를 설정합니다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사용자의 메시지가 여러 토픽과 거의 일치하는 경우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B469091-D4C6-B79F-B559-D8F9B3D80306}"/>
              </a:ext>
            </a:extLst>
          </p:cNvPr>
          <p:cNvSpPr/>
          <p:nvPr/>
        </p:nvSpPr>
        <p:spPr bwMode="auto">
          <a:xfrm>
            <a:off x="589850" y="2629247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7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589915-8057-31FA-F40F-7FE4BBF5CA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오류 발생 시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고객에게 오류가 발생했음을 알립니다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중 오류가 발생하면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3F01013-09B0-89F1-A879-8ADF77FB7898}"/>
              </a:ext>
            </a:extLst>
          </p:cNvPr>
          <p:cNvSpPr/>
          <p:nvPr/>
        </p:nvSpPr>
        <p:spPr bwMode="auto">
          <a:xfrm>
            <a:off x="589850" y="367540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0D296B-6D3E-E30F-DA4B-50A85DA06F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초기화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변수 값을 지우고 에이전트가 최신 게시된 에이전트 콘텐츠를 사용하도록 강제하여 대화를 초기화합니다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리디렉션을 사용하여 트리거합니다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8DA1A3BC-A795-DB5F-969B-72290D57E029}"/>
              </a:ext>
            </a:extLst>
          </p:cNvPr>
          <p:cNvSpPr/>
          <p:nvPr/>
        </p:nvSpPr>
        <p:spPr bwMode="auto">
          <a:xfrm>
            <a:off x="589850" y="4721571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9DCC00-E8AC-2016-1FFB-EF002AB535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로그인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 인증이 활성화된 경우 고객에게 로그인하라는 메시지를 표시합니다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사용자가 로그인해야 하거나 대화가 인증 변수를 사용하는 노드에 도달할 때 대화 시작 시 트리거됩니다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03F58DC3-B4E8-1391-2AF6-4FE98943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497D-5250-5B1F-8211-5E3983FF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시작 토픽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D2C9A-6F5D-A465-1A75-5DF6E467FD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73935"/>
            <a:ext cx="3174143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첫 번째 토픽 실행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70279-4D21-AA2E-9FDA-DBD0969A02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7" y="2085764"/>
            <a:ext cx="5018957" cy="1625060"/>
          </a:xfrm>
        </p:spPr>
        <p:txBody>
          <a:bodyPr/>
          <a:lstStyle/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에이전트가 처음으로 보낸 메시지</a:t>
            </a:r>
            <a:r>
              <a:rPr lang="en-US" altLang="ko-KR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환영 메시지</a:t>
            </a:r>
            <a:r>
              <a:rPr lang="en-US" altLang="ko-KR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)</a:t>
            </a:r>
            <a:r>
              <a:rPr lang="ko-KR" altLang="en-US" sz="160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를</a:t>
            </a:r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포함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에이전트의 초기 동작을 변경하도록 사용자 지정하거나 사용 안 함으로 설정할 수 있음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 안 함으로 설정하면 비용 절감 가능</a:t>
            </a:r>
          </a:p>
          <a:p>
            <a:r>
              <a:rPr lang="ko-KR" altLang="en-US" sz="1600" b="1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인사</a:t>
            </a:r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토픽과는 다름</a:t>
            </a:r>
            <a:endParaRPr lang="en-GB" dirty="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Placeholder 10">
            <a:extLst>
              <a:ext uri="{FF2B5EF4-FFF2-40B4-BE49-F238E27FC236}">
                <a16:creationId xmlns:a16="http://schemas.microsoft.com/office/drawing/2014/main" id="{279880D9-9204-3C86-9D2C-7D36A712AE4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/>
          <a:stretch/>
        </p:blipFill>
        <p:spPr bwMode="ltGray">
          <a:xfrm>
            <a:off x="7479547" y="957572"/>
            <a:ext cx="4009524" cy="4942857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B89C-C1F5-1018-B516-9D307783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50" y="585216"/>
            <a:ext cx="11044938" cy="307648"/>
          </a:xfrm>
        </p:spPr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</a:t>
            </a:r>
            <a:r>
              <a:rPr lang="ko-KR" altLang="en-US" sz="3000" b="1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부스팅</a:t>
            </a:r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A77E7-F756-E9FE-9136-C0F8D01EF8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789" y="1594155"/>
            <a:ext cx="3174143" cy="24384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생성형 답변 노드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6646EB-A3A8-8F84-E53C-98C177A02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6" y="2085975"/>
            <a:ext cx="3173412" cy="2284728"/>
          </a:xfrm>
        </p:spPr>
        <p:txBody>
          <a:bodyPr/>
          <a:lstStyle/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지식 추가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선택한 원본만 검색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웹 검색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AI</a:t>
            </a:r>
            <a:r>
              <a:rPr lang="ko-KR" altLang="en-US" sz="160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가</a:t>
            </a:r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고유한 일반 지식을 사용하도록 허용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콘텐츠 조정 수준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LLM </a:t>
            </a:r>
            <a:r>
              <a:rPr lang="ko-KR" altLang="en-US" sz="160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응답 저장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E3558216-B3BB-65A3-DC12-E38112320BC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8872" b="8872"/>
          <a:stretch/>
        </p:blipFill>
        <p:spPr>
          <a:xfrm>
            <a:off x="4065588" y="1581150"/>
            <a:ext cx="7535862" cy="4430720"/>
          </a:xfr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B89C-C1F5-1018-B516-9D307783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대체 토픽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A77E7-F756-E9FE-9136-C0F8D01EF8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978" y="1273935"/>
            <a:ext cx="4145409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알 수 없는 의도 시 트리거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6646EB-A3A8-8F84-E53C-98C177A02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7" y="1889489"/>
            <a:ext cx="3648260" cy="2249847"/>
          </a:xfrm>
        </p:spPr>
        <p:txBody>
          <a:bodyPr/>
          <a:lstStyle/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대화형 부스팅 토픽 이후에 호출됨</a:t>
            </a:r>
          </a:p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표준 메시지 </a:t>
            </a:r>
            <a:r>
              <a:rPr lang="ko-KR" altLang="en-US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죄송합니다</a:t>
            </a:r>
            <a:r>
              <a:rPr lang="en-US" altLang="ko-KR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해당 요청에 대해 어떻게 도와드려야 할지 잘 모르겠습니다</a:t>
            </a:r>
            <a:r>
              <a:rPr lang="en-US" altLang="ko-KR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다시 표현해 주시겠어요</a:t>
            </a:r>
            <a:r>
              <a:rPr lang="en-US" altLang="ko-KR" sz="1600" i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?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두 번 반복된 후 </a:t>
            </a:r>
            <a:r>
              <a:rPr lang="ko-KR" altLang="en-US" sz="16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에스컬레이션</a:t>
            </a:r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토픽으로 리디렉션 </a:t>
            </a:r>
          </a:p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에스컬레이션이 불가능한 경우 </a:t>
            </a:r>
            <a:r>
              <a:rPr lang="ko-KR" altLang="en-US" sz="16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생성형 답변 생성</a:t>
            </a:r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노드를 추가 가능</a:t>
            </a:r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7037AC45-B2D1-537A-5AD5-996E58E7F89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13850" b="13850"/>
          <a:stretch/>
        </p:blipFill>
        <p:spPr bwMode="ltGray">
          <a:xfrm>
            <a:off x="5361864" y="1581150"/>
            <a:ext cx="6239586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5282-07EE-9C99-E53B-A76594BE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에이전트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A7066-400F-81CC-EB2D-98841026F6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에이전트 템플릿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07573-5A9D-E4B9-91AA-F6E6133D68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978" y="2085764"/>
            <a:ext cx="3172811" cy="1235210"/>
          </a:xfrm>
        </p:spPr>
        <p:txBody>
          <a:bodyPr/>
          <a:lstStyle/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전화 통신 채널은 기본적으로 활성화되어 있음</a:t>
            </a:r>
          </a:p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및 </a:t>
            </a:r>
            <a:r>
              <a:rPr lang="en-US" altLang="ko-KR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DTMF</a:t>
            </a:r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가 활성화되어 있음</a:t>
            </a:r>
          </a:p>
          <a:p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대화형 음성 응답</a:t>
            </a:r>
            <a:r>
              <a:rPr lang="en-US" altLang="ko-KR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(IVR) </a:t>
            </a:r>
            <a:r>
              <a:rPr lang="ko-KR" altLang="en-US" sz="16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지원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C331CB8B-8174-94EC-FF57-567FCCAAD63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1228" b="1228"/>
          <a:stretch/>
        </p:blipFill>
        <p:spPr bwMode="ltGray">
          <a:xfrm>
            <a:off x="4065588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</p:pic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6607F37-DF1E-6C6F-5926-FD5A5C2A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지원 에이전트 토픽</a:t>
            </a:r>
            <a:endParaRPr lang="en-GB" sz="300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E5AD93BF-5263-A602-1B11-1D87913FDB60}"/>
              </a:ext>
            </a:extLst>
          </p:cNvPr>
          <p:cNvSpPr/>
          <p:nvPr/>
        </p:nvSpPr>
        <p:spPr bwMode="auto">
          <a:xfrm>
            <a:off x="589850" y="151924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48C1EF-76BF-6EC1-7EB1-330B7E8B04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메인 메뉴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6DA41688-23B5-BD35-9918-1D6752DAADA6}"/>
              </a:ext>
            </a:extLst>
          </p:cNvPr>
          <p:cNvSpPr/>
          <p:nvPr/>
        </p:nvSpPr>
        <p:spPr bwMode="auto">
          <a:xfrm>
            <a:off x="589850" y="2373197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DF8CD1-4C75-214C-2DDC-4C6B79B53F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시작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토픽이 메인 메뉴 토픽으로 리디렉션합니다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412C4D5-7AA7-F9A2-29A1-C7103D3837FE}"/>
              </a:ext>
            </a:extLst>
          </p:cNvPr>
          <p:cNvSpPr/>
          <p:nvPr/>
        </p:nvSpPr>
        <p:spPr bwMode="auto">
          <a:xfrm>
            <a:off x="589850" y="3227145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B4D50D-C3D4-EF34-F5D0-D6E3A998DC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침묵 감지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인식 실패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알 수 없는 다이얼 패드 입력</a:t>
            </a: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,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자동 응답기 감지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 </a:t>
            </a:r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  </a:t>
            </a:r>
            <a:endParaRPr lang="en-GB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B580B91-7E88-AEE2-4DC1-4B6A791C66C7}"/>
              </a:ext>
            </a:extLst>
          </p:cNvPr>
          <p:cNvSpPr/>
          <p:nvPr/>
        </p:nvSpPr>
        <p:spPr bwMode="auto">
          <a:xfrm>
            <a:off x="589850" y="4085029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BC3990-1986-B8ED-25B0-B2A5A4F0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대화형 부스팅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토픽은 미포함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06FF4EC7-C3F8-9BE7-319B-807BCC35250F}"/>
              </a:ext>
            </a:extLst>
          </p:cNvPr>
          <p:cNvSpPr/>
          <p:nvPr/>
        </p:nvSpPr>
        <p:spPr bwMode="auto">
          <a:xfrm>
            <a:off x="589850" y="4940836"/>
            <a:ext cx="520918" cy="520918"/>
          </a:xfrm>
          <a:prstGeom prst="ellipse">
            <a:avLst/>
          </a:prstGeom>
          <a:solidFill>
            <a:srgbClr val="8DC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DADB10-403D-B8B2-D8D3-B10B75D655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음성 및 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DTMF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키톤과 함께 토픽이 어떻게 작동하는지 보여주는 샘플 학습 토픽</a:t>
            </a:r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실습 랩 </a:t>
            </a:r>
            <a:endParaRPr lang="en-US" sz="3000" b="1">
              <a:latin typeface="Segoe UI" panose="020B0502040204020203" pitchFamily="34" charset="0"/>
              <a:ea typeface="Segoe UI" panose="020B0503020000020004" pitchFamily="34" charset="-127"/>
              <a:cs typeface="Segoe UI" charset="0"/>
            </a:endParaRPr>
          </a:p>
        </p:txBody>
      </p:sp>
      <p:sp>
        <p:nvSpPr>
          <p:cNvPr id="18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AIl rights reserved.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274363" y="1916563"/>
            <a:ext cx="5364224" cy="246221"/>
          </a:xfrm>
        </p:spPr>
        <p:txBody>
          <a:bodyPr>
            <a:noAutofit/>
          </a:bodyPr>
          <a:lstStyle/>
          <a:p>
            <a:pPr marL="154940" lvl="1" indent="0">
              <a:buNone/>
            </a:pPr>
            <a:r>
              <a:rPr lang="ko-KR" altLang="en-US" sz="2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랩 </a:t>
            </a:r>
            <a:r>
              <a:rPr lang="en-US" altLang="ko-KR" sz="2000" b="1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  <a:r>
              <a:rPr lang="en-US" altLang="ko-KR" sz="20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Copilot Studio </a:t>
            </a:r>
            <a:r>
              <a:rPr lang="ko-KR" altLang="en-US" sz="20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에이전트에서 토픽 관리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342A7-4C37-84A2-A971-A41EAB6955F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18217" y="2984547"/>
            <a:ext cx="5360577" cy="2412968"/>
          </a:xfrm>
        </p:spPr>
        <p:txBody>
          <a:bodyPr/>
          <a:lstStyle/>
          <a:p>
            <a:pPr lvl="0"/>
            <a:r>
              <a:rPr lang="ko-KR" altLang="ko-KR" sz="1600" dirty="0"/>
              <a:t>에이전트 만들기</a:t>
            </a:r>
          </a:p>
          <a:p>
            <a:pPr lvl="0"/>
            <a:r>
              <a:rPr lang="ko-KR" altLang="ko-KR" sz="1600" dirty="0"/>
              <a:t>기존 토픽 관리</a:t>
            </a:r>
          </a:p>
          <a:p>
            <a:pPr lvl="0"/>
            <a:r>
              <a:rPr lang="ko-KR" altLang="ko-KR" sz="1600" dirty="0" err="1"/>
              <a:t>Copilot으로</a:t>
            </a:r>
            <a:r>
              <a:rPr lang="ko-KR" altLang="ko-KR" sz="1600" dirty="0"/>
              <a:t> 토픽 생성 및 편집</a:t>
            </a:r>
          </a:p>
          <a:p>
            <a:pPr lvl="0"/>
            <a:r>
              <a:rPr lang="ko-KR" altLang="ko-KR" sz="1600" dirty="0"/>
              <a:t>변수 범위 구성</a:t>
            </a:r>
          </a:p>
          <a:p>
            <a:pPr lvl="0"/>
            <a:r>
              <a:rPr lang="ko-KR" altLang="ko-KR" sz="1600" dirty="0"/>
              <a:t>토픽 수동 생성</a:t>
            </a:r>
          </a:p>
          <a:p>
            <a:pPr lvl="0"/>
            <a:r>
              <a:rPr lang="ko-KR" altLang="ko-KR" sz="1600" dirty="0"/>
              <a:t>노드 생성 및 편집</a:t>
            </a:r>
          </a:p>
          <a:p>
            <a:pPr lvl="0"/>
            <a:r>
              <a:rPr lang="ko-KR" altLang="ko-KR" sz="1600" dirty="0"/>
              <a:t>에이전트 테스트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4A8FA2-6C9F-36DB-930F-C451872A5A3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6700F-61A3-F0C1-4977-9873B61E8634}"/>
              </a:ext>
            </a:extLst>
          </p:cNvPr>
          <p:cNvSpPr txBox="1"/>
          <p:nvPr/>
        </p:nvSpPr>
        <p:spPr>
          <a:xfrm>
            <a:off x="4274363" y="2501364"/>
            <a:ext cx="6984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 실습에서 수행할 작업:</a:t>
            </a:r>
            <a:endParaRPr lang="ko-KR" altLang="en-US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3">
            <a:extLst>
              <a:ext uri="{FF2B5EF4-FFF2-40B4-BE49-F238E27FC236}">
                <a16:creationId xmlns:a16="http://schemas.microsoft.com/office/drawing/2014/main" id="{470F02D6-55D5-4FF6-9EF6-8C413392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지식 점검 </a:t>
            </a:r>
            <a:endParaRPr lang="en-US" sz="3000" b="1" i="1">
              <a:solidFill>
                <a:srgbClr val="C00000"/>
              </a:solidFill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AE38C-7B7E-4A34-8D68-33B017882CE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9851" y="2542119"/>
            <a:ext cx="2027938" cy="1015663"/>
          </a:xfrm>
        </p:spPr>
        <p:txBody>
          <a:bodyPr/>
          <a:lstStyle/>
          <a:p>
            <a:r>
              <a:rPr lang="en-US" altLang="ko-KR" sz="2200" i="1">
                <a:solidFill>
                  <a:srgbClr val="C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Microsoft Copilot Studio</a:t>
            </a:r>
            <a:r>
              <a:rPr lang="ko-KR" altLang="en-US" sz="2200" i="1">
                <a:solidFill>
                  <a:srgbClr val="C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에서 토픽 관리</a:t>
            </a:r>
            <a:endParaRPr lang="en-US" sz="2200" i="1">
              <a:solidFill>
                <a:srgbClr val="C00000"/>
              </a:solidFill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pic>
        <p:nvPicPr>
          <p:cNvPr id="11" name="Picture 10" descr="A page displayed on a computer screen with lines on it and one of them has Check mark.  This represents the need to take a knowledge check.">
            <a:extLst>
              <a:ext uri="{FF2B5EF4-FFF2-40B4-BE49-F238E27FC236}">
                <a16:creationId xmlns:a16="http://schemas.microsoft.com/office/drawing/2014/main" id="{E508C814-1FA1-41D2-8120-0784BFAB60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7978" y="3483490"/>
            <a:ext cx="1583442" cy="230284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5430A-4799-3816-E8C2-AE9862281C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7627" y="1926472"/>
            <a:ext cx="5364224" cy="3048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모듈 </a:t>
            </a:r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B52DF-ABE6-BE59-6C14-F80F2F90E4F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9818" y="2578100"/>
            <a:ext cx="5361973" cy="8668512"/>
          </a:xfr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PC </a:t>
            </a:r>
            <a:r>
              <a:rPr lang="ko-KR" altLang="en-US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또는 모바일 기기를 사용하세요</a:t>
            </a: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(</a:t>
            </a:r>
            <a:r>
              <a:rPr lang="ko-KR" altLang="en-US" sz="1800" b="1" i="1">
                <a:solidFill>
                  <a:srgbClr val="0078D4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선택한 폴링 앱 링크 삽입</a:t>
            </a: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)(</a:t>
            </a:r>
            <a:r>
              <a:rPr lang="ko-KR" altLang="en-US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으</a:t>
            </a: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)</a:t>
            </a:r>
            <a:r>
              <a:rPr lang="ko-KR" altLang="en-US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로 이동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ko-KR" altLang="en-US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코드 입력</a:t>
            </a: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: </a:t>
            </a:r>
            <a:r>
              <a:rPr lang="en-US" altLang="ko-KR" sz="1800" b="1">
                <a:solidFill>
                  <a:srgbClr val="0078D4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123-45-678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ko-KR" altLang="en-US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참여해 주세요</a:t>
            </a:r>
            <a:r>
              <a:rPr lang="en-US" altLang="ko-KR" sz="1800">
                <a:solidFill>
                  <a:srgbClr val="091F2E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2AFED-3EB5-A768-A39F-0D8D2D2883E2}"/>
              </a:ext>
            </a:extLst>
          </p:cNvPr>
          <p:cNvSpPr txBox="1"/>
          <p:nvPr/>
        </p:nvSpPr>
        <p:spPr>
          <a:xfrm>
            <a:off x="4359818" y="4474651"/>
            <a:ext cx="327628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다음 중 어느 것인가요</a:t>
            </a:r>
            <a:r>
              <a:rPr lang="en-US" altLang="ko-KR" sz="2000" b="1">
                <a:solidFill>
                  <a:srgbClr val="000000"/>
                </a:solidFill>
                <a:latin typeface="Segoe UI" panose="020B0702040204020203" pitchFamily="34" charset="0"/>
                <a:ea typeface="Segoe UI" panose="020B0503020000020004" pitchFamily="34" charset="-127"/>
                <a:cs typeface="Segoe UI"/>
              </a:rPr>
              <a:t>?</a:t>
            </a:r>
          </a:p>
          <a:p>
            <a:pPr marL="514350" indent="-342900">
              <a:spcAft>
                <a:spcPts val="600"/>
              </a:spcAft>
              <a:buFont typeface="+mj-lt"/>
              <a:buAutoNum type="alphaUcPeriod"/>
            </a:pP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없음</a:t>
            </a:r>
          </a:p>
          <a:p>
            <a:pPr marL="514350" indent="-342900">
              <a:spcAft>
                <a:spcPts val="600"/>
              </a:spcAft>
              <a:buFont typeface="+mj-lt"/>
              <a:buAutoNum type="alphaUcPeriod"/>
            </a:pP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조금</a:t>
            </a:r>
          </a:p>
          <a:p>
            <a:pPr marL="514350" indent="-342900">
              <a:spcAft>
                <a:spcPts val="600"/>
              </a:spcAft>
              <a:buFont typeface="+mj-lt"/>
              <a:buAutoNum type="alphaUcPeriod"/>
            </a:pP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많음</a:t>
            </a:r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AIl rights reserved.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8D92E-FD91-408F-BE95-CD5DDEDB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지식 점검 </a:t>
            </a:r>
            <a:endParaRPr lang="de-DE" sz="3000" b="1" noProof="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5B3BD5-1271-09C4-914E-C3C045F44F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24170" y="1532745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1</a:t>
            </a:r>
            <a:endParaRPr lang="en-IN" b="1">
              <a:solidFill>
                <a:schemeClr val="tx1"/>
              </a:solidFill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50F6B968-C0BE-E342-2D05-B5F8C48D0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6664" y="1593850"/>
            <a:ext cx="8778875" cy="1107996"/>
          </a:xfrm>
        </p:spPr>
        <p:txBody>
          <a:bodyPr/>
          <a:lstStyle/>
          <a:p>
            <a:pPr fontAlgn="t">
              <a:buSzTx/>
              <a:defRPr/>
            </a:pP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현재 에이전트가 고객에게 제시할 토픽을 식별할 수 없는 경우 대화가 자동으로 라이브 에이전트로 에스컬레이션됩니다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 </a:t>
            </a: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대화를 에스컬레이션하기 전에 먼저 고객에게 몇 가지 질문을 하여 해당 토픽이 도움이 될 수 있는지 판단하도록 에이전트를 구성하라는 요청을 받았습니다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사용해야 하는 토픽은 무엇인가요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?</a:t>
            </a:r>
            <a:endParaRPr lang="en-US" sz="1800" b="1">
              <a:latin typeface="Segoe UI" panose="020B0502040204020203" pitchFamily="34" charset="0"/>
              <a:ea typeface="Segoe UI" panose="020B0503020000020004" pitchFamily="34" charset="-127"/>
              <a:cs typeface="+mn-cs"/>
            </a:endParaRPr>
          </a:p>
        </p:txBody>
      </p:sp>
      <p:sp>
        <p:nvSpPr>
          <p:cNvPr id="101" name="Text Placeholder 3">
            <a:extLst>
              <a:ext uri="{FF2B5EF4-FFF2-40B4-BE49-F238E27FC236}">
                <a16:creationId xmlns:a16="http://schemas.microsoft.com/office/drawing/2014/main" id="{240746CA-A77E-44E1-E2EC-87B770493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9838" y="3014061"/>
            <a:ext cx="8775700" cy="1252651"/>
          </a:xfrm>
        </p:spPr>
        <p:txBody>
          <a:bodyPr/>
          <a:lstStyle/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오류 시</a:t>
            </a:r>
          </a:p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여러 토픽 일치</a:t>
            </a:r>
          </a:p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대체</a:t>
            </a:r>
          </a:p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부스팅</a:t>
            </a:r>
          </a:p>
        </p:txBody>
      </p:sp>
      <p:sp>
        <p:nvSpPr>
          <p:cNvPr id="103" name="Graphic 26">
            <a:extLst>
              <a:ext uri="{FF2B5EF4-FFF2-40B4-BE49-F238E27FC236}">
                <a16:creationId xmlns:a16="http://schemas.microsoft.com/office/drawing/2014/main" id="{68213B0D-76AF-8FCA-E8B5-DACD8EF6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4003" y="3539635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latinLnBrk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</a:endParaRPr>
          </a:p>
        </p:txBody>
      </p:sp>
      <p:sp>
        <p:nvSpPr>
          <p:cNvPr id="148" name="Clock_Pie_Big">
            <a:extLst>
              <a:ext uri="{FF2B5EF4-FFF2-40B4-BE49-F238E27FC236}">
                <a16:creationId xmlns:a16="http://schemas.microsoft.com/office/drawing/2014/main" id="{9166999F-479A-C0E5-6D09-C31443624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236028" y="4623477"/>
            <a:ext cx="1242060" cy="1242058"/>
          </a:xfrm>
          <a:prstGeom prst="pie">
            <a:avLst>
              <a:gd name="adj1" fmla="val 16188133"/>
              <a:gd name="adj2" fmla="val 1786652"/>
            </a:avLst>
          </a:prstGeom>
          <a:solidFill>
            <a:schemeClr val="accent2"/>
          </a:solidFill>
          <a:ln w="6350" algn="ctr">
            <a:noFill/>
            <a:miter lim="800000"/>
          </a:ln>
        </p:spPr>
        <p:txBody>
          <a:bodyPr wrap="square" lIns="90000" tIns="72000" rIns="90000" bIns="72000" rtlCol="0" anchor="t" anchorCtr="0">
            <a:noAutofit/>
          </a:bodyPr>
          <a:lstStyle/>
          <a:p>
            <a:pPr marL="177800" indent="-177800" algn="ctr" defTabSz="914367" fontAlgn="base" latinLnBrk="0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  <a:buFont typeface="Wingdings"/>
              <a:buChar char="n"/>
              <a:defRPr/>
            </a:pPr>
            <a:endParaRPr lang="en-US" sz="1300">
              <a:solidFill>
                <a:srgbClr val="1A1A1A"/>
              </a:solidFill>
              <a:latin typeface="Segoe UI"/>
            </a:endParaRPr>
          </a:p>
        </p:txBody>
      </p:sp>
      <p:grpSp>
        <p:nvGrpSpPr>
          <p:cNvPr id="149" name="Group 406">
            <a:extLst>
              <a:ext uri="{FF2B5EF4-FFF2-40B4-BE49-F238E27FC236}">
                <a16:creationId xmlns:a16="http://schemas.microsoft.com/office/drawing/2014/main" id="{463A1A5E-B820-2E6A-86E2-02EF9CBF7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36028" y="4623477"/>
            <a:ext cx="1242060" cy="1242058"/>
            <a:chOff x="5000736" y="-1903280"/>
            <a:chExt cx="1656230" cy="1656230"/>
          </a:xfrm>
        </p:grpSpPr>
        <p:grpSp>
          <p:nvGrpSpPr>
            <p:cNvPr id="150" name="Ticks_1minute">
              <a:extLst>
                <a:ext uri="{FF2B5EF4-FFF2-40B4-BE49-F238E27FC236}">
                  <a16:creationId xmlns:a16="http://schemas.microsoft.com/office/drawing/2014/main" id="{76E180FA-F610-5B5D-5E34-7A0668A0A943}"/>
                </a:ext>
              </a:extLst>
            </p:cNvPr>
            <p:cNvGrpSpPr/>
            <p:nvPr/>
          </p:nvGrpSpPr>
          <p:grpSpPr>
            <a:xfrm rot="5400000">
              <a:off x="6462293" y="-938736"/>
              <a:ext cx="239383" cy="134955"/>
              <a:chOff x="8076251" y="4591685"/>
              <a:chExt cx="239383" cy="134955"/>
            </a:xfrm>
          </p:grpSpPr>
          <p:cxnSp>
            <p:nvCxnSpPr>
              <p:cNvPr id="180" name="Straight Connector 521">
                <a:extLst>
                  <a:ext uri="{FF2B5EF4-FFF2-40B4-BE49-F238E27FC236}">
                    <a16:creationId xmlns:a16="http://schemas.microsoft.com/office/drawing/2014/main" id="{5AE8B0D7-24C9-D1C4-6617-296806D1A8AD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1" name="Straight Connector 522">
                <a:extLst>
                  <a:ext uri="{FF2B5EF4-FFF2-40B4-BE49-F238E27FC236}">
                    <a16:creationId xmlns:a16="http://schemas.microsoft.com/office/drawing/2014/main" id="{F4427E63-3362-6BE8-DE6D-1CF13FB459AF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2" name="Straight Connector 523">
                <a:extLst>
                  <a:ext uri="{FF2B5EF4-FFF2-40B4-BE49-F238E27FC236}">
                    <a16:creationId xmlns:a16="http://schemas.microsoft.com/office/drawing/2014/main" id="{AA5467CD-568A-6769-F236-04E5DF23DBBE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3" name="Straight Connector 524">
                <a:extLst>
                  <a:ext uri="{FF2B5EF4-FFF2-40B4-BE49-F238E27FC236}">
                    <a16:creationId xmlns:a16="http://schemas.microsoft.com/office/drawing/2014/main" id="{470B6955-9EE8-88DD-0C3D-0C9F5D42518B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1" name="Ticks_1minute">
              <a:extLst>
                <a:ext uri="{FF2B5EF4-FFF2-40B4-BE49-F238E27FC236}">
                  <a16:creationId xmlns:a16="http://schemas.microsoft.com/office/drawing/2014/main" id="{4CB9EE70-4B0A-4471-D2B1-F8D8ACCA88B9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3600000">
              <a:off x="6463345" y="-1342621"/>
              <a:ext cx="239383" cy="134955"/>
              <a:chOff x="8076251" y="4591685"/>
              <a:chExt cx="239383" cy="134955"/>
            </a:xfrm>
          </p:grpSpPr>
          <p:cxnSp>
            <p:nvCxnSpPr>
              <p:cNvPr id="176" name="Straight Connector 517">
                <a:extLst>
                  <a:ext uri="{FF2B5EF4-FFF2-40B4-BE49-F238E27FC236}">
                    <a16:creationId xmlns:a16="http://schemas.microsoft.com/office/drawing/2014/main" id="{3854DF8D-5259-3071-2820-09328A309D18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7" name="Straight Connector 518">
                <a:extLst>
                  <a:ext uri="{FF2B5EF4-FFF2-40B4-BE49-F238E27FC236}">
                    <a16:creationId xmlns:a16="http://schemas.microsoft.com/office/drawing/2014/main" id="{48E686F2-4F28-3CFD-F592-9790E9F64E3E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8" name="Straight Connector 519">
                <a:extLst>
                  <a:ext uri="{FF2B5EF4-FFF2-40B4-BE49-F238E27FC236}">
                    <a16:creationId xmlns:a16="http://schemas.microsoft.com/office/drawing/2014/main" id="{9F6158DD-6F20-8C85-A587-4E745FBA93E2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9" name="Straight Connector 520">
                <a:extLst>
                  <a:ext uri="{FF2B5EF4-FFF2-40B4-BE49-F238E27FC236}">
                    <a16:creationId xmlns:a16="http://schemas.microsoft.com/office/drawing/2014/main" id="{F4A1BDEC-B97F-B20F-91EA-B330FA230C47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2" name="Ticks_1minute">
              <a:extLst>
                <a:ext uri="{FF2B5EF4-FFF2-40B4-BE49-F238E27FC236}">
                  <a16:creationId xmlns:a16="http://schemas.microsoft.com/office/drawing/2014/main" id="{8866C41F-8BC9-5E91-08FB-A71117449FC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1800000">
              <a:off x="6262314" y="-1692922"/>
              <a:ext cx="239383" cy="134955"/>
              <a:chOff x="8076251" y="4591685"/>
              <a:chExt cx="239383" cy="134955"/>
            </a:xfrm>
          </p:grpSpPr>
          <p:cxnSp>
            <p:nvCxnSpPr>
              <p:cNvPr id="172" name="Straight Connector 513">
                <a:extLst>
                  <a:ext uri="{FF2B5EF4-FFF2-40B4-BE49-F238E27FC236}">
                    <a16:creationId xmlns:a16="http://schemas.microsoft.com/office/drawing/2014/main" id="{3B484A8D-A076-4FE3-5AFD-5FEC9C67CEC4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3" name="Straight Connector 514">
                <a:extLst>
                  <a:ext uri="{FF2B5EF4-FFF2-40B4-BE49-F238E27FC236}">
                    <a16:creationId xmlns:a16="http://schemas.microsoft.com/office/drawing/2014/main" id="{94C062B7-260C-18AD-DEAA-D609B6F010AB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4" name="Straight Connector 515">
                <a:extLst>
                  <a:ext uri="{FF2B5EF4-FFF2-40B4-BE49-F238E27FC236}">
                    <a16:creationId xmlns:a16="http://schemas.microsoft.com/office/drawing/2014/main" id="{ECB8724B-59C1-8368-1D9C-518039437B5B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5" name="Straight Connector 516">
                <a:extLst>
                  <a:ext uri="{FF2B5EF4-FFF2-40B4-BE49-F238E27FC236}">
                    <a16:creationId xmlns:a16="http://schemas.microsoft.com/office/drawing/2014/main" id="{DC6E2CCF-4C49-28DC-B145-A2D4E388D4F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3" name="Oval 494">
              <a:extLst>
                <a:ext uri="{FF2B5EF4-FFF2-40B4-BE49-F238E27FC236}">
                  <a16:creationId xmlns:a16="http://schemas.microsoft.com/office/drawing/2014/main" id="{82D7F45B-F2A2-6B2F-9A0C-32C55E2DBF3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5000736" y="-190328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accent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grpSp>
          <p:nvGrpSpPr>
            <p:cNvPr id="154" name="Ticks_5minutes">
              <a:extLst>
                <a:ext uri="{FF2B5EF4-FFF2-40B4-BE49-F238E27FC236}">
                  <a16:creationId xmlns:a16="http://schemas.microsoft.com/office/drawing/2014/main" id="{43E90507-4921-7E20-DE79-F3274775F3BF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5000736" y="-1903280"/>
              <a:ext cx="1656230" cy="1656230"/>
              <a:chOff x="899490" y="2483871"/>
              <a:chExt cx="1656230" cy="1656230"/>
            </a:xfrm>
          </p:grpSpPr>
          <p:cxnSp>
            <p:nvCxnSpPr>
              <p:cNvPr id="160" name="Straight Connector 501">
                <a:extLst>
                  <a:ext uri="{FF2B5EF4-FFF2-40B4-BE49-F238E27FC236}">
                    <a16:creationId xmlns:a16="http://schemas.microsoft.com/office/drawing/2014/main" id="{74CAC600-C883-CFF7-C8E9-94E19CB13CF4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gray">
              <a:xfrm rot="1800000" flipH="1">
                <a:off x="1352614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1" name="Straight Connector 502">
                <a:extLst>
                  <a:ext uri="{FF2B5EF4-FFF2-40B4-BE49-F238E27FC236}">
                    <a16:creationId xmlns:a16="http://schemas.microsoft.com/office/drawing/2014/main" id="{32E73B23-B268-4D4C-B340-DB3FB5A86D4A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gray">
              <a:xfrm rot="3600000" flipH="1">
                <a:off x="2382421" y="2861928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2" name="Straight Connector 503">
                <a:extLst>
                  <a:ext uri="{FF2B5EF4-FFF2-40B4-BE49-F238E27FC236}">
                    <a16:creationId xmlns:a16="http://schemas.microsoft.com/office/drawing/2014/main" id="{728A35BD-C7B2-EED4-18B0-A9EB4634481B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gray">
              <a:xfrm flipH="1">
                <a:off x="1727605" y="248387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" name="Straight Connector 504">
                <a:extLst>
                  <a:ext uri="{FF2B5EF4-FFF2-40B4-BE49-F238E27FC236}">
                    <a16:creationId xmlns:a16="http://schemas.microsoft.com/office/drawing/2014/main" id="{652B9413-B18A-05CE-C0BE-9E04531C43ED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gray">
              <a:xfrm rot="9000000" flipH="1">
                <a:off x="1349547" y="2590319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" name="Straight Connector 505">
                <a:extLst>
                  <a:ext uri="{FF2B5EF4-FFF2-40B4-BE49-F238E27FC236}">
                    <a16:creationId xmlns:a16="http://schemas.microsoft.com/office/drawing/2014/main" id="{19FD611C-46CD-94E4-AA26-1623090BEAA8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gray">
              <a:xfrm rot="7200000" flipH="1">
                <a:off x="2382421" y="3618044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5" name="Straight Connector 506">
                <a:extLst>
                  <a:ext uri="{FF2B5EF4-FFF2-40B4-BE49-F238E27FC236}">
                    <a16:creationId xmlns:a16="http://schemas.microsoft.com/office/drawing/2014/main" id="{FC74E05D-198F-4F1C-8C4B-FA374871BDB0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gray">
              <a:xfrm rot="5400000" flipH="1">
                <a:off x="248372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6" name="Straight Connector 507">
                <a:extLst>
                  <a:ext uri="{FF2B5EF4-FFF2-40B4-BE49-F238E27FC236}">
                    <a16:creationId xmlns:a16="http://schemas.microsoft.com/office/drawing/2014/main" id="{0772085A-A7A0-38DB-EAE1-8DC9FADF753C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gray">
              <a:xfrm flipH="1">
                <a:off x="1727605" y="399610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7" name="Straight Connector 508">
                <a:extLst>
                  <a:ext uri="{FF2B5EF4-FFF2-40B4-BE49-F238E27FC236}">
                    <a16:creationId xmlns:a16="http://schemas.microsoft.com/office/drawing/2014/main" id="{20548FA6-C13A-F9D6-8F20-0EAB5B88FD79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gray">
              <a:xfrm rot="1800000" flipH="1">
                <a:off x="2105662" y="258447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8" name="Straight Connector 509">
                <a:extLst>
                  <a:ext uri="{FF2B5EF4-FFF2-40B4-BE49-F238E27FC236}">
                    <a16:creationId xmlns:a16="http://schemas.microsoft.com/office/drawing/2014/main" id="{93523A7B-0B1E-D1D8-1EB8-45D47BA4E08C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gray">
              <a:xfrm rot="3600000" flipH="1">
                <a:off x="1072790" y="361804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9" name="Straight Connector 510">
                <a:extLst>
                  <a:ext uri="{FF2B5EF4-FFF2-40B4-BE49-F238E27FC236}">
                    <a16:creationId xmlns:a16="http://schemas.microsoft.com/office/drawing/2014/main" id="{AB61CB4A-A1F2-2C60-2703-BB58DE153147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gray">
              <a:xfrm rot="9000000" flipH="1">
                <a:off x="2105663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0" name="Straight Connector 511">
                <a:extLst>
                  <a:ext uri="{FF2B5EF4-FFF2-40B4-BE49-F238E27FC236}">
                    <a16:creationId xmlns:a16="http://schemas.microsoft.com/office/drawing/2014/main" id="{2DDB03C3-EDAD-D55F-A5D0-BFADE9559384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gray">
              <a:xfrm rot="7200000" flipH="1">
                <a:off x="1072790" y="2865892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1" name="Straight Connector 512">
                <a:extLst>
                  <a:ext uri="{FF2B5EF4-FFF2-40B4-BE49-F238E27FC236}">
                    <a16:creationId xmlns:a16="http://schemas.microsoft.com/office/drawing/2014/main" id="{40DB3B62-6503-7430-0D06-A66809B42628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gray">
              <a:xfrm rot="5400000" flipH="1">
                <a:off x="97149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5" name="Ticks_1minute">
              <a:extLst>
                <a:ext uri="{FF2B5EF4-FFF2-40B4-BE49-F238E27FC236}">
                  <a16:creationId xmlns:a16="http://schemas.microsoft.com/office/drawing/2014/main" id="{83C14C82-F153-CB95-93E0-8A8AB69FC271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5913066" y="-1895776"/>
              <a:ext cx="239383" cy="134955"/>
              <a:chOff x="8076251" y="4591685"/>
              <a:chExt cx="239383" cy="134955"/>
            </a:xfrm>
          </p:grpSpPr>
          <p:cxnSp>
            <p:nvCxnSpPr>
              <p:cNvPr id="156" name="Straight Connector 497">
                <a:extLst>
                  <a:ext uri="{FF2B5EF4-FFF2-40B4-BE49-F238E27FC236}">
                    <a16:creationId xmlns:a16="http://schemas.microsoft.com/office/drawing/2014/main" id="{FE1E797C-03C3-A35E-9479-672727EE52DA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7" name="Straight Connector 498">
                <a:extLst>
                  <a:ext uri="{FF2B5EF4-FFF2-40B4-BE49-F238E27FC236}">
                    <a16:creationId xmlns:a16="http://schemas.microsoft.com/office/drawing/2014/main" id="{57890EB4-29D8-9ED7-4920-B732F8DDC2AF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8" name="Straight Connector 499">
                <a:extLst>
                  <a:ext uri="{FF2B5EF4-FFF2-40B4-BE49-F238E27FC236}">
                    <a16:creationId xmlns:a16="http://schemas.microsoft.com/office/drawing/2014/main" id="{5CA059F4-775C-6B6D-D406-B4B3F3B8B6D6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9" name="Straight Connector 500">
                <a:extLst>
                  <a:ext uri="{FF2B5EF4-FFF2-40B4-BE49-F238E27FC236}">
                    <a16:creationId xmlns:a16="http://schemas.microsoft.com/office/drawing/2014/main" id="{E55934CC-B022-E52D-0CF6-340B05A95CD2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84" name="Indicator_Seconds">
            <a:extLst>
              <a:ext uri="{FF2B5EF4-FFF2-40B4-BE49-F238E27FC236}">
                <a16:creationId xmlns:a16="http://schemas.microsoft.com/office/drawing/2014/main" id="{4DD2EAC6-42E4-2BC0-C43F-CAB1DF184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236028" y="4623477"/>
            <a:ext cx="1242060" cy="1242058"/>
            <a:chOff x="1511575" y="2744904"/>
            <a:chExt cx="1656230" cy="1656230"/>
          </a:xfrm>
        </p:grpSpPr>
        <p:sp>
          <p:nvSpPr>
            <p:cNvPr id="185" name="Pentagon 526">
              <a:extLst>
                <a:ext uri="{FF2B5EF4-FFF2-40B4-BE49-F238E27FC236}">
                  <a16:creationId xmlns:a16="http://schemas.microsoft.com/office/drawing/2014/main" id="{30DB7218-26EA-DB99-22E2-050384D1453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gray">
            <a:xfrm rot="16200000">
              <a:off x="1925691" y="3122900"/>
              <a:ext cx="828000" cy="72010"/>
            </a:xfrm>
            <a:prstGeom prst="homePlate">
              <a:avLst>
                <a:gd name="adj" fmla="val 283564"/>
              </a:avLst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102097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6" name="Oval 527">
              <a:extLst>
                <a:ext uri="{FF2B5EF4-FFF2-40B4-BE49-F238E27FC236}">
                  <a16:creationId xmlns:a16="http://schemas.microsoft.com/office/drawing/2014/main" id="{FEF15904-ACDD-CD63-A296-95951EBFC3D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gray">
            <a:xfrm>
              <a:off x="1511575" y="2744904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l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grpSp>
        <p:nvGrpSpPr>
          <p:cNvPr id="187" name="Clock_Top">
            <a:extLst>
              <a:ext uri="{FF2B5EF4-FFF2-40B4-BE49-F238E27FC236}">
                <a16:creationId xmlns:a16="http://schemas.microsoft.com/office/drawing/2014/main" id="{CFB5E32A-91F1-FC3C-1497-5525FF76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236028" y="4623477"/>
            <a:ext cx="1242060" cy="1242058"/>
            <a:chOff x="3347830" y="2708900"/>
            <a:chExt cx="1656230" cy="1656230"/>
          </a:xfrm>
        </p:grpSpPr>
        <p:sp>
          <p:nvSpPr>
            <p:cNvPr id="188" name="Clock_Dot">
              <a:extLst>
                <a:ext uri="{FF2B5EF4-FFF2-40B4-BE49-F238E27FC236}">
                  <a16:creationId xmlns:a16="http://schemas.microsoft.com/office/drawing/2014/main" id="{93BE7F76-281C-E1C5-B51A-A72EBB9E66A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gray">
            <a:xfrm flipV="1">
              <a:off x="4067930" y="3429000"/>
              <a:ext cx="216030" cy="216030"/>
            </a:xfrm>
            <a:prstGeom prst="ellipse">
              <a:avLst/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9" name="Clock_Glas">
              <a:extLst>
                <a:ext uri="{FF2B5EF4-FFF2-40B4-BE49-F238E27FC236}">
                  <a16:creationId xmlns:a16="http://schemas.microsoft.com/office/drawing/2014/main" id="{654E7DD0-D770-0F56-B935-C67540CB176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gray">
            <a:xfrm>
              <a:off x="3347830" y="270890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sp>
        <p:nvSpPr>
          <p:cNvPr id="190" name="Time_Over_20min">
            <a:extLst>
              <a:ext uri="{FF2B5EF4-FFF2-40B4-BE49-F238E27FC236}">
                <a16:creationId xmlns:a16="http://schemas.microsoft.com/office/drawing/2014/main" id="{B4D14A71-B726-6833-140B-EF45BF6C2BB9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236028" y="4623477"/>
            <a:ext cx="1242060" cy="1242058"/>
          </a:xfrm>
          <a:prstGeom prst="ellipse">
            <a:avLst/>
          </a:prstGeom>
          <a:solidFill>
            <a:srgbClr val="F4364C"/>
          </a:solidFill>
          <a:ln w="6350" algn="ctr">
            <a:solidFill>
              <a:schemeClr val="tx1">
                <a:alpha val="69804"/>
              </a:schemeClr>
            </a:solidFill>
            <a:miter lim="800000"/>
          </a:ln>
        </p:spPr>
        <p:txBody>
          <a:bodyPr wrap="none" lIns="0" tIns="72000" rIns="0" bIns="72000" rtlCol="0" anchor="ctr" anchorCtr="0">
            <a:noAutofit/>
          </a:bodyPr>
          <a:lstStyle/>
          <a:p>
            <a:pPr algn="ctr" fontAlgn="base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</a:pPr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솔루션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B59C8A0-E614-31F0-AFC5-32A5CE7B9B5F}"/>
              </a:ext>
            </a:extLst>
          </p:cNvPr>
          <p:cNvSpPr txBox="1"/>
          <p:nvPr/>
        </p:nvSpPr>
        <p:spPr>
          <a:xfrm>
            <a:off x="6491186" y="5160435"/>
            <a:ext cx="3816453" cy="670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367">
              <a:defRPr/>
            </a:pPr>
            <a:r>
              <a:rPr lang="ko-KR" altLang="en-US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정답</a:t>
            </a:r>
            <a:r>
              <a:rPr lang="en-US" altLang="ko-KR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=C</a:t>
            </a:r>
          </a:p>
        </p:txBody>
      </p:sp>
      <p:sp>
        <p:nvSpPr>
          <p:cNvPr id="191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AIl rights reserved.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6" dur="2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9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8D92E-FD91-408F-BE95-CD5DDEDB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지식 점검 </a:t>
            </a:r>
            <a:endParaRPr lang="de-DE" sz="3000" b="1" noProof="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5B3BD5-1271-09C4-914E-C3C045F44F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24170" y="1532745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2</a:t>
            </a:r>
            <a:endParaRPr lang="en-IN" b="1">
              <a:solidFill>
                <a:schemeClr val="tx1"/>
              </a:solidFill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50F6B968-C0BE-E342-2D05-B5F8C48D0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6664" y="1593850"/>
            <a:ext cx="8778875" cy="553998"/>
          </a:xfrm>
        </p:spPr>
        <p:txBody>
          <a:bodyPr>
            <a:normAutofit lnSpcReduction="10000"/>
          </a:bodyPr>
          <a:lstStyle/>
          <a:p>
            <a:pPr fontAlgn="t">
              <a:buSzTx/>
              <a:defRPr/>
            </a:pP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고객에게 현지 일기 예보를 제공하는 토픽을 만들고 있습니다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 </a:t>
            </a: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날씨 서비스에서 예보 정보를 가져오기 위한 워크플로를 실행하려면 어떤 대화 노드를 사용하시겠어요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?</a:t>
            </a:r>
            <a:endParaRPr lang="en-US" sz="1800" b="1">
              <a:latin typeface="Segoe UI" panose="020B0502040204020203" pitchFamily="34" charset="0"/>
              <a:ea typeface="Segoe UI" panose="020B0503020000020004" pitchFamily="34" charset="-127"/>
              <a:cs typeface="+mn-cs"/>
            </a:endParaRPr>
          </a:p>
        </p:txBody>
      </p:sp>
      <p:sp>
        <p:nvSpPr>
          <p:cNvPr id="101" name="Text Placeholder 3">
            <a:extLst>
              <a:ext uri="{FF2B5EF4-FFF2-40B4-BE49-F238E27FC236}">
                <a16:creationId xmlns:a16="http://schemas.microsoft.com/office/drawing/2014/main" id="{240746CA-A77E-44E1-E2EC-87B770493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9838" y="2749704"/>
            <a:ext cx="8775700" cy="1252651"/>
          </a:xfrm>
        </p:spPr>
        <p:txBody>
          <a:bodyPr/>
          <a:lstStyle/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질문
하기</a:t>
            </a:r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 </a:t>
            </a:r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도구 추가</a:t>
            </a:r>
          </a:p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대화 끝내기</a:t>
            </a:r>
          </a:p>
          <a:p>
            <a:r>
              <a:rPr lang="ko-KR" altLang="en-US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다른 토픽으로 이동</a:t>
            </a:r>
          </a:p>
        </p:txBody>
      </p:sp>
      <p:sp>
        <p:nvSpPr>
          <p:cNvPr id="103" name="Graphic 26">
            <a:extLst>
              <a:ext uri="{FF2B5EF4-FFF2-40B4-BE49-F238E27FC236}">
                <a16:creationId xmlns:a16="http://schemas.microsoft.com/office/drawing/2014/main" id="{68213B0D-76AF-8FCA-E8B5-DACD8EF6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2030" y="3029928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latinLnBrk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</a:endParaRPr>
          </a:p>
        </p:txBody>
      </p:sp>
      <p:sp>
        <p:nvSpPr>
          <p:cNvPr id="148" name="Clock_Pie_Big">
            <a:extLst>
              <a:ext uri="{FF2B5EF4-FFF2-40B4-BE49-F238E27FC236}">
                <a16:creationId xmlns:a16="http://schemas.microsoft.com/office/drawing/2014/main" id="{9166999F-479A-C0E5-6D09-C31443624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236028" y="4623477"/>
            <a:ext cx="1242060" cy="1242058"/>
          </a:xfrm>
          <a:prstGeom prst="pie">
            <a:avLst>
              <a:gd name="adj1" fmla="val 16188133"/>
              <a:gd name="adj2" fmla="val 1786652"/>
            </a:avLst>
          </a:prstGeom>
          <a:solidFill>
            <a:schemeClr val="accent2"/>
          </a:solidFill>
          <a:ln w="6350" algn="ctr">
            <a:noFill/>
            <a:miter lim="800000"/>
          </a:ln>
        </p:spPr>
        <p:txBody>
          <a:bodyPr wrap="square" lIns="90000" tIns="72000" rIns="90000" bIns="72000" rtlCol="0" anchor="t" anchorCtr="0">
            <a:noAutofit/>
          </a:bodyPr>
          <a:lstStyle/>
          <a:p>
            <a:pPr marL="177800" indent="-177800" algn="ctr" defTabSz="914367" fontAlgn="base" latinLnBrk="0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  <a:buFont typeface="Wingdings"/>
              <a:buChar char="n"/>
              <a:defRPr/>
            </a:pPr>
            <a:endParaRPr lang="en-US" sz="1300">
              <a:solidFill>
                <a:srgbClr val="1A1A1A"/>
              </a:solidFill>
              <a:latin typeface="Segoe UI"/>
            </a:endParaRPr>
          </a:p>
        </p:txBody>
      </p:sp>
      <p:grpSp>
        <p:nvGrpSpPr>
          <p:cNvPr id="149" name="Group 406">
            <a:extLst>
              <a:ext uri="{FF2B5EF4-FFF2-40B4-BE49-F238E27FC236}">
                <a16:creationId xmlns:a16="http://schemas.microsoft.com/office/drawing/2014/main" id="{463A1A5E-B820-2E6A-86E2-02EF9CBF7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36028" y="4623477"/>
            <a:ext cx="1242060" cy="1242058"/>
            <a:chOff x="5000736" y="-1903280"/>
            <a:chExt cx="1656230" cy="1656230"/>
          </a:xfrm>
        </p:grpSpPr>
        <p:grpSp>
          <p:nvGrpSpPr>
            <p:cNvPr id="150" name="Ticks_1minute">
              <a:extLst>
                <a:ext uri="{FF2B5EF4-FFF2-40B4-BE49-F238E27FC236}">
                  <a16:creationId xmlns:a16="http://schemas.microsoft.com/office/drawing/2014/main" id="{76E180FA-F610-5B5D-5E34-7A0668A0A943}"/>
                </a:ext>
              </a:extLst>
            </p:cNvPr>
            <p:cNvGrpSpPr/>
            <p:nvPr/>
          </p:nvGrpSpPr>
          <p:grpSpPr>
            <a:xfrm rot="5400000">
              <a:off x="6462293" y="-938736"/>
              <a:ext cx="239383" cy="134955"/>
              <a:chOff x="8076251" y="4591685"/>
              <a:chExt cx="239383" cy="134955"/>
            </a:xfrm>
          </p:grpSpPr>
          <p:cxnSp>
            <p:nvCxnSpPr>
              <p:cNvPr id="180" name="Straight Connector 521">
                <a:extLst>
                  <a:ext uri="{FF2B5EF4-FFF2-40B4-BE49-F238E27FC236}">
                    <a16:creationId xmlns:a16="http://schemas.microsoft.com/office/drawing/2014/main" id="{5AE8B0D7-24C9-D1C4-6617-296806D1A8AD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1" name="Straight Connector 522">
                <a:extLst>
                  <a:ext uri="{FF2B5EF4-FFF2-40B4-BE49-F238E27FC236}">
                    <a16:creationId xmlns:a16="http://schemas.microsoft.com/office/drawing/2014/main" id="{F4427E63-3362-6BE8-DE6D-1CF13FB459AF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2" name="Straight Connector 523">
                <a:extLst>
                  <a:ext uri="{FF2B5EF4-FFF2-40B4-BE49-F238E27FC236}">
                    <a16:creationId xmlns:a16="http://schemas.microsoft.com/office/drawing/2014/main" id="{AA5467CD-568A-6769-F236-04E5DF23DBBE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3" name="Straight Connector 524">
                <a:extLst>
                  <a:ext uri="{FF2B5EF4-FFF2-40B4-BE49-F238E27FC236}">
                    <a16:creationId xmlns:a16="http://schemas.microsoft.com/office/drawing/2014/main" id="{470B6955-9EE8-88DD-0C3D-0C9F5D42518B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1" name="Ticks_1minute">
              <a:extLst>
                <a:ext uri="{FF2B5EF4-FFF2-40B4-BE49-F238E27FC236}">
                  <a16:creationId xmlns:a16="http://schemas.microsoft.com/office/drawing/2014/main" id="{4CB9EE70-4B0A-4471-D2B1-F8D8ACCA88B9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3600000">
              <a:off x="6463345" y="-1342621"/>
              <a:ext cx="239383" cy="134955"/>
              <a:chOff x="8076251" y="4591685"/>
              <a:chExt cx="239383" cy="134955"/>
            </a:xfrm>
          </p:grpSpPr>
          <p:cxnSp>
            <p:nvCxnSpPr>
              <p:cNvPr id="176" name="Straight Connector 517">
                <a:extLst>
                  <a:ext uri="{FF2B5EF4-FFF2-40B4-BE49-F238E27FC236}">
                    <a16:creationId xmlns:a16="http://schemas.microsoft.com/office/drawing/2014/main" id="{3854DF8D-5259-3071-2820-09328A309D18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7" name="Straight Connector 518">
                <a:extLst>
                  <a:ext uri="{FF2B5EF4-FFF2-40B4-BE49-F238E27FC236}">
                    <a16:creationId xmlns:a16="http://schemas.microsoft.com/office/drawing/2014/main" id="{48E686F2-4F28-3CFD-F592-9790E9F64E3E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8" name="Straight Connector 519">
                <a:extLst>
                  <a:ext uri="{FF2B5EF4-FFF2-40B4-BE49-F238E27FC236}">
                    <a16:creationId xmlns:a16="http://schemas.microsoft.com/office/drawing/2014/main" id="{9F6158DD-6F20-8C85-A587-4E745FBA93E2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9" name="Straight Connector 520">
                <a:extLst>
                  <a:ext uri="{FF2B5EF4-FFF2-40B4-BE49-F238E27FC236}">
                    <a16:creationId xmlns:a16="http://schemas.microsoft.com/office/drawing/2014/main" id="{F4A1BDEC-B97F-B20F-91EA-B330FA230C47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2" name="Ticks_1minute">
              <a:extLst>
                <a:ext uri="{FF2B5EF4-FFF2-40B4-BE49-F238E27FC236}">
                  <a16:creationId xmlns:a16="http://schemas.microsoft.com/office/drawing/2014/main" id="{8866C41F-8BC9-5E91-08FB-A71117449FC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1800000">
              <a:off x="6262314" y="-1692922"/>
              <a:ext cx="239383" cy="134955"/>
              <a:chOff x="8076251" y="4591685"/>
              <a:chExt cx="239383" cy="134955"/>
            </a:xfrm>
          </p:grpSpPr>
          <p:cxnSp>
            <p:nvCxnSpPr>
              <p:cNvPr id="172" name="Straight Connector 513">
                <a:extLst>
                  <a:ext uri="{FF2B5EF4-FFF2-40B4-BE49-F238E27FC236}">
                    <a16:creationId xmlns:a16="http://schemas.microsoft.com/office/drawing/2014/main" id="{3B484A8D-A076-4FE3-5AFD-5FEC9C67CEC4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3" name="Straight Connector 514">
                <a:extLst>
                  <a:ext uri="{FF2B5EF4-FFF2-40B4-BE49-F238E27FC236}">
                    <a16:creationId xmlns:a16="http://schemas.microsoft.com/office/drawing/2014/main" id="{94C062B7-260C-18AD-DEAA-D609B6F010AB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4" name="Straight Connector 515">
                <a:extLst>
                  <a:ext uri="{FF2B5EF4-FFF2-40B4-BE49-F238E27FC236}">
                    <a16:creationId xmlns:a16="http://schemas.microsoft.com/office/drawing/2014/main" id="{ECB8724B-59C1-8368-1D9C-518039437B5B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5" name="Straight Connector 516">
                <a:extLst>
                  <a:ext uri="{FF2B5EF4-FFF2-40B4-BE49-F238E27FC236}">
                    <a16:creationId xmlns:a16="http://schemas.microsoft.com/office/drawing/2014/main" id="{DC6E2CCF-4C49-28DC-B145-A2D4E388D4F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3" name="Oval 494">
              <a:extLst>
                <a:ext uri="{FF2B5EF4-FFF2-40B4-BE49-F238E27FC236}">
                  <a16:creationId xmlns:a16="http://schemas.microsoft.com/office/drawing/2014/main" id="{82D7F45B-F2A2-6B2F-9A0C-32C55E2DBF3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5000736" y="-190328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accent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grpSp>
          <p:nvGrpSpPr>
            <p:cNvPr id="154" name="Ticks_5minutes">
              <a:extLst>
                <a:ext uri="{FF2B5EF4-FFF2-40B4-BE49-F238E27FC236}">
                  <a16:creationId xmlns:a16="http://schemas.microsoft.com/office/drawing/2014/main" id="{43E90507-4921-7E20-DE79-F3274775F3BF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5000736" y="-1903280"/>
              <a:ext cx="1656230" cy="1656230"/>
              <a:chOff x="899490" y="2483871"/>
              <a:chExt cx="1656230" cy="1656230"/>
            </a:xfrm>
          </p:grpSpPr>
          <p:cxnSp>
            <p:nvCxnSpPr>
              <p:cNvPr id="160" name="Straight Connector 501">
                <a:extLst>
                  <a:ext uri="{FF2B5EF4-FFF2-40B4-BE49-F238E27FC236}">
                    <a16:creationId xmlns:a16="http://schemas.microsoft.com/office/drawing/2014/main" id="{74CAC600-C883-CFF7-C8E9-94E19CB13CF4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gray">
              <a:xfrm rot="1800000" flipH="1">
                <a:off x="1352614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1" name="Straight Connector 502">
                <a:extLst>
                  <a:ext uri="{FF2B5EF4-FFF2-40B4-BE49-F238E27FC236}">
                    <a16:creationId xmlns:a16="http://schemas.microsoft.com/office/drawing/2014/main" id="{32E73B23-B268-4D4C-B340-DB3FB5A86D4A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gray">
              <a:xfrm rot="3600000" flipH="1">
                <a:off x="2382421" y="2861928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2" name="Straight Connector 503">
                <a:extLst>
                  <a:ext uri="{FF2B5EF4-FFF2-40B4-BE49-F238E27FC236}">
                    <a16:creationId xmlns:a16="http://schemas.microsoft.com/office/drawing/2014/main" id="{728A35BD-C7B2-EED4-18B0-A9EB4634481B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gray">
              <a:xfrm flipH="1">
                <a:off x="1727605" y="248387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" name="Straight Connector 504">
                <a:extLst>
                  <a:ext uri="{FF2B5EF4-FFF2-40B4-BE49-F238E27FC236}">
                    <a16:creationId xmlns:a16="http://schemas.microsoft.com/office/drawing/2014/main" id="{652B9413-B18A-05CE-C0BE-9E04531C43ED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gray">
              <a:xfrm rot="9000000" flipH="1">
                <a:off x="1349547" y="2590319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" name="Straight Connector 505">
                <a:extLst>
                  <a:ext uri="{FF2B5EF4-FFF2-40B4-BE49-F238E27FC236}">
                    <a16:creationId xmlns:a16="http://schemas.microsoft.com/office/drawing/2014/main" id="{19FD611C-46CD-94E4-AA26-1623090BEAA8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gray">
              <a:xfrm rot="7200000" flipH="1">
                <a:off x="2382421" y="3618044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5" name="Straight Connector 506">
                <a:extLst>
                  <a:ext uri="{FF2B5EF4-FFF2-40B4-BE49-F238E27FC236}">
                    <a16:creationId xmlns:a16="http://schemas.microsoft.com/office/drawing/2014/main" id="{FC74E05D-198F-4F1C-8C4B-FA374871BDB0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gray">
              <a:xfrm rot="5400000" flipH="1">
                <a:off x="248372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6" name="Straight Connector 507">
                <a:extLst>
                  <a:ext uri="{FF2B5EF4-FFF2-40B4-BE49-F238E27FC236}">
                    <a16:creationId xmlns:a16="http://schemas.microsoft.com/office/drawing/2014/main" id="{0772085A-A7A0-38DB-EAE1-8DC9FADF753C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gray">
              <a:xfrm flipH="1">
                <a:off x="1727605" y="399610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7" name="Straight Connector 508">
                <a:extLst>
                  <a:ext uri="{FF2B5EF4-FFF2-40B4-BE49-F238E27FC236}">
                    <a16:creationId xmlns:a16="http://schemas.microsoft.com/office/drawing/2014/main" id="{20548FA6-C13A-F9D6-8F20-0EAB5B88FD79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gray">
              <a:xfrm rot="1800000" flipH="1">
                <a:off x="2105662" y="258447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8" name="Straight Connector 509">
                <a:extLst>
                  <a:ext uri="{FF2B5EF4-FFF2-40B4-BE49-F238E27FC236}">
                    <a16:creationId xmlns:a16="http://schemas.microsoft.com/office/drawing/2014/main" id="{93523A7B-0B1E-D1D8-1EB8-45D47BA4E08C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gray">
              <a:xfrm rot="3600000" flipH="1">
                <a:off x="1072790" y="361804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9" name="Straight Connector 510">
                <a:extLst>
                  <a:ext uri="{FF2B5EF4-FFF2-40B4-BE49-F238E27FC236}">
                    <a16:creationId xmlns:a16="http://schemas.microsoft.com/office/drawing/2014/main" id="{AB61CB4A-A1F2-2C60-2703-BB58DE153147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gray">
              <a:xfrm rot="9000000" flipH="1">
                <a:off x="2105663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0" name="Straight Connector 511">
                <a:extLst>
                  <a:ext uri="{FF2B5EF4-FFF2-40B4-BE49-F238E27FC236}">
                    <a16:creationId xmlns:a16="http://schemas.microsoft.com/office/drawing/2014/main" id="{2DDB03C3-EDAD-D55F-A5D0-BFADE9559384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gray">
              <a:xfrm rot="7200000" flipH="1">
                <a:off x="1072790" y="2865892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1" name="Straight Connector 512">
                <a:extLst>
                  <a:ext uri="{FF2B5EF4-FFF2-40B4-BE49-F238E27FC236}">
                    <a16:creationId xmlns:a16="http://schemas.microsoft.com/office/drawing/2014/main" id="{40DB3B62-6503-7430-0D06-A66809B42628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gray">
              <a:xfrm rot="5400000" flipH="1">
                <a:off x="97149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5" name="Ticks_1minute">
              <a:extLst>
                <a:ext uri="{FF2B5EF4-FFF2-40B4-BE49-F238E27FC236}">
                  <a16:creationId xmlns:a16="http://schemas.microsoft.com/office/drawing/2014/main" id="{83C14C82-F153-CB95-93E0-8A8AB69FC271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5913066" y="-1895776"/>
              <a:ext cx="239383" cy="134955"/>
              <a:chOff x="8076251" y="4591685"/>
              <a:chExt cx="239383" cy="134955"/>
            </a:xfrm>
          </p:grpSpPr>
          <p:cxnSp>
            <p:nvCxnSpPr>
              <p:cNvPr id="156" name="Straight Connector 497">
                <a:extLst>
                  <a:ext uri="{FF2B5EF4-FFF2-40B4-BE49-F238E27FC236}">
                    <a16:creationId xmlns:a16="http://schemas.microsoft.com/office/drawing/2014/main" id="{FE1E797C-03C3-A35E-9479-672727EE52DA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7" name="Straight Connector 498">
                <a:extLst>
                  <a:ext uri="{FF2B5EF4-FFF2-40B4-BE49-F238E27FC236}">
                    <a16:creationId xmlns:a16="http://schemas.microsoft.com/office/drawing/2014/main" id="{57890EB4-29D8-9ED7-4920-B732F8DDC2AF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8" name="Straight Connector 499">
                <a:extLst>
                  <a:ext uri="{FF2B5EF4-FFF2-40B4-BE49-F238E27FC236}">
                    <a16:creationId xmlns:a16="http://schemas.microsoft.com/office/drawing/2014/main" id="{5CA059F4-775C-6B6D-D406-B4B3F3B8B6D6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9" name="Straight Connector 500">
                <a:extLst>
                  <a:ext uri="{FF2B5EF4-FFF2-40B4-BE49-F238E27FC236}">
                    <a16:creationId xmlns:a16="http://schemas.microsoft.com/office/drawing/2014/main" id="{E55934CC-B022-E52D-0CF6-340B05A95CD2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84" name="Indicator_Seconds">
            <a:extLst>
              <a:ext uri="{FF2B5EF4-FFF2-40B4-BE49-F238E27FC236}">
                <a16:creationId xmlns:a16="http://schemas.microsoft.com/office/drawing/2014/main" id="{4DD2EAC6-42E4-2BC0-C43F-CAB1DF184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236028" y="4623477"/>
            <a:ext cx="1242060" cy="1242058"/>
            <a:chOff x="1511575" y="2744904"/>
            <a:chExt cx="1656230" cy="1656230"/>
          </a:xfrm>
        </p:grpSpPr>
        <p:sp>
          <p:nvSpPr>
            <p:cNvPr id="185" name="Pentagon 526">
              <a:extLst>
                <a:ext uri="{FF2B5EF4-FFF2-40B4-BE49-F238E27FC236}">
                  <a16:creationId xmlns:a16="http://schemas.microsoft.com/office/drawing/2014/main" id="{30DB7218-26EA-DB99-22E2-050384D1453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gray">
            <a:xfrm rot="16200000">
              <a:off x="1925691" y="3122900"/>
              <a:ext cx="828000" cy="72010"/>
            </a:xfrm>
            <a:prstGeom prst="homePlate">
              <a:avLst>
                <a:gd name="adj" fmla="val 283564"/>
              </a:avLst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102097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6" name="Oval 527">
              <a:extLst>
                <a:ext uri="{FF2B5EF4-FFF2-40B4-BE49-F238E27FC236}">
                  <a16:creationId xmlns:a16="http://schemas.microsoft.com/office/drawing/2014/main" id="{FEF15904-ACDD-CD63-A296-95951EBFC3D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gray">
            <a:xfrm>
              <a:off x="1511575" y="2744904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l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grpSp>
        <p:nvGrpSpPr>
          <p:cNvPr id="187" name="Clock_Top">
            <a:extLst>
              <a:ext uri="{FF2B5EF4-FFF2-40B4-BE49-F238E27FC236}">
                <a16:creationId xmlns:a16="http://schemas.microsoft.com/office/drawing/2014/main" id="{CFB5E32A-91F1-FC3C-1497-5525FF76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236028" y="4623477"/>
            <a:ext cx="1242060" cy="1242058"/>
            <a:chOff x="3347830" y="2708900"/>
            <a:chExt cx="1656230" cy="1656230"/>
          </a:xfrm>
        </p:grpSpPr>
        <p:sp>
          <p:nvSpPr>
            <p:cNvPr id="188" name="Clock_Dot">
              <a:extLst>
                <a:ext uri="{FF2B5EF4-FFF2-40B4-BE49-F238E27FC236}">
                  <a16:creationId xmlns:a16="http://schemas.microsoft.com/office/drawing/2014/main" id="{93BE7F76-281C-E1C5-B51A-A72EBB9E66A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gray">
            <a:xfrm flipV="1">
              <a:off x="4067930" y="3429000"/>
              <a:ext cx="216030" cy="216030"/>
            </a:xfrm>
            <a:prstGeom prst="ellipse">
              <a:avLst/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9" name="Clock_Glas">
              <a:extLst>
                <a:ext uri="{FF2B5EF4-FFF2-40B4-BE49-F238E27FC236}">
                  <a16:creationId xmlns:a16="http://schemas.microsoft.com/office/drawing/2014/main" id="{654E7DD0-D770-0F56-B935-C67540CB176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gray">
            <a:xfrm>
              <a:off x="3347830" y="270890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sp>
        <p:nvSpPr>
          <p:cNvPr id="190" name="Time_Over_20min">
            <a:extLst>
              <a:ext uri="{FF2B5EF4-FFF2-40B4-BE49-F238E27FC236}">
                <a16:creationId xmlns:a16="http://schemas.microsoft.com/office/drawing/2014/main" id="{B4D14A71-B726-6833-140B-EF45BF6C2BB9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236028" y="4623477"/>
            <a:ext cx="1242060" cy="1242058"/>
          </a:xfrm>
          <a:prstGeom prst="ellipse">
            <a:avLst/>
          </a:prstGeom>
          <a:solidFill>
            <a:srgbClr val="F4364C"/>
          </a:solidFill>
          <a:ln w="6350" algn="ctr">
            <a:solidFill>
              <a:schemeClr val="tx1">
                <a:alpha val="69804"/>
              </a:schemeClr>
            </a:solidFill>
            <a:miter lim="800000"/>
          </a:ln>
        </p:spPr>
        <p:txBody>
          <a:bodyPr wrap="none" lIns="0" tIns="72000" rIns="0" bIns="72000" rtlCol="0" anchor="ctr" anchorCtr="0">
            <a:noAutofit/>
          </a:bodyPr>
          <a:lstStyle/>
          <a:p>
            <a:pPr algn="ctr" fontAlgn="base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</a:pPr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솔루션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B59C8A0-E614-31F0-AFC5-32A5CE7B9B5F}"/>
              </a:ext>
            </a:extLst>
          </p:cNvPr>
          <p:cNvSpPr txBox="1"/>
          <p:nvPr/>
        </p:nvSpPr>
        <p:spPr>
          <a:xfrm>
            <a:off x="6491186" y="5160435"/>
            <a:ext cx="3816453" cy="670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367">
              <a:defRPr/>
            </a:pPr>
            <a:r>
              <a:rPr lang="ko-KR" altLang="en-US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정답</a:t>
            </a:r>
            <a:r>
              <a:rPr lang="en-US" altLang="ko-KR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=B</a:t>
            </a:r>
          </a:p>
        </p:txBody>
      </p:sp>
      <p:sp>
        <p:nvSpPr>
          <p:cNvPr id="191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AIl rights reserved.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6" dur="2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9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8D92E-FD91-408F-BE95-CD5DDEDB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지식 점검 </a:t>
            </a:r>
            <a:endParaRPr lang="de-DE" sz="3000" b="1" noProof="0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5B3BD5-1271-09C4-914E-C3C045F44F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24170" y="1532745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3</a:t>
            </a:r>
            <a:endParaRPr lang="en-IN" b="1">
              <a:solidFill>
                <a:schemeClr val="tx1"/>
              </a:solidFill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50F6B968-C0BE-E342-2D05-B5F8C48D0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6664" y="1593850"/>
            <a:ext cx="8778875" cy="274320"/>
          </a:xfrm>
        </p:spPr>
        <p:txBody>
          <a:bodyPr>
            <a:normAutofit fontScale="85000" lnSpcReduction="20000"/>
          </a:bodyPr>
          <a:lstStyle/>
          <a:p>
            <a:pPr fontAlgn="t">
              <a:buSzTx/>
              <a:defRPr/>
            </a:pPr>
            <a:r>
              <a:rPr lang="ko-KR" altLang="en-US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아래에 정의된 변수 중 에이전트의 모든 토픽에서 사용할 수 있는 변수는 무엇인가요</a:t>
            </a:r>
            <a:r>
              <a:rPr lang="en-US" altLang="ko-KR" sz="18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?</a:t>
            </a:r>
            <a:endParaRPr lang="en-US" sz="1800" b="1">
              <a:latin typeface="Segoe UI" panose="020B0502040204020203" pitchFamily="34" charset="0"/>
              <a:ea typeface="Segoe UI" panose="020B0503020000020004" pitchFamily="34" charset="-127"/>
              <a:cs typeface="+mn-cs"/>
            </a:endParaRPr>
          </a:p>
        </p:txBody>
      </p:sp>
      <p:sp>
        <p:nvSpPr>
          <p:cNvPr id="101" name="Text Placeholder 3">
            <a:extLst>
              <a:ext uri="{FF2B5EF4-FFF2-40B4-BE49-F238E27FC236}">
                <a16:creationId xmlns:a16="http://schemas.microsoft.com/office/drawing/2014/main" id="{240746CA-A77E-44E1-E2EC-87B770493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36" y="2351933"/>
            <a:ext cx="8775700" cy="1252651"/>
          </a:xfrm>
        </p:spPr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all.UserName</a:t>
            </a:r>
            <a:endParaRPr lang="en-US">
              <a:latin typeface="Segoe UI" panose="020B0502040204020203" pitchFamily="34" charset="0"/>
              <a:ea typeface="Segoe UI" panose="020B0503020000020004" pitchFamily="34" charset="-127"/>
            </a:endParaRPr>
          </a:p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copilot.UserName</a:t>
            </a:r>
          </a:p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global.UserName</a:t>
            </a:r>
          </a:p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pva.UserName</a:t>
            </a:r>
            <a:endParaRPr lang="en-US">
              <a:latin typeface="Segoe UI" panose="020B0502040204020203" pitchFamily="34" charset="0"/>
              <a:ea typeface="Segoe UI" panose="020B0503020000020004" pitchFamily="34" charset="-127"/>
            </a:endParaRPr>
          </a:p>
        </p:txBody>
      </p:sp>
      <p:sp>
        <p:nvSpPr>
          <p:cNvPr id="103" name="Graphic 26">
            <a:extLst>
              <a:ext uri="{FF2B5EF4-FFF2-40B4-BE49-F238E27FC236}">
                <a16:creationId xmlns:a16="http://schemas.microsoft.com/office/drawing/2014/main" id="{68213B0D-76AF-8FCA-E8B5-DACD8EF6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2852" y="2883051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latinLnBrk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</a:endParaRPr>
          </a:p>
        </p:txBody>
      </p:sp>
      <p:sp>
        <p:nvSpPr>
          <p:cNvPr id="148" name="Clock_Pie_Big">
            <a:extLst>
              <a:ext uri="{FF2B5EF4-FFF2-40B4-BE49-F238E27FC236}">
                <a16:creationId xmlns:a16="http://schemas.microsoft.com/office/drawing/2014/main" id="{9166999F-479A-C0E5-6D09-C31443624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236028" y="4623477"/>
            <a:ext cx="1242060" cy="1242058"/>
          </a:xfrm>
          <a:prstGeom prst="pie">
            <a:avLst>
              <a:gd name="adj1" fmla="val 16188133"/>
              <a:gd name="adj2" fmla="val 1786652"/>
            </a:avLst>
          </a:prstGeom>
          <a:solidFill>
            <a:schemeClr val="accent2"/>
          </a:solidFill>
          <a:ln w="6350" algn="ctr">
            <a:noFill/>
            <a:miter lim="800000"/>
          </a:ln>
        </p:spPr>
        <p:txBody>
          <a:bodyPr wrap="square" lIns="90000" tIns="72000" rIns="90000" bIns="72000" rtlCol="0" anchor="t" anchorCtr="0">
            <a:noAutofit/>
          </a:bodyPr>
          <a:lstStyle/>
          <a:p>
            <a:pPr marL="177800" indent="-177800" algn="ctr" defTabSz="914367" fontAlgn="base" latinLnBrk="0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  <a:buFont typeface="Wingdings"/>
              <a:buChar char="n"/>
              <a:defRPr/>
            </a:pPr>
            <a:endParaRPr lang="en-US" sz="1300">
              <a:solidFill>
                <a:srgbClr val="1A1A1A"/>
              </a:solidFill>
              <a:latin typeface="Segoe UI"/>
            </a:endParaRPr>
          </a:p>
        </p:txBody>
      </p:sp>
      <p:grpSp>
        <p:nvGrpSpPr>
          <p:cNvPr id="149" name="Group 406">
            <a:extLst>
              <a:ext uri="{FF2B5EF4-FFF2-40B4-BE49-F238E27FC236}">
                <a16:creationId xmlns:a16="http://schemas.microsoft.com/office/drawing/2014/main" id="{463A1A5E-B820-2E6A-86E2-02EF9CBF7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36028" y="4623477"/>
            <a:ext cx="1242060" cy="1242058"/>
            <a:chOff x="5000736" y="-1903280"/>
            <a:chExt cx="1656230" cy="1656230"/>
          </a:xfrm>
        </p:grpSpPr>
        <p:grpSp>
          <p:nvGrpSpPr>
            <p:cNvPr id="150" name="Ticks_1minute">
              <a:extLst>
                <a:ext uri="{FF2B5EF4-FFF2-40B4-BE49-F238E27FC236}">
                  <a16:creationId xmlns:a16="http://schemas.microsoft.com/office/drawing/2014/main" id="{76E180FA-F610-5B5D-5E34-7A0668A0A943}"/>
                </a:ext>
              </a:extLst>
            </p:cNvPr>
            <p:cNvGrpSpPr/>
            <p:nvPr/>
          </p:nvGrpSpPr>
          <p:grpSpPr>
            <a:xfrm rot="5400000">
              <a:off x="6462293" y="-938736"/>
              <a:ext cx="239383" cy="134955"/>
              <a:chOff x="8076251" y="4591685"/>
              <a:chExt cx="239383" cy="134955"/>
            </a:xfrm>
          </p:grpSpPr>
          <p:cxnSp>
            <p:nvCxnSpPr>
              <p:cNvPr id="180" name="Straight Connector 521">
                <a:extLst>
                  <a:ext uri="{FF2B5EF4-FFF2-40B4-BE49-F238E27FC236}">
                    <a16:creationId xmlns:a16="http://schemas.microsoft.com/office/drawing/2014/main" id="{5AE8B0D7-24C9-D1C4-6617-296806D1A8AD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1" name="Straight Connector 522">
                <a:extLst>
                  <a:ext uri="{FF2B5EF4-FFF2-40B4-BE49-F238E27FC236}">
                    <a16:creationId xmlns:a16="http://schemas.microsoft.com/office/drawing/2014/main" id="{F4427E63-3362-6BE8-DE6D-1CF13FB459AF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2" name="Straight Connector 523">
                <a:extLst>
                  <a:ext uri="{FF2B5EF4-FFF2-40B4-BE49-F238E27FC236}">
                    <a16:creationId xmlns:a16="http://schemas.microsoft.com/office/drawing/2014/main" id="{AA5467CD-568A-6769-F236-04E5DF23DBBE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3" name="Straight Connector 524">
                <a:extLst>
                  <a:ext uri="{FF2B5EF4-FFF2-40B4-BE49-F238E27FC236}">
                    <a16:creationId xmlns:a16="http://schemas.microsoft.com/office/drawing/2014/main" id="{470B6955-9EE8-88DD-0C3D-0C9F5D42518B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1" name="Ticks_1minute">
              <a:extLst>
                <a:ext uri="{FF2B5EF4-FFF2-40B4-BE49-F238E27FC236}">
                  <a16:creationId xmlns:a16="http://schemas.microsoft.com/office/drawing/2014/main" id="{4CB9EE70-4B0A-4471-D2B1-F8D8ACCA88B9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3600000">
              <a:off x="6463345" y="-1342621"/>
              <a:ext cx="239383" cy="134955"/>
              <a:chOff x="8076251" y="4591685"/>
              <a:chExt cx="239383" cy="134955"/>
            </a:xfrm>
          </p:grpSpPr>
          <p:cxnSp>
            <p:nvCxnSpPr>
              <p:cNvPr id="176" name="Straight Connector 517">
                <a:extLst>
                  <a:ext uri="{FF2B5EF4-FFF2-40B4-BE49-F238E27FC236}">
                    <a16:creationId xmlns:a16="http://schemas.microsoft.com/office/drawing/2014/main" id="{3854DF8D-5259-3071-2820-09328A309D18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7" name="Straight Connector 518">
                <a:extLst>
                  <a:ext uri="{FF2B5EF4-FFF2-40B4-BE49-F238E27FC236}">
                    <a16:creationId xmlns:a16="http://schemas.microsoft.com/office/drawing/2014/main" id="{48E686F2-4F28-3CFD-F592-9790E9F64E3E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8" name="Straight Connector 519">
                <a:extLst>
                  <a:ext uri="{FF2B5EF4-FFF2-40B4-BE49-F238E27FC236}">
                    <a16:creationId xmlns:a16="http://schemas.microsoft.com/office/drawing/2014/main" id="{9F6158DD-6F20-8C85-A587-4E745FBA93E2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9" name="Straight Connector 520">
                <a:extLst>
                  <a:ext uri="{FF2B5EF4-FFF2-40B4-BE49-F238E27FC236}">
                    <a16:creationId xmlns:a16="http://schemas.microsoft.com/office/drawing/2014/main" id="{F4A1BDEC-B97F-B20F-91EA-B330FA230C47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2" name="Ticks_1minute">
              <a:extLst>
                <a:ext uri="{FF2B5EF4-FFF2-40B4-BE49-F238E27FC236}">
                  <a16:creationId xmlns:a16="http://schemas.microsoft.com/office/drawing/2014/main" id="{8866C41F-8BC9-5E91-08FB-A71117449FC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1800000">
              <a:off x="6262314" y="-1692922"/>
              <a:ext cx="239383" cy="134955"/>
              <a:chOff x="8076251" y="4591685"/>
              <a:chExt cx="239383" cy="134955"/>
            </a:xfrm>
          </p:grpSpPr>
          <p:cxnSp>
            <p:nvCxnSpPr>
              <p:cNvPr id="172" name="Straight Connector 513">
                <a:extLst>
                  <a:ext uri="{FF2B5EF4-FFF2-40B4-BE49-F238E27FC236}">
                    <a16:creationId xmlns:a16="http://schemas.microsoft.com/office/drawing/2014/main" id="{3B484A8D-A076-4FE3-5AFD-5FEC9C67CEC4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3" name="Straight Connector 514">
                <a:extLst>
                  <a:ext uri="{FF2B5EF4-FFF2-40B4-BE49-F238E27FC236}">
                    <a16:creationId xmlns:a16="http://schemas.microsoft.com/office/drawing/2014/main" id="{94C062B7-260C-18AD-DEAA-D609B6F010AB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4" name="Straight Connector 515">
                <a:extLst>
                  <a:ext uri="{FF2B5EF4-FFF2-40B4-BE49-F238E27FC236}">
                    <a16:creationId xmlns:a16="http://schemas.microsoft.com/office/drawing/2014/main" id="{ECB8724B-59C1-8368-1D9C-518039437B5B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5" name="Straight Connector 516">
                <a:extLst>
                  <a:ext uri="{FF2B5EF4-FFF2-40B4-BE49-F238E27FC236}">
                    <a16:creationId xmlns:a16="http://schemas.microsoft.com/office/drawing/2014/main" id="{DC6E2CCF-4C49-28DC-B145-A2D4E388D4F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53" name="Oval 494">
              <a:extLst>
                <a:ext uri="{FF2B5EF4-FFF2-40B4-BE49-F238E27FC236}">
                  <a16:creationId xmlns:a16="http://schemas.microsoft.com/office/drawing/2014/main" id="{82D7F45B-F2A2-6B2F-9A0C-32C55E2DBF3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5000736" y="-190328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accent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grpSp>
          <p:nvGrpSpPr>
            <p:cNvPr id="154" name="Ticks_5minutes">
              <a:extLst>
                <a:ext uri="{FF2B5EF4-FFF2-40B4-BE49-F238E27FC236}">
                  <a16:creationId xmlns:a16="http://schemas.microsoft.com/office/drawing/2014/main" id="{43E90507-4921-7E20-DE79-F3274775F3BF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5000736" y="-1903280"/>
              <a:ext cx="1656230" cy="1656230"/>
              <a:chOff x="899490" y="2483871"/>
              <a:chExt cx="1656230" cy="1656230"/>
            </a:xfrm>
          </p:grpSpPr>
          <p:cxnSp>
            <p:nvCxnSpPr>
              <p:cNvPr id="160" name="Straight Connector 501">
                <a:extLst>
                  <a:ext uri="{FF2B5EF4-FFF2-40B4-BE49-F238E27FC236}">
                    <a16:creationId xmlns:a16="http://schemas.microsoft.com/office/drawing/2014/main" id="{74CAC600-C883-CFF7-C8E9-94E19CB13CF4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gray">
              <a:xfrm rot="1800000" flipH="1">
                <a:off x="1352614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1" name="Straight Connector 502">
                <a:extLst>
                  <a:ext uri="{FF2B5EF4-FFF2-40B4-BE49-F238E27FC236}">
                    <a16:creationId xmlns:a16="http://schemas.microsoft.com/office/drawing/2014/main" id="{32E73B23-B268-4D4C-B340-DB3FB5A86D4A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gray">
              <a:xfrm rot="3600000" flipH="1">
                <a:off x="2382421" y="2861928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2" name="Straight Connector 503">
                <a:extLst>
                  <a:ext uri="{FF2B5EF4-FFF2-40B4-BE49-F238E27FC236}">
                    <a16:creationId xmlns:a16="http://schemas.microsoft.com/office/drawing/2014/main" id="{728A35BD-C7B2-EED4-18B0-A9EB4634481B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gray">
              <a:xfrm flipH="1">
                <a:off x="1727605" y="248387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" name="Straight Connector 504">
                <a:extLst>
                  <a:ext uri="{FF2B5EF4-FFF2-40B4-BE49-F238E27FC236}">
                    <a16:creationId xmlns:a16="http://schemas.microsoft.com/office/drawing/2014/main" id="{652B9413-B18A-05CE-C0BE-9E04531C43ED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gray">
              <a:xfrm rot="9000000" flipH="1">
                <a:off x="1349547" y="2590319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" name="Straight Connector 505">
                <a:extLst>
                  <a:ext uri="{FF2B5EF4-FFF2-40B4-BE49-F238E27FC236}">
                    <a16:creationId xmlns:a16="http://schemas.microsoft.com/office/drawing/2014/main" id="{19FD611C-46CD-94E4-AA26-1623090BEAA8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gray">
              <a:xfrm rot="7200000" flipH="1">
                <a:off x="2382421" y="3618044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5" name="Straight Connector 506">
                <a:extLst>
                  <a:ext uri="{FF2B5EF4-FFF2-40B4-BE49-F238E27FC236}">
                    <a16:creationId xmlns:a16="http://schemas.microsoft.com/office/drawing/2014/main" id="{FC74E05D-198F-4F1C-8C4B-FA374871BDB0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gray">
              <a:xfrm rot="5400000" flipH="1">
                <a:off x="248372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6" name="Straight Connector 507">
                <a:extLst>
                  <a:ext uri="{FF2B5EF4-FFF2-40B4-BE49-F238E27FC236}">
                    <a16:creationId xmlns:a16="http://schemas.microsoft.com/office/drawing/2014/main" id="{0772085A-A7A0-38DB-EAE1-8DC9FADF753C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gray">
              <a:xfrm flipH="1">
                <a:off x="1727605" y="3996101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7" name="Straight Connector 508">
                <a:extLst>
                  <a:ext uri="{FF2B5EF4-FFF2-40B4-BE49-F238E27FC236}">
                    <a16:creationId xmlns:a16="http://schemas.microsoft.com/office/drawing/2014/main" id="{20548FA6-C13A-F9D6-8F20-0EAB5B88FD79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gray">
              <a:xfrm rot="1800000" flipH="1">
                <a:off x="2105662" y="258447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8" name="Straight Connector 509">
                <a:extLst>
                  <a:ext uri="{FF2B5EF4-FFF2-40B4-BE49-F238E27FC236}">
                    <a16:creationId xmlns:a16="http://schemas.microsoft.com/office/drawing/2014/main" id="{93523A7B-0B1E-D1D8-1EB8-45D47BA4E08C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gray">
              <a:xfrm rot="3600000" flipH="1">
                <a:off x="1072790" y="3618043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9" name="Straight Connector 510">
                <a:extLst>
                  <a:ext uri="{FF2B5EF4-FFF2-40B4-BE49-F238E27FC236}">
                    <a16:creationId xmlns:a16="http://schemas.microsoft.com/office/drawing/2014/main" id="{AB61CB4A-A1F2-2C60-2703-BB58DE153147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gray">
              <a:xfrm rot="9000000" flipH="1">
                <a:off x="2105663" y="3894800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0" name="Straight Connector 511">
                <a:extLst>
                  <a:ext uri="{FF2B5EF4-FFF2-40B4-BE49-F238E27FC236}">
                    <a16:creationId xmlns:a16="http://schemas.microsoft.com/office/drawing/2014/main" id="{2DDB03C3-EDAD-D55F-A5D0-BFADE9559384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gray">
              <a:xfrm rot="7200000" flipH="1">
                <a:off x="1072790" y="2865892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1" name="Straight Connector 512">
                <a:extLst>
                  <a:ext uri="{FF2B5EF4-FFF2-40B4-BE49-F238E27FC236}">
                    <a16:creationId xmlns:a16="http://schemas.microsoft.com/office/drawing/2014/main" id="{40DB3B62-6503-7430-0D06-A66809B42628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gray">
              <a:xfrm rot="5400000" flipH="1">
                <a:off x="971490" y="3239986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5" name="Ticks_1minute">
              <a:extLst>
                <a:ext uri="{FF2B5EF4-FFF2-40B4-BE49-F238E27FC236}">
                  <a16:creationId xmlns:a16="http://schemas.microsoft.com/office/drawing/2014/main" id="{83C14C82-F153-CB95-93E0-8A8AB69FC271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5913066" y="-1895776"/>
              <a:ext cx="239383" cy="134955"/>
              <a:chOff x="8076251" y="4591685"/>
              <a:chExt cx="239383" cy="134955"/>
            </a:xfrm>
          </p:grpSpPr>
          <p:cxnSp>
            <p:nvCxnSpPr>
              <p:cNvPr id="156" name="Straight Connector 497">
                <a:extLst>
                  <a:ext uri="{FF2B5EF4-FFF2-40B4-BE49-F238E27FC236}">
                    <a16:creationId xmlns:a16="http://schemas.microsoft.com/office/drawing/2014/main" id="{FE1E797C-03C3-A35E-9479-672727EE52DA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gray">
              <a:xfrm rot="1440000" flipH="1">
                <a:off x="8315634" y="4654640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7" name="Straight Connector 498">
                <a:extLst>
                  <a:ext uri="{FF2B5EF4-FFF2-40B4-BE49-F238E27FC236}">
                    <a16:creationId xmlns:a16="http://schemas.microsoft.com/office/drawing/2014/main" id="{57890EB4-29D8-9ED7-4920-B732F8DDC2AF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gray">
              <a:xfrm rot="1080000" flipH="1">
                <a:off x="8240881" y="4627543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8" name="Straight Connector 499">
                <a:extLst>
                  <a:ext uri="{FF2B5EF4-FFF2-40B4-BE49-F238E27FC236}">
                    <a16:creationId xmlns:a16="http://schemas.microsoft.com/office/drawing/2014/main" id="{5CA059F4-775C-6B6D-D406-B4B3F3B8B6D6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gray">
              <a:xfrm rot="720000" flipH="1">
                <a:off x="8158143" y="4600804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9" name="Straight Connector 500">
                <a:extLst>
                  <a:ext uri="{FF2B5EF4-FFF2-40B4-BE49-F238E27FC236}">
                    <a16:creationId xmlns:a16="http://schemas.microsoft.com/office/drawing/2014/main" id="{E55934CC-B022-E52D-0CF6-340B05A95CD2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gray">
              <a:xfrm rot="360000" flipH="1">
                <a:off x="8076251" y="4591685"/>
                <a:ext cx="0" cy="72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84" name="Indicator_Seconds">
            <a:extLst>
              <a:ext uri="{FF2B5EF4-FFF2-40B4-BE49-F238E27FC236}">
                <a16:creationId xmlns:a16="http://schemas.microsoft.com/office/drawing/2014/main" id="{4DD2EAC6-42E4-2BC0-C43F-CAB1DF184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236028" y="4623477"/>
            <a:ext cx="1242060" cy="1242058"/>
            <a:chOff x="1511575" y="2744904"/>
            <a:chExt cx="1656230" cy="1656230"/>
          </a:xfrm>
        </p:grpSpPr>
        <p:sp>
          <p:nvSpPr>
            <p:cNvPr id="185" name="Pentagon 526">
              <a:extLst>
                <a:ext uri="{FF2B5EF4-FFF2-40B4-BE49-F238E27FC236}">
                  <a16:creationId xmlns:a16="http://schemas.microsoft.com/office/drawing/2014/main" id="{30DB7218-26EA-DB99-22E2-050384D1453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gray">
            <a:xfrm rot="16200000">
              <a:off x="1925691" y="3122900"/>
              <a:ext cx="828000" cy="72010"/>
            </a:xfrm>
            <a:prstGeom prst="homePlate">
              <a:avLst>
                <a:gd name="adj" fmla="val 283564"/>
              </a:avLst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102097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6" name="Oval 527">
              <a:extLst>
                <a:ext uri="{FF2B5EF4-FFF2-40B4-BE49-F238E27FC236}">
                  <a16:creationId xmlns:a16="http://schemas.microsoft.com/office/drawing/2014/main" id="{FEF15904-ACDD-CD63-A296-95951EBFC3D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gray">
            <a:xfrm>
              <a:off x="1511575" y="2744904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l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grpSp>
        <p:nvGrpSpPr>
          <p:cNvPr id="187" name="Clock_Top">
            <a:extLst>
              <a:ext uri="{FF2B5EF4-FFF2-40B4-BE49-F238E27FC236}">
                <a16:creationId xmlns:a16="http://schemas.microsoft.com/office/drawing/2014/main" id="{CFB5E32A-91F1-FC3C-1497-5525FF76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236028" y="4623477"/>
            <a:ext cx="1242060" cy="1242058"/>
            <a:chOff x="3347830" y="2708900"/>
            <a:chExt cx="1656230" cy="1656230"/>
          </a:xfrm>
        </p:grpSpPr>
        <p:sp>
          <p:nvSpPr>
            <p:cNvPr id="188" name="Clock_Dot">
              <a:extLst>
                <a:ext uri="{FF2B5EF4-FFF2-40B4-BE49-F238E27FC236}">
                  <a16:creationId xmlns:a16="http://schemas.microsoft.com/office/drawing/2014/main" id="{93BE7F76-281C-E1C5-B51A-A72EBB9E66A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gray">
            <a:xfrm flipV="1">
              <a:off x="4067930" y="3429000"/>
              <a:ext cx="216030" cy="216030"/>
            </a:xfrm>
            <a:prstGeom prst="ellipse">
              <a:avLst/>
            </a:prstGeom>
            <a:solidFill>
              <a:schemeClr val="accent1"/>
            </a:solidFill>
            <a:ln w="6350" algn="ctr">
              <a:noFill/>
              <a:miter lim="800000"/>
            </a:ln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  <p:sp>
          <p:nvSpPr>
            <p:cNvPr id="189" name="Clock_Glas">
              <a:extLst>
                <a:ext uri="{FF2B5EF4-FFF2-40B4-BE49-F238E27FC236}">
                  <a16:creationId xmlns:a16="http://schemas.microsoft.com/office/drawing/2014/main" id="{654E7DD0-D770-0F56-B935-C67540CB176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gray">
            <a:xfrm>
              <a:off x="3347830" y="2708900"/>
              <a:ext cx="1656230" cy="1656230"/>
            </a:xfrm>
            <a:prstGeom prst="ellipse">
              <a:avLst/>
            </a:prstGeom>
            <a:noFill/>
            <a:ln w="635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txBody>
            <a:bodyPr wrap="square" lIns="90000" tIns="72000" rIns="90000" bIns="72000" rtlCol="0" anchor="t" anchorCtr="0">
              <a:noAutofit/>
            </a:bodyPr>
            <a:lstStyle/>
            <a:p>
              <a:pPr marL="177800" indent="-177800" algn="ctr" defTabSz="914367" fontAlgn="base" latinLnBrk="0">
                <a:spcBef>
                  <a:spcPct val="40000"/>
                </a:spcBef>
                <a:spcAft>
                  <a:spcPct val="0"/>
                </a:spcAft>
                <a:buClr>
                  <a:srgbClr val="215283"/>
                </a:buClr>
                <a:buSzPct val="85000"/>
                <a:buFont typeface="Wingdings"/>
                <a:buChar char="n"/>
                <a:defRPr/>
              </a:pPr>
              <a:endParaRPr lang="en-US" sz="1300">
                <a:solidFill>
                  <a:srgbClr val="1A1A1A"/>
                </a:solidFill>
                <a:latin typeface="Segoe UI"/>
              </a:endParaRPr>
            </a:p>
          </p:txBody>
        </p:sp>
      </p:grpSp>
      <p:sp>
        <p:nvSpPr>
          <p:cNvPr id="190" name="Time_Over_20min">
            <a:extLst>
              <a:ext uri="{FF2B5EF4-FFF2-40B4-BE49-F238E27FC236}">
                <a16:creationId xmlns:a16="http://schemas.microsoft.com/office/drawing/2014/main" id="{B4D14A71-B726-6833-140B-EF45BF6C2BB9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236028" y="4623477"/>
            <a:ext cx="1242060" cy="1242058"/>
          </a:xfrm>
          <a:prstGeom prst="ellipse">
            <a:avLst/>
          </a:prstGeom>
          <a:solidFill>
            <a:srgbClr val="F4364C"/>
          </a:solidFill>
          <a:ln w="6350" algn="ctr">
            <a:solidFill>
              <a:schemeClr val="tx1">
                <a:alpha val="69804"/>
              </a:schemeClr>
            </a:solidFill>
            <a:miter lim="800000"/>
          </a:ln>
        </p:spPr>
        <p:txBody>
          <a:bodyPr wrap="none" lIns="0" tIns="72000" rIns="0" bIns="72000" rtlCol="0" anchor="ctr" anchorCtr="0">
            <a:noAutofit/>
          </a:bodyPr>
          <a:lstStyle/>
          <a:p>
            <a:pPr algn="ctr" fontAlgn="base">
              <a:spcBef>
                <a:spcPct val="40000"/>
              </a:spcBef>
              <a:spcAft>
                <a:spcPct val="0"/>
              </a:spcAft>
              <a:buClr>
                <a:srgbClr val="215283"/>
              </a:buClr>
              <a:buSzPct val="85000"/>
            </a:pPr>
            <a:r>
              <a:rPr lang="ko-KR" altLang="en-US" sz="2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솔루션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B59C8A0-E614-31F0-AFC5-32A5CE7B9B5F}"/>
              </a:ext>
            </a:extLst>
          </p:cNvPr>
          <p:cNvSpPr txBox="1"/>
          <p:nvPr/>
        </p:nvSpPr>
        <p:spPr>
          <a:xfrm>
            <a:off x="6491186" y="5160435"/>
            <a:ext cx="3816453" cy="670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914367">
              <a:defRPr/>
            </a:pPr>
            <a:r>
              <a:rPr lang="ko-KR" altLang="en-US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정답</a:t>
            </a:r>
            <a:r>
              <a:rPr lang="en-US" altLang="ko-KR" sz="44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=C</a:t>
            </a:r>
          </a:p>
        </p:txBody>
      </p:sp>
      <p:sp>
        <p:nvSpPr>
          <p:cNvPr id="191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All Rights Reserved.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6" dur="20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9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A5FF4EC-645C-1ED1-D5A8-43C81F9F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50" y="585217"/>
            <a:ext cx="8193024" cy="492443"/>
          </a:xfrm>
        </p:spPr>
        <p:txBody>
          <a:bodyPr>
            <a:noAutofit/>
          </a:bodyPr>
          <a:lstStyle/>
          <a:p>
            <a:r>
              <a:rPr lang="ko-KR" altLang="en-US" sz="3000" b="1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모듈 요약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05DC2-1CA2-23F6-1A18-6FB6930F2857}"/>
              </a:ext>
            </a:extLst>
          </p:cNvPr>
          <p:cNvSpPr txBox="1"/>
          <p:nvPr/>
        </p:nvSpPr>
        <p:spPr>
          <a:xfrm>
            <a:off x="589850" y="1247804"/>
            <a:ext cx="11031840" cy="4267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ko-KR" altLang="en-US" sz="2200" b="1">
                <a:solidFill>
                  <a:srgbClr val="389A91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이 모듈의 학습 내용</a:t>
            </a:r>
            <a:r>
              <a:rPr lang="en-US" altLang="ko-KR" sz="2200" b="1">
                <a:solidFill>
                  <a:srgbClr val="389A91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...</a:t>
            </a:r>
          </a:p>
        </p:txBody>
      </p:sp>
      <p:sp>
        <p:nvSpPr>
          <p:cNvPr id="13" name="Rounded Rectangle 3_1">
            <a:extLst>
              <a:ext uri="{FF2B5EF4-FFF2-40B4-BE49-F238E27FC236}">
                <a16:creationId xmlns:a16="http://schemas.microsoft.com/office/drawing/2014/main" id="{60C0B429-9530-2BF9-1342-005317DEA8AA}"/>
              </a:ext>
            </a:extLst>
          </p:cNvPr>
          <p:cNvSpPr/>
          <p:nvPr/>
        </p:nvSpPr>
        <p:spPr>
          <a:xfrm>
            <a:off x="581986" y="1787282"/>
            <a:ext cx="10633034" cy="363824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1" spcCol="457200" rtlCol="0" anchor="t"/>
          <a:lstStyle/>
          <a:p>
            <a:pPr defTabSz="932742" latinLnBrk="0">
              <a:spcBef>
                <a:spcPts val="1200"/>
              </a:spcBef>
              <a:spcAft>
                <a:spcPct val="0"/>
              </a:spcAft>
              <a:buSzPct val="90000"/>
              <a:defRPr/>
            </a:pP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Copilot</a:t>
            </a: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을 사용하여 토픽을 만드는 방법을 배웠습니다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defTabSz="932742" latinLnBrk="0">
              <a:spcBef>
                <a:spcPts val="1200"/>
              </a:spcBef>
              <a:spcAft>
                <a:spcPct val="0"/>
              </a:spcAft>
              <a:buSzPct val="90000"/>
              <a:defRPr/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노드를 추가하고 구성하여 대화 흐름을 만드는 방법을 배웠습니다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  <a:p>
            <a:pPr defTabSz="932742" latinLnBrk="0">
              <a:spcBef>
                <a:spcPts val="1200"/>
              </a:spcBef>
              <a:spcAft>
                <a:spcPct val="0"/>
              </a:spcAft>
              <a:buSzPct val="90000"/>
              <a:defRPr/>
            </a:pPr>
            <a:r>
              <a:rPr lang="ko-KR" altLang="en-US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엔터티와 변수를 다루는 방법을 배웠습니다</a:t>
            </a:r>
            <a:r>
              <a:rPr lang="en-US" altLang="ko-KR" sz="2000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.</a:t>
            </a:r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918" y="6421100"/>
            <a:ext cx="4150187" cy="1979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Segoe UI" panose="020B0604020202020204" pitchFamily="34" charset="0"/>
                <a:ea typeface="+mn-ea"/>
                <a:cs typeface="Segoe UI" panose="020B0604020202020204" pitchFamily="34" charset="0"/>
              </a:defRPr>
            </a:lvl5pPr>
          </a:lstStyle>
          <a:p>
            <a:r>
              <a:rPr lang="en-US" altLang="ko-KR">
                <a:solidFill>
                  <a:srgbClr val="000000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© Copyright Microsoft Corporation. AIl rights reserved.</a:t>
            </a: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D3162-DA9E-4D67-9F87-E583DE6D6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8" y="1"/>
            <a:ext cx="2954976" cy="71096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none" lIns="182880" tIns="146304" rIns="182880" bIns="14630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914367" latinLnBrk="0">
              <a:spcAft>
                <a:spcPts val="600"/>
              </a:spcAft>
              <a:defRPr sz="3000"/>
            </a:pPr>
            <a:r>
              <a:rPr lang="ko-KR" altLang="en-US" sz="3000">
                <a:solidFill>
                  <a:srgbClr val="FFFFFF"/>
                </a:solidFill>
                <a:latin typeface="Segoe UI" panose="020B0502040204020203" pitchFamily="34" charset="0"/>
                <a:ea typeface="Segoe UI" panose="020B0503020000020004" pitchFamily="34" charset="-127"/>
                <a:cs typeface="Segoe UI"/>
              </a:rPr>
              <a:t>클로징 슬라이드</a:t>
            </a:r>
            <a:endParaRPr lang="fr-FR" sz="3000">
              <a:solidFill>
                <a:schemeClr val="bg1"/>
              </a:solidFill>
              <a:latin typeface="Segoe UI" panose="020B0502040204020203" pitchFamily="34" charset="0"/>
              <a:ea typeface="Segoe UI" panose="020B0503020000020004" pitchFamily="34" charset="-127"/>
              <a:cs typeface="+mn-cs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hzlRPYfhk.Pmv2X_IpA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5trLOJ3mUO8EdqTazXnu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31uLzoekuQO5Y7vT6k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ueEQKcupE2kYDF2OPZMp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yr.pSLxtE66a4L1JK5cw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Lfy1jbQWkaxsIlGMClQO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KZC1mSUE6L33Vr00634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0wzKwTWUka96bAdzAE6C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qCPx7VKUGrAI2ySLXo0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GE8IFUSE._NpkBAI3A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xkIQ4C0fkm0TYyaGnGHb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yu9I1.wUuIPhsLGr7R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LAAmtkUkSbsfII.6EYP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js8lW8pQkOV1mMwhMb1p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ZgQ.gP6uka4dPcIQKGrL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t1dDv_v0WIi87mXMYMK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DprwEm3zkCoGfkpjHD._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1w9NeJar0qkPi.ld_ss0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EyanQZWUm5co7qcAcIF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tUILo2x3EKt9G0WpPO2V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suUdXHYhECLrVUSXlCyt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Teu97PzCkGe_yadMcEvk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e92g0eMkunRsYVh.0UP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Gey2Y4Z0KtFm77bXHyV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hJQIbZp7Ee.qH17kfBtR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hzlRPYfhk.Pmv2X_IpA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5trLOJ3mUO8EdqTazXnu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31uLzoekuQO5Y7vT6kZ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ueEQKcupE2kYDF2OPZMp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yr.pSLxtE66a4L1JK5cw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Lfy1jbQWkaxsIlGMClQO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KZC1mSUE6L33Vr00634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0wzKwTWUka96bAdzAE6C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qCPx7VKUGrAI2ySLXo0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GE8IFUSE._NpkBAI3Am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xkIQ4C0fkm0TYyaGnGHb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yu9I1.wUuIPhsLGr7RW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LAAmtkUkSbsfII.6EYP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js8lW8pQkOV1mMwhMb1p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ZgQ.gP6uka4dPcIQKGrL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t1dDv_v0WIi87mXMYMK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DprwEm3zkCoGfkpjHD._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1w9NeJar0qkPi.ld_ss0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EyanQZWUm5co7qcAcIF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tUILo2x3EKt9G0WpPO2V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suUdXHYhECLrVUSXlCyt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Teu97PzCkGe_yadMcEvk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e92g0eMkunRsYVh.0UP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Gey2Y4Z0KtFm77bXHyV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hJQIbZp7Ee.qH17kfBtR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hzlRPYfhk.Pmv2X_IpAr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5trLOJ3mUO8EdqTazXnu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31uLzoekuQO5Y7vT6kZ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ueEQKcupE2kYDF2OPZMp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yr.pSLxtE66a4L1JK5cw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Lfy1jbQWkaxsIlGMClQO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KZC1mSUE6L33Vr00634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0wzKwTWUka96bAdzAE6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qCPx7VKUGrAI2ySLXo0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GE8IFUSE._NpkBAI3Am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xkIQ4C0fkm0TYyaGnGHb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yu9I1.wUuIPhsLGr7RW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LAAmtkUkSbsfII.6EYP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js8lW8pQkOV1mMwhMb1p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ZgQ.gP6uka4dPcIQKGrL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t1dDv_v0WIi87mXMYMK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DprwEm3zkCoGfkpjHD._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1w9NeJar0qkPi.ld_ss0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EyanQZWUm5co7qcAcIF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tUILo2x3EKt9G0WpPO2V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suUdXHYhECLrVUSXlCyt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Teu97PzCkGe_yadMcEvk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e92g0eMkunRsYVh.0UP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Gey2Y4Z0KtFm77bXHyV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hJQIbZp7Ee.qH17kfBtR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LTv5hDl0SyLXelJw0cC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Segoe UI"/>
        <a:cs typeface="Segoe UI"/>
        <a:font script="Jpan" typeface="Segoe UI"/>
        <a:font script="Hang" typeface="Segoe UI"/>
        <a:font script="Hans" typeface="Segoe UI"/>
        <a:font script="Hant" typeface="Segoe U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  <a:font script="Armn" typeface="Segoe UI"/>
        <a:font script="Bugi" typeface="Segoe UI"/>
        <a:font script="Bopo" typeface="Segoe UI"/>
        <a:font script="Java" typeface="Segoe UI"/>
        <a:font script="Lisu" typeface="Segoe UI"/>
        <a:font script="Mymr" typeface="Segoe UI"/>
        <a:font script="Nkoo" typeface="Segoe UI"/>
        <a:font script="Olck" typeface="Segoe UI"/>
        <a:font script="Osma" typeface="Segoe UI"/>
        <a:font script="Phag" typeface="Segoe UI"/>
        <a:font script="Syrn" typeface="Segoe UI"/>
        <a:font script="Syrj" typeface="Segoe UI"/>
        <a:font script="Syre" typeface="Segoe UI"/>
        <a:font script="Sora" typeface="Segoe UI"/>
        <a:font script="Tale" typeface="Segoe UI"/>
        <a:font script="Talu" typeface="Segoe UI"/>
        <a:font script="Tfng" typeface="Segoe UI"/>
      </a:majorFont>
      <a:minorFont>
        <a:latin typeface="Segoe UI" panose="02110004020202020204"/>
        <a:ea typeface="Segoe UI"/>
        <a:cs typeface="Segoe UI"/>
        <a:font script="Jpan" typeface="Segoe UI"/>
        <a:font script="Hang" typeface="Segoe UI"/>
        <a:font script="Hans" typeface="Segoe UI"/>
        <a:font script="Hant" typeface="Segoe U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  <a:font script="Armn" typeface="Segoe UI"/>
        <a:font script="Bugi" typeface="Segoe UI"/>
        <a:font script="Bopo" typeface="Segoe UI"/>
        <a:font script="Java" typeface="Segoe UI"/>
        <a:font script="Lisu" typeface="Segoe UI"/>
        <a:font script="Mymr" typeface="Segoe UI"/>
        <a:font script="Nkoo" typeface="Segoe UI"/>
        <a:font script="Olck" typeface="Segoe UI"/>
        <a:font script="Osma" typeface="Segoe UI"/>
        <a:font script="Phag" typeface="Segoe UI"/>
        <a:font script="Syrn" typeface="Segoe UI"/>
        <a:font script="Syrj" typeface="Segoe UI"/>
        <a:font script="Syre" typeface="Segoe UI"/>
        <a:font script="Sora" typeface="Segoe UI"/>
        <a:font script="Tale" typeface="Segoe UI"/>
        <a:font script="Talu" typeface="Segoe UI"/>
        <a:font script="Tfng"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Segoe UI"/>
        <a:cs typeface="Segoe UI"/>
        <a:font script="Jpan" typeface="Segoe UI"/>
        <a:font script="Hang" typeface="Segoe UI"/>
        <a:font script="Hans" typeface="Segoe UI"/>
        <a:font script="Hant" typeface="Segoe U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  <a:font script="Armn" typeface="Segoe UI"/>
        <a:font script="Bugi" typeface="Segoe UI"/>
        <a:font script="Bopo" typeface="Segoe UI"/>
        <a:font script="Java" typeface="Segoe UI"/>
        <a:font script="Lisu" typeface="Segoe UI"/>
        <a:font script="Mymr" typeface="Segoe UI"/>
        <a:font script="Nkoo" typeface="Segoe UI"/>
        <a:font script="Olck" typeface="Segoe UI"/>
        <a:font script="Osma" typeface="Segoe UI"/>
        <a:font script="Phag" typeface="Segoe UI"/>
        <a:font script="Syrn" typeface="Segoe UI"/>
        <a:font script="Syrj" typeface="Segoe UI"/>
        <a:font script="Syre" typeface="Segoe UI"/>
        <a:font script="Sora" typeface="Segoe UI"/>
        <a:font script="Tale" typeface="Segoe UI"/>
        <a:font script="Talu" typeface="Segoe UI"/>
        <a:font script="Tfng" typeface="Segoe UI"/>
      </a:majorFont>
      <a:minorFont>
        <a:latin typeface="Segoe UI" panose="02110004020202020204"/>
        <a:ea typeface="Segoe UI"/>
        <a:cs typeface="Segoe UI"/>
        <a:font script="Jpan" typeface="Segoe UI"/>
        <a:font script="Hang" typeface="Segoe UI"/>
        <a:font script="Hans" typeface="Segoe UI"/>
        <a:font script="Hant" typeface="Segoe U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  <a:font script="Armn" typeface="Segoe UI"/>
        <a:font script="Bugi" typeface="Segoe UI"/>
        <a:font script="Bopo" typeface="Segoe UI"/>
        <a:font script="Java" typeface="Segoe UI"/>
        <a:font script="Lisu" typeface="Segoe UI"/>
        <a:font script="Mymr" typeface="Segoe UI"/>
        <a:font script="Nkoo" typeface="Segoe UI"/>
        <a:font script="Olck" typeface="Segoe UI"/>
        <a:font script="Osma" typeface="Segoe UI"/>
        <a:font script="Phag" typeface="Segoe UI"/>
        <a:font script="Syrn" typeface="Segoe UI"/>
        <a:font script="Syrj" typeface="Segoe UI"/>
        <a:font script="Syre" typeface="Segoe UI"/>
        <a:font script="Sora" typeface="Segoe UI"/>
        <a:font script="Tale" typeface="Segoe UI"/>
        <a:font script="Talu" typeface="Segoe UI"/>
        <a:font script="Tfng"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6714</Words>
  <Application>Microsoft Office PowerPoint</Application>
  <PresentationFormat>와이드스크린</PresentationFormat>
  <Paragraphs>791</Paragraphs>
  <Slides>58</Slides>
  <Notes>52</Notes>
  <HiddenSlides>8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1" baseType="lpstr">
      <vt:lpstr>Segoe UI</vt:lpstr>
      <vt:lpstr>Wingdings</vt:lpstr>
      <vt:lpstr>Office 테마</vt:lpstr>
      <vt:lpstr>PL-7008:  Microsoft Copilot Studio에서  에이전트 만들기 </vt:lpstr>
      <vt:lpstr>토픽을 사용하여 에이전트 대화 설계하기</vt:lpstr>
      <vt:lpstr>학습 목표</vt:lpstr>
      <vt:lpstr>Microsoft Learn 모듈</vt:lpstr>
      <vt:lpstr>PowerPoint 프레젠테이션</vt:lpstr>
      <vt:lpstr>PowerPoint 프레젠테이션</vt:lpstr>
      <vt:lpstr>PowerPoint 프레젠테이션</vt:lpstr>
      <vt:lpstr>에이전트 토픽 만들기 및 구성</vt:lpstr>
      <vt:lpstr>Copilot Studio에서 토픽 추가</vt:lpstr>
      <vt:lpstr>자연어를 사용하여 토픽 작성</vt:lpstr>
      <vt:lpstr>자연어를 사용하여 노드 업데이트</vt:lpstr>
      <vt:lpstr>데모 - Copilot을 사용하여 토픽 만들기</vt:lpstr>
      <vt:lpstr>데모</vt:lpstr>
      <vt:lpstr>토픽 세부 정보</vt:lpstr>
      <vt:lpstr>트리거 문구</vt:lpstr>
      <vt:lpstr>토픽에 대화 노드 추가</vt:lpstr>
      <vt:lpstr>노드 형식</vt:lpstr>
      <vt:lpstr>대화 노드 </vt:lpstr>
      <vt:lpstr>메시지 노드</vt:lpstr>
      <vt:lpstr>질문 노드</vt:lpstr>
      <vt:lpstr>질문 노드</vt:lpstr>
      <vt:lpstr>적응형 카드 </vt:lpstr>
      <vt:lpstr>토픽 관리 </vt:lpstr>
      <vt:lpstr>조건 </vt:lpstr>
      <vt:lpstr>도구 노드 추가</vt:lpstr>
      <vt:lpstr>데모 – 노드 추가</vt:lpstr>
      <vt:lpstr>토픽 관리</vt:lpstr>
      <vt:lpstr>Copilot Studio에서 작성</vt:lpstr>
      <vt:lpstr>토픽 관리</vt:lpstr>
      <vt:lpstr>엔터티 작업</vt:lpstr>
      <vt:lpstr>엔터티</vt:lpstr>
      <vt:lpstr>엔터티 사용</vt:lpstr>
      <vt:lpstr>미리 빌드된 엔터티</vt:lpstr>
      <vt:lpstr>닫힌 목록 엔터티</vt:lpstr>
      <vt:lpstr>닫힌 목록 엔터티 사용</vt:lpstr>
      <vt:lpstr>사용자 지정 엔터티 만들기</vt:lpstr>
      <vt:lpstr>정규식 엔터티</vt:lpstr>
      <vt:lpstr>Copilot Studio 에이전트에서  변수 사용하기</vt:lpstr>
      <vt:lpstr>변수 만들기</vt:lpstr>
      <vt:lpstr>변수 사용</vt:lpstr>
      <vt:lpstr>토픽 간 변수 전달</vt:lpstr>
      <vt:lpstr>변수 범위</vt:lpstr>
      <vt:lpstr>전역 변수</vt:lpstr>
      <vt:lpstr>토픽 작업</vt:lpstr>
      <vt:lpstr>토픽</vt:lpstr>
      <vt:lpstr>토픽</vt:lpstr>
      <vt:lpstr>대화 시작 토픽</vt:lpstr>
      <vt:lpstr>대화 부스팅 토픽</vt:lpstr>
      <vt:lpstr>대체 토픽</vt:lpstr>
      <vt:lpstr>음성 에이전트</vt:lpstr>
      <vt:lpstr>음성 지원 에이전트 토픽</vt:lpstr>
      <vt:lpstr>실습 랩 </vt:lpstr>
      <vt:lpstr>지식 점검 </vt:lpstr>
      <vt:lpstr>지식 점검 </vt:lpstr>
      <vt:lpstr>지식 점검 </vt:lpstr>
      <vt:lpstr>지식 점검 </vt:lpstr>
      <vt:lpstr>모듈 요약</vt:lpstr>
      <vt:lpstr>클로징 슬라이드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</dc:creator>
  <cp:lastModifiedBy>Jay</cp:lastModifiedBy>
  <cp:revision>1</cp:revision>
  <dcterms:created xsi:type="dcterms:W3CDTF">2026-08-23T09:16:26Z</dcterms:created>
  <dcterms:modified xsi:type="dcterms:W3CDTF">2026-08-23T14:26:31Z</dcterms:modified>
</cp:coreProperties>
</file>